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4" r:id="rId1"/>
  </p:sldMasterIdLst>
  <p:notesMasterIdLst>
    <p:notesMasterId r:id="rId54"/>
  </p:notesMasterIdLst>
  <p:sldIdLst>
    <p:sldId id="256" r:id="rId2"/>
    <p:sldId id="337" r:id="rId3"/>
    <p:sldId id="259" r:id="rId4"/>
    <p:sldId id="261" r:id="rId5"/>
    <p:sldId id="338" r:id="rId6"/>
    <p:sldId id="296" r:id="rId7"/>
    <p:sldId id="297" r:id="rId8"/>
    <p:sldId id="298" r:id="rId9"/>
    <p:sldId id="299" r:id="rId10"/>
    <p:sldId id="300" r:id="rId11"/>
    <p:sldId id="328" r:id="rId12"/>
    <p:sldId id="329" r:id="rId13"/>
    <p:sldId id="263" r:id="rId14"/>
    <p:sldId id="330" r:id="rId15"/>
    <p:sldId id="339" r:id="rId16"/>
    <p:sldId id="340" r:id="rId17"/>
    <p:sldId id="341" r:id="rId18"/>
    <p:sldId id="342" r:id="rId19"/>
    <p:sldId id="344" r:id="rId20"/>
    <p:sldId id="343" r:id="rId21"/>
    <p:sldId id="345" r:id="rId22"/>
    <p:sldId id="346" r:id="rId23"/>
    <p:sldId id="363" r:id="rId24"/>
    <p:sldId id="364" r:id="rId25"/>
    <p:sldId id="365" r:id="rId26"/>
    <p:sldId id="366" r:id="rId27"/>
    <p:sldId id="367" r:id="rId28"/>
    <p:sldId id="368" r:id="rId29"/>
    <p:sldId id="372" r:id="rId30"/>
    <p:sldId id="362" r:id="rId31"/>
    <p:sldId id="370" r:id="rId32"/>
    <p:sldId id="371" r:id="rId33"/>
    <p:sldId id="357" r:id="rId34"/>
    <p:sldId id="356" r:id="rId35"/>
    <p:sldId id="369" r:id="rId36"/>
    <p:sldId id="350" r:id="rId37"/>
    <p:sldId id="358" r:id="rId38"/>
    <p:sldId id="347" r:id="rId39"/>
    <p:sldId id="359" r:id="rId40"/>
    <p:sldId id="360" r:id="rId41"/>
    <p:sldId id="353" r:id="rId42"/>
    <p:sldId id="355" r:id="rId43"/>
    <p:sldId id="313" r:id="rId44"/>
    <p:sldId id="314" r:id="rId45"/>
    <p:sldId id="315" r:id="rId46"/>
    <p:sldId id="316" r:id="rId47"/>
    <p:sldId id="317" r:id="rId48"/>
    <p:sldId id="318" r:id="rId49"/>
    <p:sldId id="264" r:id="rId50"/>
    <p:sldId id="336" r:id="rId51"/>
    <p:sldId id="334" r:id="rId52"/>
    <p:sldId id="335" r:id="rId53"/>
  </p:sldIdLst>
  <p:sldSz cx="9144000" cy="5143500" type="screen16x9"/>
  <p:notesSz cx="6858000" cy="9144000"/>
  <p:embeddedFontLst>
    <p:embeddedFont>
      <p:font typeface="Consolas" panose="020B0609020204030204" pitchFamily="49" charset="0"/>
      <p:regular r:id="rId55"/>
      <p:bold r:id="rId56"/>
      <p:italic r:id="rId57"/>
      <p:boldItalic r:id="rId58"/>
    </p:embeddedFont>
    <p:embeddedFont>
      <p:font typeface="DM Sans" panose="020F0502020204030204" charset="0"/>
      <p:regular r:id="rId59"/>
      <p:bold r:id="rId60"/>
      <p:italic r:id="rId61"/>
      <p:boldItalic r:id="rId62"/>
    </p:embeddedFont>
    <p:embeddedFont>
      <p:font typeface="Lexend" panose="020B0604020202020204" charset="0"/>
      <p:regular r:id="rId63"/>
      <p:bold r:id="rId64"/>
    </p:embeddedFont>
    <p:embeddedFont>
      <p:font typeface="Lucida Sans Typewriter" panose="020B0509030504030204" pitchFamily="49" charset="0"/>
      <p:regular r:id="rId65"/>
      <p:bold r:id="rId66"/>
      <p:italic r:id="rId67"/>
      <p:boldItalic r:id="rId68"/>
    </p:embeddedFont>
    <p:embeddedFont>
      <p:font typeface="Open Sans" panose="020B0606030504020204" pitchFamily="34" charset="0"/>
      <p:regular r:id="rId69"/>
      <p:bold r:id="rId70"/>
      <p:italic r:id="rId71"/>
      <p:boldItalic r:id="rId72"/>
    </p:embeddedFont>
    <p:embeddedFont>
      <p:font typeface="Roboto" panose="02000000000000000000" pitchFamily="2" charset="0"/>
      <p:regular r:id="rId73"/>
      <p:bold r:id="rId74"/>
      <p:italic r:id="rId75"/>
      <p:boldItalic r:id="rId7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3B522B-A1E4-79B9-6065-AC66664E18AD}" name="Suzana Mannan" initials="SM" userId="S::suzana.mannan@edu.sait.ca::81e01f60-2e03-4957-b6c1-ad146a6cd75a" providerId="AD"/>
  <p188:author id="{ABCC7533-7ADA-FABA-CFD1-2F52E2DB4340}" name="Adebukola Aina" initials="AA" userId="S::adebukola.aina@edu.sait.ca::e422f78b-b41a-4004-85e3-4afbdf057ab5"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F6F8BD-E58F-3DBD-04AA-D35F0F8AE891}" v="1" dt="2025-12-15T00:41:19.448"/>
  </p1510:revLst>
</p1510:revInfo>
</file>

<file path=ppt/tableStyles.xml><?xml version="1.0" encoding="utf-8"?>
<a:tblStyleLst xmlns:a="http://schemas.openxmlformats.org/drawingml/2006/main" def="{C0444517-296A-4CAD-9ACB-541D7B4B4C43}">
  <a:tblStyle styleId="{C0444517-296A-4CAD-9ACB-541D7B4B4C4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906"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1.fntdata"/><Relationship Id="rId63" Type="http://schemas.openxmlformats.org/officeDocument/2006/relationships/font" Target="fonts/font9.fntdata"/><Relationship Id="rId68" Type="http://schemas.openxmlformats.org/officeDocument/2006/relationships/font" Target="fonts/font14.fntdata"/><Relationship Id="rId76" Type="http://schemas.openxmlformats.org/officeDocument/2006/relationships/font" Target="fonts/font22.fntdata"/><Relationship Id="rId7" Type="http://schemas.openxmlformats.org/officeDocument/2006/relationships/slide" Target="slides/slide6.xml"/><Relationship Id="rId71" Type="http://schemas.openxmlformats.org/officeDocument/2006/relationships/font" Target="fonts/font17.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4.fntdata"/><Relationship Id="rId66" Type="http://schemas.openxmlformats.org/officeDocument/2006/relationships/font" Target="fonts/font12.fntdata"/><Relationship Id="rId74" Type="http://schemas.openxmlformats.org/officeDocument/2006/relationships/font" Target="fonts/font20.fntdata"/><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font" Target="fonts/font7.fntdata"/><Relationship Id="rId82"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6.fntdata"/><Relationship Id="rId65" Type="http://schemas.openxmlformats.org/officeDocument/2006/relationships/font" Target="fonts/font11.fntdata"/><Relationship Id="rId73" Type="http://schemas.openxmlformats.org/officeDocument/2006/relationships/font" Target="fonts/font19.fntdata"/><Relationship Id="rId78" Type="http://schemas.openxmlformats.org/officeDocument/2006/relationships/viewProps" Target="viewProps.xml"/><Relationship Id="rId8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2.fntdata"/><Relationship Id="rId64" Type="http://schemas.openxmlformats.org/officeDocument/2006/relationships/font" Target="fonts/font10.fntdata"/><Relationship Id="rId69" Type="http://schemas.openxmlformats.org/officeDocument/2006/relationships/font" Target="fonts/font15.fntdata"/><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8.fntdata"/><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5.fntdata"/><Relationship Id="rId67"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openxmlformats.org/officeDocument/2006/relationships/font" Target="fonts/font8.fntdata"/><Relationship Id="rId70" Type="http://schemas.openxmlformats.org/officeDocument/2006/relationships/font" Target="fonts/font16.fntdata"/><Relationship Id="rId75" Type="http://schemas.openxmlformats.org/officeDocument/2006/relationships/font" Target="fonts/font21.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gcec4d2707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5" name="Google Shape;585;gcec4d2707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gdd0c7d16c6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0" name="Google Shape;1000;gdd0c7d16c6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g99f2f57a71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1" name="Google Shape;721;g99f2f57a71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1d81ab5e0f6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6" name="Google Shape;876;g1d81ab5e0f6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0CAAA-3FA6-13D1-299A-9ACAAD52D4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7D51A9-65EE-1F67-51BC-5BC1EE65821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3D0F952-D7BD-269C-D7E8-D2161E7DC4FA}"/>
              </a:ext>
            </a:extLst>
          </p:cNvPr>
          <p:cNvSpPr>
            <a:spLocks noGrp="1"/>
          </p:cNvSpPr>
          <p:nvPr>
            <p:ph type="body" idx="1"/>
          </p:nvPr>
        </p:nvSpPr>
        <p:spPr/>
        <p:txBody>
          <a:bodyPr/>
          <a:lstStyle/>
          <a:p>
            <a:r>
              <a:rPr lang="en-US">
                <a:solidFill>
                  <a:prstClr val="black"/>
                </a:solidFill>
              </a:rPr>
              <a:t>This step is complete when we have found and organized relevant information for the situation at hand and when we have made some initial hypotheses about the source of the problem and potential solutions.</a:t>
            </a:r>
            <a:endParaRPr lang="en-US" dirty="0">
              <a:solidFill>
                <a:prstClr val="black"/>
              </a:solidFill>
            </a:endParaRPr>
          </a:p>
          <a:p>
            <a:r>
              <a:rPr lang="en-US" b="1" dirty="0">
                <a:solidFill>
                  <a:schemeClr val="tx1"/>
                </a:solidFill>
              </a:rPr>
              <a:t>Problem Solving Stage 1 – Exploring the mess:</a:t>
            </a:r>
            <a:r>
              <a:rPr lang="en-US" dirty="0">
                <a:solidFill>
                  <a:schemeClr val="tx1"/>
                </a:solidFill>
              </a:rPr>
              <a:t> This initial step involved understanding the challenges Argos faced, such as growing competition and shifting consumer behaviors, and recognizing opportunities like expanding digital channel</a:t>
            </a:r>
          </a:p>
          <a:p>
            <a:endParaRPr lang="en-US" dirty="0"/>
          </a:p>
        </p:txBody>
      </p:sp>
      <p:sp>
        <p:nvSpPr>
          <p:cNvPr id="4" name="Slide Number Placeholder 3">
            <a:extLst>
              <a:ext uri="{FF2B5EF4-FFF2-40B4-BE49-F238E27FC236}">
                <a16:creationId xmlns:a16="http://schemas.microsoft.com/office/drawing/2014/main" id="{95E17526-53C4-F70A-4B7C-266B8F771763}"/>
              </a:ext>
            </a:extLst>
          </p:cNvPr>
          <p:cNvSpPr>
            <a:spLocks noGrp="1"/>
          </p:cNvSpPr>
          <p:nvPr>
            <p:ph type="sldNum" sz="quarter" idx="5"/>
          </p:nvPr>
        </p:nvSpPr>
        <p:spPr/>
        <p:txBody>
          <a:bodyPr/>
          <a:lstStyle/>
          <a:p>
            <a:fld id="{D7F6E855-DD32-4903-AB0F-177C36A40FE4}" type="slidenum">
              <a:rPr lang="en-US" smtClean="0"/>
              <a:t>5</a:t>
            </a:fld>
            <a:endParaRPr lang="en-US"/>
          </a:p>
        </p:txBody>
      </p:sp>
    </p:spTree>
    <p:extLst>
      <p:ext uri="{BB962C8B-B14F-4D97-AF65-F5344CB8AC3E}">
        <p14:creationId xmlns:p14="http://schemas.microsoft.com/office/powerpoint/2010/main" val="4746365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solidFill>
                  <a:prstClr val="black"/>
                </a:solidFill>
              </a:rPr>
              <a:t>This step is complete when we have found and organized relevant information for the situation at hand and when we have made some initial hypotheses about the source of the problem and potential solutions.</a:t>
            </a:r>
            <a:endParaRPr lang="en-US" dirty="0">
              <a:solidFill>
                <a:prstClr val="black"/>
              </a:solidFill>
            </a:endParaRPr>
          </a:p>
          <a:p>
            <a:r>
              <a:rPr lang="en-US" b="1" dirty="0">
                <a:solidFill>
                  <a:schemeClr val="tx1"/>
                </a:solidFill>
              </a:rPr>
              <a:t>Problem Solving Stage 2 – Searching for information:</a:t>
            </a:r>
            <a:r>
              <a:rPr lang="en-US" dirty="0">
                <a:solidFill>
                  <a:schemeClr val="tx1"/>
                </a:solidFill>
              </a:rPr>
              <a:t> In this stage, Argos identified symptoms like infrequent purchases and ineffective demographic segmentation, and considered measures such as tracking customer engagement and sales growth</a:t>
            </a:r>
          </a:p>
          <a:p>
            <a:endParaRPr lang="en-US" dirty="0"/>
          </a:p>
        </p:txBody>
      </p:sp>
      <p:sp>
        <p:nvSpPr>
          <p:cNvPr id="4" name="Slide Number Placeholder 3"/>
          <p:cNvSpPr>
            <a:spLocks noGrp="1"/>
          </p:cNvSpPr>
          <p:nvPr>
            <p:ph type="sldNum" sz="quarter" idx="5"/>
          </p:nvPr>
        </p:nvSpPr>
        <p:spPr/>
        <p:txBody>
          <a:bodyPr/>
          <a:lstStyle/>
          <a:p>
            <a:fld id="{D7F6E855-DD32-4903-AB0F-177C36A40FE4}" type="slidenum">
              <a:rPr lang="en-US" smtClean="0"/>
              <a:t>6</a:t>
            </a:fld>
            <a:endParaRPr lang="en-US"/>
          </a:p>
        </p:txBody>
      </p:sp>
    </p:spTree>
    <p:extLst>
      <p:ext uri="{BB962C8B-B14F-4D97-AF65-F5344CB8AC3E}">
        <p14:creationId xmlns:p14="http://schemas.microsoft.com/office/powerpoint/2010/main" val="3819589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solidFill>
                  <a:prstClr val="black"/>
                </a:solidFill>
              </a:rPr>
              <a:t>This step is complete when we have produced a working problem statement.</a:t>
            </a:r>
            <a:endParaRPr lang="en-US" dirty="0">
              <a:solidFill>
                <a:prstClr val="black"/>
              </a:solidFill>
            </a:endParaRPr>
          </a:p>
          <a:p>
            <a:r>
              <a:rPr lang="en-US" b="1" dirty="0">
                <a:solidFill>
                  <a:schemeClr val="tx1"/>
                </a:solidFill>
              </a:rPr>
              <a:t>Problem Solving Stage 3 – Identifying a problem:</a:t>
            </a:r>
            <a:r>
              <a:rPr lang="en-US" dirty="0">
                <a:solidFill>
                  <a:schemeClr val="tx1"/>
                </a:solidFill>
              </a:rPr>
              <a:t> The most important problem identified was Argos's struggle to </a:t>
            </a:r>
            <a:r>
              <a:rPr lang="en-US" b="1" dirty="0">
                <a:solidFill>
                  <a:schemeClr val="tx1"/>
                </a:solidFill>
              </a:rPr>
              <a:t>convert customers and increase purchase frequency</a:t>
            </a:r>
            <a:r>
              <a:rPr lang="en-US" dirty="0">
                <a:solidFill>
                  <a:schemeClr val="tx1"/>
                </a:solidFill>
              </a:rPr>
              <a:t> due to outdated shopping methods and evolving consumer expectations around convenience and technology</a:t>
            </a:r>
          </a:p>
          <a:p>
            <a:endParaRPr lang="en-US" dirty="0"/>
          </a:p>
        </p:txBody>
      </p:sp>
      <p:sp>
        <p:nvSpPr>
          <p:cNvPr id="4" name="Slide Number Placeholder 3"/>
          <p:cNvSpPr>
            <a:spLocks noGrp="1"/>
          </p:cNvSpPr>
          <p:nvPr>
            <p:ph type="sldNum" sz="quarter" idx="5"/>
          </p:nvPr>
        </p:nvSpPr>
        <p:spPr/>
        <p:txBody>
          <a:bodyPr/>
          <a:lstStyle/>
          <a:p>
            <a:fld id="{D7F6E855-DD32-4903-AB0F-177C36A40FE4}" type="slidenum">
              <a:rPr lang="en-US" smtClean="0"/>
              <a:t>7</a:t>
            </a:fld>
            <a:endParaRPr lang="en-US"/>
          </a:p>
        </p:txBody>
      </p:sp>
    </p:spTree>
    <p:extLst>
      <p:ext uri="{BB962C8B-B14F-4D97-AF65-F5344CB8AC3E}">
        <p14:creationId xmlns:p14="http://schemas.microsoft.com/office/powerpoint/2010/main" val="3540322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solidFill>
                  <a:prstClr val="black"/>
                </a:solidFill>
              </a:rPr>
              <a:t>This step is complete when we have produced a list of potential solutions and perhaps a list of advantages and disadvantages for each one.</a:t>
            </a:r>
            <a:endParaRPr lang="en-US" dirty="0">
              <a:solidFill>
                <a:prstClr val="black"/>
              </a:solidFill>
            </a:endParaRPr>
          </a:p>
          <a:p>
            <a:r>
              <a:rPr lang="en-US" b="1" dirty="0">
                <a:solidFill>
                  <a:schemeClr val="tx1"/>
                </a:solidFill>
              </a:rPr>
              <a:t>Problem Solving Stage 4 – Searching for solutions:</a:t>
            </a:r>
            <a:r>
              <a:rPr lang="en-US" dirty="0">
                <a:solidFill>
                  <a:schemeClr val="tx1"/>
                </a:solidFill>
              </a:rPr>
              <a:t> This step involved exploring decisions like </a:t>
            </a:r>
            <a:r>
              <a:rPr lang="en-US" b="1" dirty="0">
                <a:solidFill>
                  <a:schemeClr val="tx1"/>
                </a:solidFill>
              </a:rPr>
              <a:t>expanding and integrating multi-channel shopping options</a:t>
            </a:r>
            <a:r>
              <a:rPr lang="en-US" dirty="0">
                <a:solidFill>
                  <a:schemeClr val="tx1"/>
                </a:solidFill>
              </a:rPr>
              <a:t> and investing in technology innovations such as home delivery and quick-pay systems</a:t>
            </a:r>
          </a:p>
          <a:p>
            <a:endParaRPr lang="en-US" dirty="0"/>
          </a:p>
        </p:txBody>
      </p:sp>
      <p:sp>
        <p:nvSpPr>
          <p:cNvPr id="4" name="Slide Number Placeholder 3"/>
          <p:cNvSpPr>
            <a:spLocks noGrp="1"/>
          </p:cNvSpPr>
          <p:nvPr>
            <p:ph type="sldNum" sz="quarter" idx="5"/>
          </p:nvPr>
        </p:nvSpPr>
        <p:spPr/>
        <p:txBody>
          <a:bodyPr/>
          <a:lstStyle/>
          <a:p>
            <a:fld id="{D7F6E855-DD32-4903-AB0F-177C36A40FE4}" type="slidenum">
              <a:rPr lang="en-US" smtClean="0"/>
              <a:t>8</a:t>
            </a:fld>
            <a:endParaRPr lang="en-US"/>
          </a:p>
        </p:txBody>
      </p:sp>
    </p:spTree>
    <p:extLst>
      <p:ext uri="{BB962C8B-B14F-4D97-AF65-F5344CB8AC3E}">
        <p14:creationId xmlns:p14="http://schemas.microsoft.com/office/powerpoint/2010/main" val="19129504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solidFill>
                  <a:prstClr val="black"/>
                </a:solidFill>
              </a:rPr>
              <a:t>This step is complete when we have produced a recommended course of action, along with justification that supports it.</a:t>
            </a:r>
            <a:endParaRPr lang="en-US" dirty="0">
              <a:solidFill>
                <a:prstClr val="black"/>
              </a:solidFill>
            </a:endParaRPr>
          </a:p>
          <a:p>
            <a:pPr>
              <a:buNone/>
            </a:pPr>
            <a:r>
              <a:rPr lang="en-US" b="1" dirty="0">
                <a:solidFill>
                  <a:schemeClr val="tx1"/>
                </a:solidFill>
              </a:rPr>
              <a:t>Problem Solving stage 5 – Evaluating solutions:</a:t>
            </a:r>
            <a:r>
              <a:rPr lang="en-US" dirty="0">
                <a:solidFill>
                  <a:schemeClr val="tx1"/>
                </a:solidFill>
              </a:rPr>
              <a:t> Solutions were evaluated based on their impact on criteria such as sales growth, customer satisfaction, and competitive advantage, with technological innovations enhancing convenience and boosting satisfaction</a:t>
            </a:r>
          </a:p>
          <a:p>
            <a:pPr marL="158750" indent="0">
              <a:buNone/>
            </a:pPr>
            <a:endParaRPr lang="en-US" dirty="0"/>
          </a:p>
        </p:txBody>
      </p:sp>
      <p:sp>
        <p:nvSpPr>
          <p:cNvPr id="4" name="Slide Number Placeholder 3"/>
          <p:cNvSpPr>
            <a:spLocks noGrp="1"/>
          </p:cNvSpPr>
          <p:nvPr>
            <p:ph type="sldNum" sz="quarter" idx="5"/>
          </p:nvPr>
        </p:nvSpPr>
        <p:spPr/>
        <p:txBody>
          <a:bodyPr/>
          <a:lstStyle/>
          <a:p>
            <a:fld id="{D7F6E855-DD32-4903-AB0F-177C36A40FE4}" type="slidenum">
              <a:rPr lang="en-US" smtClean="0"/>
              <a:t>9</a:t>
            </a:fld>
            <a:endParaRPr lang="en-US"/>
          </a:p>
        </p:txBody>
      </p:sp>
    </p:spTree>
    <p:extLst>
      <p:ext uri="{BB962C8B-B14F-4D97-AF65-F5344CB8AC3E}">
        <p14:creationId xmlns:p14="http://schemas.microsoft.com/office/powerpoint/2010/main" val="36533976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solidFill>
                  <a:prstClr val="black"/>
                </a:solidFill>
              </a:rPr>
              <a:t>This step is complete when we have produced an implementation plan and executed enough of it to begin evaluating how well it is succeeding.</a:t>
            </a:r>
            <a:endParaRPr lang="en-US" dirty="0">
              <a:solidFill>
                <a:prstClr val="black"/>
              </a:solidFill>
            </a:endParaRPr>
          </a:p>
          <a:p>
            <a:r>
              <a:rPr lang="en-US" b="1">
                <a:solidFill>
                  <a:schemeClr val="tx1"/>
                </a:solidFill>
              </a:rPr>
              <a:t>Problem Solving Stage 6 – </a:t>
            </a:r>
            <a:r>
              <a:rPr lang="en-US" dirty="0">
                <a:solidFill>
                  <a:schemeClr val="tx1"/>
                </a:solidFill>
              </a:rPr>
              <a:t>Implementing a solution: Key barriers to successful implementation included resistance to changing from traditional segmentation to behavior-based methods, technology adoption challenges, and customer adaptation issues</a:t>
            </a:r>
          </a:p>
          <a:p>
            <a:endParaRPr lang="en-US" dirty="0"/>
          </a:p>
        </p:txBody>
      </p:sp>
      <p:sp>
        <p:nvSpPr>
          <p:cNvPr id="4" name="Slide Number Placeholder 3"/>
          <p:cNvSpPr>
            <a:spLocks noGrp="1"/>
          </p:cNvSpPr>
          <p:nvPr>
            <p:ph type="sldNum" sz="quarter" idx="5"/>
          </p:nvPr>
        </p:nvSpPr>
        <p:spPr/>
        <p:txBody>
          <a:bodyPr/>
          <a:lstStyle/>
          <a:p>
            <a:fld id="{D7F6E855-DD32-4903-AB0F-177C36A40FE4}" type="slidenum">
              <a:rPr lang="en-US" smtClean="0"/>
              <a:t>10</a:t>
            </a:fld>
            <a:endParaRPr lang="en-US"/>
          </a:p>
        </p:txBody>
      </p:sp>
    </p:spTree>
    <p:extLst>
      <p:ext uri="{BB962C8B-B14F-4D97-AF65-F5344CB8AC3E}">
        <p14:creationId xmlns:p14="http://schemas.microsoft.com/office/powerpoint/2010/main" val="41112380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a:extLst>
            <a:ext uri="{FF2B5EF4-FFF2-40B4-BE49-F238E27FC236}">
              <a16:creationId xmlns:a16="http://schemas.microsoft.com/office/drawing/2014/main" id="{8F26F371-A959-2987-7148-6886D3290A55}"/>
            </a:ext>
          </a:extLst>
        </p:cNvPr>
        <p:cNvGrpSpPr/>
        <p:nvPr/>
      </p:nvGrpSpPr>
      <p:grpSpPr>
        <a:xfrm>
          <a:off x="0" y="0"/>
          <a:ext cx="0" cy="0"/>
          <a:chOff x="0" y="0"/>
          <a:chExt cx="0" cy="0"/>
        </a:xfrm>
      </p:grpSpPr>
      <p:sp>
        <p:nvSpPr>
          <p:cNvPr id="999" name="Google Shape;999;gdd0c7d16c6_0_14:notes">
            <a:extLst>
              <a:ext uri="{FF2B5EF4-FFF2-40B4-BE49-F238E27FC236}">
                <a16:creationId xmlns:a16="http://schemas.microsoft.com/office/drawing/2014/main" id="{CF61B6CB-F6A7-634D-A67A-198BDF312F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0" name="Google Shape;1000;gdd0c7d16c6_0_14:notes">
            <a:extLst>
              <a:ext uri="{FF2B5EF4-FFF2-40B4-BE49-F238E27FC236}">
                <a16:creationId xmlns:a16="http://schemas.microsoft.com/office/drawing/2014/main" id="{A9FBC69C-BBE1-742D-FD9E-E8B34DE879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15699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a:extLst>
            <a:ext uri="{FF2B5EF4-FFF2-40B4-BE49-F238E27FC236}">
              <a16:creationId xmlns:a16="http://schemas.microsoft.com/office/drawing/2014/main" id="{5AD9C5ED-1D08-38C8-6BB1-21B002EF3045}"/>
            </a:ext>
          </a:extLst>
        </p:cNvPr>
        <p:cNvGrpSpPr/>
        <p:nvPr/>
      </p:nvGrpSpPr>
      <p:grpSpPr>
        <a:xfrm>
          <a:off x="0" y="0"/>
          <a:ext cx="0" cy="0"/>
          <a:chOff x="0" y="0"/>
          <a:chExt cx="0" cy="0"/>
        </a:xfrm>
      </p:grpSpPr>
      <p:sp>
        <p:nvSpPr>
          <p:cNvPr id="999" name="Google Shape;999;gdd0c7d16c6_0_14:notes">
            <a:extLst>
              <a:ext uri="{FF2B5EF4-FFF2-40B4-BE49-F238E27FC236}">
                <a16:creationId xmlns:a16="http://schemas.microsoft.com/office/drawing/2014/main" id="{72FB68C5-618A-688D-B15E-96B60915F0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0" name="Google Shape;1000;gdd0c7d16c6_0_14:notes">
            <a:extLst>
              <a:ext uri="{FF2B5EF4-FFF2-40B4-BE49-F238E27FC236}">
                <a16:creationId xmlns:a16="http://schemas.microsoft.com/office/drawing/2014/main" id="{1227DE41-21C4-840C-C4C7-30CBACF14A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31001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g1d81ab5e0f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7" name="Google Shape;977;g1d81ab5e0f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a:extLst>
            <a:ext uri="{FF2B5EF4-FFF2-40B4-BE49-F238E27FC236}">
              <a16:creationId xmlns:a16="http://schemas.microsoft.com/office/drawing/2014/main" id="{03BE291B-E9FF-4F16-32BB-69BDD8015221}"/>
            </a:ext>
          </a:extLst>
        </p:cNvPr>
        <p:cNvGrpSpPr/>
        <p:nvPr/>
      </p:nvGrpSpPr>
      <p:grpSpPr>
        <a:xfrm>
          <a:off x="0" y="0"/>
          <a:ext cx="0" cy="0"/>
          <a:chOff x="0" y="0"/>
          <a:chExt cx="0" cy="0"/>
        </a:xfrm>
      </p:grpSpPr>
      <p:sp>
        <p:nvSpPr>
          <p:cNvPr id="999" name="Google Shape;999;gdd0c7d16c6_0_14:notes">
            <a:extLst>
              <a:ext uri="{FF2B5EF4-FFF2-40B4-BE49-F238E27FC236}">
                <a16:creationId xmlns:a16="http://schemas.microsoft.com/office/drawing/2014/main" id="{31895801-0B74-793F-D66C-21E4AB1810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0" name="Google Shape;1000;gdd0c7d16c6_0_14:notes">
            <a:extLst>
              <a:ext uri="{FF2B5EF4-FFF2-40B4-BE49-F238E27FC236}">
                <a16:creationId xmlns:a16="http://schemas.microsoft.com/office/drawing/2014/main" id="{F6B01CE3-CC0F-A997-46EB-2D25567EBA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036768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a:extLst>
            <a:ext uri="{FF2B5EF4-FFF2-40B4-BE49-F238E27FC236}">
              <a16:creationId xmlns:a16="http://schemas.microsoft.com/office/drawing/2014/main" id="{75F5CD55-6229-F8CA-A188-480B93BA639B}"/>
            </a:ext>
          </a:extLst>
        </p:cNvPr>
        <p:cNvGrpSpPr/>
        <p:nvPr/>
      </p:nvGrpSpPr>
      <p:grpSpPr>
        <a:xfrm>
          <a:off x="0" y="0"/>
          <a:ext cx="0" cy="0"/>
          <a:chOff x="0" y="0"/>
          <a:chExt cx="0" cy="0"/>
        </a:xfrm>
      </p:grpSpPr>
      <p:sp>
        <p:nvSpPr>
          <p:cNvPr id="584" name="Google Shape;584;gcec4d27072_0_0:notes">
            <a:extLst>
              <a:ext uri="{FF2B5EF4-FFF2-40B4-BE49-F238E27FC236}">
                <a16:creationId xmlns:a16="http://schemas.microsoft.com/office/drawing/2014/main" id="{2503A4DD-A62E-2F8F-E6B9-5691361BAD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5" name="Google Shape;585;gcec4d27072_0_0:notes">
            <a:extLst>
              <a:ext uri="{FF2B5EF4-FFF2-40B4-BE49-F238E27FC236}">
                <a16:creationId xmlns:a16="http://schemas.microsoft.com/office/drawing/2014/main" id="{A1297D84-4820-936B-4F2C-5AA7C18E45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78893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a:extLst>
            <a:ext uri="{FF2B5EF4-FFF2-40B4-BE49-F238E27FC236}">
              <a16:creationId xmlns:a16="http://schemas.microsoft.com/office/drawing/2014/main" id="{86072DD7-B790-7D5F-AF0F-4EC502528CFD}"/>
            </a:ext>
          </a:extLst>
        </p:cNvPr>
        <p:cNvGrpSpPr/>
        <p:nvPr/>
      </p:nvGrpSpPr>
      <p:grpSpPr>
        <a:xfrm>
          <a:off x="0" y="0"/>
          <a:ext cx="0" cy="0"/>
          <a:chOff x="0" y="0"/>
          <a:chExt cx="0" cy="0"/>
        </a:xfrm>
      </p:grpSpPr>
      <p:sp>
        <p:nvSpPr>
          <p:cNvPr id="999" name="Google Shape;999;gdd0c7d16c6_0_14:notes">
            <a:extLst>
              <a:ext uri="{FF2B5EF4-FFF2-40B4-BE49-F238E27FC236}">
                <a16:creationId xmlns:a16="http://schemas.microsoft.com/office/drawing/2014/main" id="{97991C67-12CC-4F5B-6C22-025F984784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0" name="Google Shape;1000;gdd0c7d16c6_0_14:notes">
            <a:extLst>
              <a:ext uri="{FF2B5EF4-FFF2-40B4-BE49-F238E27FC236}">
                <a16:creationId xmlns:a16="http://schemas.microsoft.com/office/drawing/2014/main" id="{E1725B44-5959-C74C-B1C4-260023672D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958091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a:extLst>
            <a:ext uri="{FF2B5EF4-FFF2-40B4-BE49-F238E27FC236}">
              <a16:creationId xmlns:a16="http://schemas.microsoft.com/office/drawing/2014/main" id="{3464A672-A3CE-FF40-40C2-1F9D9B8ADC8F}"/>
            </a:ext>
          </a:extLst>
        </p:cNvPr>
        <p:cNvGrpSpPr/>
        <p:nvPr/>
      </p:nvGrpSpPr>
      <p:grpSpPr>
        <a:xfrm>
          <a:off x="0" y="0"/>
          <a:ext cx="0" cy="0"/>
          <a:chOff x="0" y="0"/>
          <a:chExt cx="0" cy="0"/>
        </a:xfrm>
      </p:grpSpPr>
      <p:sp>
        <p:nvSpPr>
          <p:cNvPr id="720" name="Google Shape;720;g99f2f57a71_0_184:notes">
            <a:extLst>
              <a:ext uri="{FF2B5EF4-FFF2-40B4-BE49-F238E27FC236}">
                <a16:creationId xmlns:a16="http://schemas.microsoft.com/office/drawing/2014/main" id="{FD66BFB0-BC10-424D-CAE0-CE0F05F44B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1" name="Google Shape;721;g99f2f57a71_0_184:notes">
            <a:extLst>
              <a:ext uri="{FF2B5EF4-FFF2-40B4-BE49-F238E27FC236}">
                <a16:creationId xmlns:a16="http://schemas.microsoft.com/office/drawing/2014/main" id="{B7EC3E42-F05C-6815-BAAB-AF7B8BEE18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164931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a:extLst>
            <a:ext uri="{FF2B5EF4-FFF2-40B4-BE49-F238E27FC236}">
              <a16:creationId xmlns:a16="http://schemas.microsoft.com/office/drawing/2014/main" id="{703C87E4-1C23-A961-D776-DCCD495986D6}"/>
            </a:ext>
          </a:extLst>
        </p:cNvPr>
        <p:cNvGrpSpPr/>
        <p:nvPr/>
      </p:nvGrpSpPr>
      <p:grpSpPr>
        <a:xfrm>
          <a:off x="0" y="0"/>
          <a:ext cx="0" cy="0"/>
          <a:chOff x="0" y="0"/>
          <a:chExt cx="0" cy="0"/>
        </a:xfrm>
      </p:grpSpPr>
      <p:sp>
        <p:nvSpPr>
          <p:cNvPr id="976" name="Google Shape;976;g1d81ab5e0f6_0_0:notes">
            <a:extLst>
              <a:ext uri="{FF2B5EF4-FFF2-40B4-BE49-F238E27FC236}">
                <a16:creationId xmlns:a16="http://schemas.microsoft.com/office/drawing/2014/main" id="{91249589-3511-A444-165F-B68C707F937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7" name="Google Shape;977;g1d81ab5e0f6_0_0:notes">
            <a:extLst>
              <a:ext uri="{FF2B5EF4-FFF2-40B4-BE49-F238E27FC236}">
                <a16:creationId xmlns:a16="http://schemas.microsoft.com/office/drawing/2014/main" id="{EF925097-BD7A-642F-4C5A-49191721031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77707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a:extLst>
            <a:ext uri="{FF2B5EF4-FFF2-40B4-BE49-F238E27FC236}">
              <a16:creationId xmlns:a16="http://schemas.microsoft.com/office/drawing/2014/main" id="{C05341AE-6AB5-294B-1BDE-71F1399DAFA4}"/>
            </a:ext>
          </a:extLst>
        </p:cNvPr>
        <p:cNvGrpSpPr/>
        <p:nvPr/>
      </p:nvGrpSpPr>
      <p:grpSpPr>
        <a:xfrm>
          <a:off x="0" y="0"/>
          <a:ext cx="0" cy="0"/>
          <a:chOff x="0" y="0"/>
          <a:chExt cx="0" cy="0"/>
        </a:xfrm>
      </p:grpSpPr>
      <p:sp>
        <p:nvSpPr>
          <p:cNvPr id="976" name="Google Shape;976;g1d81ab5e0f6_0_0:notes">
            <a:extLst>
              <a:ext uri="{FF2B5EF4-FFF2-40B4-BE49-F238E27FC236}">
                <a16:creationId xmlns:a16="http://schemas.microsoft.com/office/drawing/2014/main" id="{7CD51CFB-301A-4635-0B4A-BE14966C67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7" name="Google Shape;977;g1d81ab5e0f6_0_0:notes">
            <a:extLst>
              <a:ext uri="{FF2B5EF4-FFF2-40B4-BE49-F238E27FC236}">
                <a16:creationId xmlns:a16="http://schemas.microsoft.com/office/drawing/2014/main" id="{836BCCDC-FA24-C3A0-9033-DA10715647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37294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a:extLst>
            <a:ext uri="{FF2B5EF4-FFF2-40B4-BE49-F238E27FC236}">
              <a16:creationId xmlns:a16="http://schemas.microsoft.com/office/drawing/2014/main" id="{CBD7CB13-BC46-46EE-E99B-DF81BFF37296}"/>
            </a:ext>
          </a:extLst>
        </p:cNvPr>
        <p:cNvGrpSpPr/>
        <p:nvPr/>
      </p:nvGrpSpPr>
      <p:grpSpPr>
        <a:xfrm>
          <a:off x="0" y="0"/>
          <a:ext cx="0" cy="0"/>
          <a:chOff x="0" y="0"/>
          <a:chExt cx="0" cy="0"/>
        </a:xfrm>
      </p:grpSpPr>
      <p:sp>
        <p:nvSpPr>
          <p:cNvPr id="999" name="Google Shape;999;gdd0c7d16c6_0_14:notes">
            <a:extLst>
              <a:ext uri="{FF2B5EF4-FFF2-40B4-BE49-F238E27FC236}">
                <a16:creationId xmlns:a16="http://schemas.microsoft.com/office/drawing/2014/main" id="{E5876DDD-0B94-4806-E02C-5C8741B464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0" name="Google Shape;1000;gdd0c7d16c6_0_14:notes">
            <a:extLst>
              <a:ext uri="{FF2B5EF4-FFF2-40B4-BE49-F238E27FC236}">
                <a16:creationId xmlns:a16="http://schemas.microsoft.com/office/drawing/2014/main" id="{DE2C1722-5F72-BE97-0A39-7AC00F6EDB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55636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a:extLst>
            <a:ext uri="{FF2B5EF4-FFF2-40B4-BE49-F238E27FC236}">
              <a16:creationId xmlns:a16="http://schemas.microsoft.com/office/drawing/2014/main" id="{1ABA5900-3687-DB1F-A721-0E4B59C81FC3}"/>
            </a:ext>
          </a:extLst>
        </p:cNvPr>
        <p:cNvGrpSpPr/>
        <p:nvPr/>
      </p:nvGrpSpPr>
      <p:grpSpPr>
        <a:xfrm>
          <a:off x="0" y="0"/>
          <a:ext cx="0" cy="0"/>
          <a:chOff x="0" y="0"/>
          <a:chExt cx="0" cy="0"/>
        </a:xfrm>
      </p:grpSpPr>
      <p:sp>
        <p:nvSpPr>
          <p:cNvPr id="999" name="Google Shape;999;gdd0c7d16c6_0_14:notes">
            <a:extLst>
              <a:ext uri="{FF2B5EF4-FFF2-40B4-BE49-F238E27FC236}">
                <a16:creationId xmlns:a16="http://schemas.microsoft.com/office/drawing/2014/main" id="{6EF7E83E-50BE-BE30-630E-E00973C786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0" name="Google Shape;1000;gdd0c7d16c6_0_14:notes">
            <a:extLst>
              <a:ext uri="{FF2B5EF4-FFF2-40B4-BE49-F238E27FC236}">
                <a16:creationId xmlns:a16="http://schemas.microsoft.com/office/drawing/2014/main" id="{B7ADD922-629B-C70F-DC7E-2743D03502F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380078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a:extLst>
            <a:ext uri="{FF2B5EF4-FFF2-40B4-BE49-F238E27FC236}">
              <a16:creationId xmlns:a16="http://schemas.microsoft.com/office/drawing/2014/main" id="{7754A539-EB66-6D61-F3A6-D6369470203E}"/>
            </a:ext>
          </a:extLst>
        </p:cNvPr>
        <p:cNvGrpSpPr/>
        <p:nvPr/>
      </p:nvGrpSpPr>
      <p:grpSpPr>
        <a:xfrm>
          <a:off x="0" y="0"/>
          <a:ext cx="0" cy="0"/>
          <a:chOff x="0" y="0"/>
          <a:chExt cx="0" cy="0"/>
        </a:xfrm>
      </p:grpSpPr>
      <p:sp>
        <p:nvSpPr>
          <p:cNvPr id="999" name="Google Shape;999;gdd0c7d16c6_0_14:notes">
            <a:extLst>
              <a:ext uri="{FF2B5EF4-FFF2-40B4-BE49-F238E27FC236}">
                <a16:creationId xmlns:a16="http://schemas.microsoft.com/office/drawing/2014/main" id="{2019150B-ED59-4CEA-6679-73E0CF533C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0" name="Google Shape;1000;gdd0c7d16c6_0_14:notes">
            <a:extLst>
              <a:ext uri="{FF2B5EF4-FFF2-40B4-BE49-F238E27FC236}">
                <a16:creationId xmlns:a16="http://schemas.microsoft.com/office/drawing/2014/main" id="{936D87F9-84A0-286A-A423-03E661044D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176338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a:extLst>
            <a:ext uri="{FF2B5EF4-FFF2-40B4-BE49-F238E27FC236}">
              <a16:creationId xmlns:a16="http://schemas.microsoft.com/office/drawing/2014/main" id="{102228CB-07DD-C965-FE20-45C2399C4710}"/>
            </a:ext>
          </a:extLst>
        </p:cNvPr>
        <p:cNvGrpSpPr/>
        <p:nvPr/>
      </p:nvGrpSpPr>
      <p:grpSpPr>
        <a:xfrm>
          <a:off x="0" y="0"/>
          <a:ext cx="0" cy="0"/>
          <a:chOff x="0" y="0"/>
          <a:chExt cx="0" cy="0"/>
        </a:xfrm>
      </p:grpSpPr>
      <p:sp>
        <p:nvSpPr>
          <p:cNvPr id="720" name="Google Shape;720;g99f2f57a71_0_184:notes">
            <a:extLst>
              <a:ext uri="{FF2B5EF4-FFF2-40B4-BE49-F238E27FC236}">
                <a16:creationId xmlns:a16="http://schemas.microsoft.com/office/drawing/2014/main" id="{9A4DED94-F6C0-DC8F-DD46-2C1F0BC91D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1" name="Google Shape;721;g99f2f57a71_0_184:notes">
            <a:extLst>
              <a:ext uri="{FF2B5EF4-FFF2-40B4-BE49-F238E27FC236}">
                <a16:creationId xmlns:a16="http://schemas.microsoft.com/office/drawing/2014/main" id="{04DEA867-9623-A5CA-96AB-F4313C6A85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37444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a:extLst>
            <a:ext uri="{FF2B5EF4-FFF2-40B4-BE49-F238E27FC236}">
              <a16:creationId xmlns:a16="http://schemas.microsoft.com/office/drawing/2014/main" id="{0513C58D-B7C2-64D1-87CD-09F064688320}"/>
            </a:ext>
          </a:extLst>
        </p:cNvPr>
        <p:cNvGrpSpPr/>
        <p:nvPr/>
      </p:nvGrpSpPr>
      <p:grpSpPr>
        <a:xfrm>
          <a:off x="0" y="0"/>
          <a:ext cx="0" cy="0"/>
          <a:chOff x="0" y="0"/>
          <a:chExt cx="0" cy="0"/>
        </a:xfrm>
      </p:grpSpPr>
      <p:sp>
        <p:nvSpPr>
          <p:cNvPr id="999" name="Google Shape;999;gdd0c7d16c6_0_14:notes">
            <a:extLst>
              <a:ext uri="{FF2B5EF4-FFF2-40B4-BE49-F238E27FC236}">
                <a16:creationId xmlns:a16="http://schemas.microsoft.com/office/drawing/2014/main" id="{497E9237-2FBA-47E7-0BC4-E393BA4F92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0" name="Google Shape;1000;gdd0c7d16c6_0_14:notes">
            <a:extLst>
              <a:ext uri="{FF2B5EF4-FFF2-40B4-BE49-F238E27FC236}">
                <a16:creationId xmlns:a16="http://schemas.microsoft.com/office/drawing/2014/main" id="{5E2F1E34-B1E3-584D-F4E4-5126F65D54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831151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a:extLst>
            <a:ext uri="{FF2B5EF4-FFF2-40B4-BE49-F238E27FC236}">
              <a16:creationId xmlns:a16="http://schemas.microsoft.com/office/drawing/2014/main" id="{7626FC00-FB73-F632-AEB3-DE70101993D3}"/>
            </a:ext>
          </a:extLst>
        </p:cNvPr>
        <p:cNvGrpSpPr/>
        <p:nvPr/>
      </p:nvGrpSpPr>
      <p:grpSpPr>
        <a:xfrm>
          <a:off x="0" y="0"/>
          <a:ext cx="0" cy="0"/>
          <a:chOff x="0" y="0"/>
          <a:chExt cx="0" cy="0"/>
        </a:xfrm>
      </p:grpSpPr>
      <p:sp>
        <p:nvSpPr>
          <p:cNvPr id="584" name="Google Shape;584;gcec4d27072_0_0:notes">
            <a:extLst>
              <a:ext uri="{FF2B5EF4-FFF2-40B4-BE49-F238E27FC236}">
                <a16:creationId xmlns:a16="http://schemas.microsoft.com/office/drawing/2014/main" id="{EF097FD8-BC6B-2CBA-E310-AE8FB78E8E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5" name="Google Shape;585;gcec4d27072_0_0:notes">
            <a:extLst>
              <a:ext uri="{FF2B5EF4-FFF2-40B4-BE49-F238E27FC236}">
                <a16:creationId xmlns:a16="http://schemas.microsoft.com/office/drawing/2014/main" id="{A57EDC71-1916-2418-D17F-11E0D24B4F8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9105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a:extLst>
            <a:ext uri="{FF2B5EF4-FFF2-40B4-BE49-F238E27FC236}">
              <a16:creationId xmlns:a16="http://schemas.microsoft.com/office/drawing/2014/main" id="{6AFA3B8E-E2F0-A321-0375-12A604DE1160}"/>
            </a:ext>
          </a:extLst>
        </p:cNvPr>
        <p:cNvGrpSpPr/>
        <p:nvPr/>
      </p:nvGrpSpPr>
      <p:grpSpPr>
        <a:xfrm>
          <a:off x="0" y="0"/>
          <a:ext cx="0" cy="0"/>
          <a:chOff x="0" y="0"/>
          <a:chExt cx="0" cy="0"/>
        </a:xfrm>
      </p:grpSpPr>
      <p:sp>
        <p:nvSpPr>
          <p:cNvPr id="999" name="Google Shape;999;gdd0c7d16c6_0_14:notes">
            <a:extLst>
              <a:ext uri="{FF2B5EF4-FFF2-40B4-BE49-F238E27FC236}">
                <a16:creationId xmlns:a16="http://schemas.microsoft.com/office/drawing/2014/main" id="{609DA4EE-B052-33F4-C0D5-3A195DE02B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0" name="Google Shape;1000;gdd0c7d16c6_0_14:notes">
            <a:extLst>
              <a:ext uri="{FF2B5EF4-FFF2-40B4-BE49-F238E27FC236}">
                <a16:creationId xmlns:a16="http://schemas.microsoft.com/office/drawing/2014/main" id="{1C8374FF-7F3A-8DCF-31AE-149B294412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050490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a:extLst>
            <a:ext uri="{FF2B5EF4-FFF2-40B4-BE49-F238E27FC236}">
              <a16:creationId xmlns:a16="http://schemas.microsoft.com/office/drawing/2014/main" id="{F050FF4A-AA19-6CF1-74DE-596911723D23}"/>
            </a:ext>
          </a:extLst>
        </p:cNvPr>
        <p:cNvGrpSpPr/>
        <p:nvPr/>
      </p:nvGrpSpPr>
      <p:grpSpPr>
        <a:xfrm>
          <a:off x="0" y="0"/>
          <a:ext cx="0" cy="0"/>
          <a:chOff x="0" y="0"/>
          <a:chExt cx="0" cy="0"/>
        </a:xfrm>
      </p:grpSpPr>
      <p:sp>
        <p:nvSpPr>
          <p:cNvPr id="720" name="Google Shape;720;g99f2f57a71_0_184:notes">
            <a:extLst>
              <a:ext uri="{FF2B5EF4-FFF2-40B4-BE49-F238E27FC236}">
                <a16:creationId xmlns:a16="http://schemas.microsoft.com/office/drawing/2014/main" id="{35F1DE86-F239-4FF0-DADB-DDED840F84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1" name="Google Shape;721;g99f2f57a71_0_184:notes">
            <a:extLst>
              <a:ext uri="{FF2B5EF4-FFF2-40B4-BE49-F238E27FC236}">
                <a16:creationId xmlns:a16="http://schemas.microsoft.com/office/drawing/2014/main" id="{92F1DE16-38F8-1994-8B09-FEAE53C4DC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727797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a:extLst>
            <a:ext uri="{FF2B5EF4-FFF2-40B4-BE49-F238E27FC236}">
              <a16:creationId xmlns:a16="http://schemas.microsoft.com/office/drawing/2014/main" id="{6D1A78CA-BC6D-1CA0-9F02-FBAC7968CFAC}"/>
            </a:ext>
          </a:extLst>
        </p:cNvPr>
        <p:cNvGrpSpPr/>
        <p:nvPr/>
      </p:nvGrpSpPr>
      <p:grpSpPr>
        <a:xfrm>
          <a:off x="0" y="0"/>
          <a:ext cx="0" cy="0"/>
          <a:chOff x="0" y="0"/>
          <a:chExt cx="0" cy="0"/>
        </a:xfrm>
      </p:grpSpPr>
      <p:sp>
        <p:nvSpPr>
          <p:cNvPr id="976" name="Google Shape;976;g1d81ab5e0f6_0_0:notes">
            <a:extLst>
              <a:ext uri="{FF2B5EF4-FFF2-40B4-BE49-F238E27FC236}">
                <a16:creationId xmlns:a16="http://schemas.microsoft.com/office/drawing/2014/main" id="{FBDA6C48-3FA0-D6E0-0202-A548E86B00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7" name="Google Shape;977;g1d81ab5e0f6_0_0:notes">
            <a:extLst>
              <a:ext uri="{FF2B5EF4-FFF2-40B4-BE49-F238E27FC236}">
                <a16:creationId xmlns:a16="http://schemas.microsoft.com/office/drawing/2014/main" id="{40658548-F1A1-146B-3399-232BB604C3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231110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a:extLst>
            <a:ext uri="{FF2B5EF4-FFF2-40B4-BE49-F238E27FC236}">
              <a16:creationId xmlns:a16="http://schemas.microsoft.com/office/drawing/2014/main" id="{E302C880-3F98-3794-C9EA-E5E3E598E6B9}"/>
            </a:ext>
          </a:extLst>
        </p:cNvPr>
        <p:cNvGrpSpPr/>
        <p:nvPr/>
      </p:nvGrpSpPr>
      <p:grpSpPr>
        <a:xfrm>
          <a:off x="0" y="0"/>
          <a:ext cx="0" cy="0"/>
          <a:chOff x="0" y="0"/>
          <a:chExt cx="0" cy="0"/>
        </a:xfrm>
      </p:grpSpPr>
      <p:sp>
        <p:nvSpPr>
          <p:cNvPr id="999" name="Google Shape;999;gdd0c7d16c6_0_14:notes">
            <a:extLst>
              <a:ext uri="{FF2B5EF4-FFF2-40B4-BE49-F238E27FC236}">
                <a16:creationId xmlns:a16="http://schemas.microsoft.com/office/drawing/2014/main" id="{33DC46E2-D12A-1288-6790-C264EFB5FA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0" name="Google Shape;1000;gdd0c7d16c6_0_14:notes">
            <a:extLst>
              <a:ext uri="{FF2B5EF4-FFF2-40B4-BE49-F238E27FC236}">
                <a16:creationId xmlns:a16="http://schemas.microsoft.com/office/drawing/2014/main" id="{561EE035-57E3-7C72-4D5D-A3B1B50905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626273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a:extLst>
            <a:ext uri="{FF2B5EF4-FFF2-40B4-BE49-F238E27FC236}">
              <a16:creationId xmlns:a16="http://schemas.microsoft.com/office/drawing/2014/main" id="{405D2CE4-3D05-96E3-0871-8913439ECA1A}"/>
            </a:ext>
          </a:extLst>
        </p:cNvPr>
        <p:cNvGrpSpPr/>
        <p:nvPr/>
      </p:nvGrpSpPr>
      <p:grpSpPr>
        <a:xfrm>
          <a:off x="0" y="0"/>
          <a:ext cx="0" cy="0"/>
          <a:chOff x="0" y="0"/>
          <a:chExt cx="0" cy="0"/>
        </a:xfrm>
      </p:grpSpPr>
      <p:sp>
        <p:nvSpPr>
          <p:cNvPr id="999" name="Google Shape;999;gdd0c7d16c6_0_14:notes">
            <a:extLst>
              <a:ext uri="{FF2B5EF4-FFF2-40B4-BE49-F238E27FC236}">
                <a16:creationId xmlns:a16="http://schemas.microsoft.com/office/drawing/2014/main" id="{615E0430-2122-5368-B967-AA643044B4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0" name="Google Shape;1000;gdd0c7d16c6_0_14:notes">
            <a:extLst>
              <a:ext uri="{FF2B5EF4-FFF2-40B4-BE49-F238E27FC236}">
                <a16:creationId xmlns:a16="http://schemas.microsoft.com/office/drawing/2014/main" id="{F546F7B0-BBC4-A31F-1A54-53092EC567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386635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a:extLst>
            <a:ext uri="{FF2B5EF4-FFF2-40B4-BE49-F238E27FC236}">
              <a16:creationId xmlns:a16="http://schemas.microsoft.com/office/drawing/2014/main" id="{8700E236-5CDD-BA0D-274C-0E12D929AF53}"/>
            </a:ext>
          </a:extLst>
        </p:cNvPr>
        <p:cNvGrpSpPr/>
        <p:nvPr/>
      </p:nvGrpSpPr>
      <p:grpSpPr>
        <a:xfrm>
          <a:off x="0" y="0"/>
          <a:ext cx="0" cy="0"/>
          <a:chOff x="0" y="0"/>
          <a:chExt cx="0" cy="0"/>
        </a:xfrm>
      </p:grpSpPr>
      <p:sp>
        <p:nvSpPr>
          <p:cNvPr id="999" name="Google Shape;999;gdd0c7d16c6_0_14:notes">
            <a:extLst>
              <a:ext uri="{FF2B5EF4-FFF2-40B4-BE49-F238E27FC236}">
                <a16:creationId xmlns:a16="http://schemas.microsoft.com/office/drawing/2014/main" id="{997525C3-D43E-E687-8CA1-DE5923D8F8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0" name="Google Shape;1000;gdd0c7d16c6_0_14:notes">
            <a:extLst>
              <a:ext uri="{FF2B5EF4-FFF2-40B4-BE49-F238E27FC236}">
                <a16:creationId xmlns:a16="http://schemas.microsoft.com/office/drawing/2014/main" id="{0FFBEE64-6622-8019-B6C4-57F8916861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576362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a:extLst>
            <a:ext uri="{FF2B5EF4-FFF2-40B4-BE49-F238E27FC236}">
              <a16:creationId xmlns:a16="http://schemas.microsoft.com/office/drawing/2014/main" id="{6614B348-7EED-55F1-7397-91F906F53281}"/>
            </a:ext>
          </a:extLst>
        </p:cNvPr>
        <p:cNvGrpSpPr/>
        <p:nvPr/>
      </p:nvGrpSpPr>
      <p:grpSpPr>
        <a:xfrm>
          <a:off x="0" y="0"/>
          <a:ext cx="0" cy="0"/>
          <a:chOff x="0" y="0"/>
          <a:chExt cx="0" cy="0"/>
        </a:xfrm>
      </p:grpSpPr>
      <p:sp>
        <p:nvSpPr>
          <p:cNvPr id="720" name="Google Shape;720;g99f2f57a71_0_184:notes">
            <a:extLst>
              <a:ext uri="{FF2B5EF4-FFF2-40B4-BE49-F238E27FC236}">
                <a16:creationId xmlns:a16="http://schemas.microsoft.com/office/drawing/2014/main" id="{42F2D741-D10A-C0D6-6F9C-D4D8FBF46B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1" name="Google Shape;721;g99f2f57a71_0_184:notes">
            <a:extLst>
              <a:ext uri="{FF2B5EF4-FFF2-40B4-BE49-F238E27FC236}">
                <a16:creationId xmlns:a16="http://schemas.microsoft.com/office/drawing/2014/main" id="{1D2B86AE-50B4-C04B-D716-318AB6EF0D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19330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The questions on this slide are sourced from this article: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https://premium.wpmudev.org/blog/a-simple-sure-fire-way-to-create-great-content-the-5-w-the-h/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Who is involved?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Who is affected?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Who will benefit?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Who will be harmed?</a:t>
            </a:r>
          </a:p>
        </p:txBody>
      </p:sp>
      <p:sp>
        <p:nvSpPr>
          <p:cNvPr id="4" name="Slide Number Placeholder 3"/>
          <p:cNvSpPr>
            <a:spLocks noGrp="1"/>
          </p:cNvSpPr>
          <p:nvPr>
            <p:ph type="sldNum" sz="quarter" idx="5"/>
          </p:nvPr>
        </p:nvSpPr>
        <p:spPr/>
        <p:txBody>
          <a:bodyPr/>
          <a:lstStyle/>
          <a:p>
            <a:fld id="{D7F6E855-DD32-4903-AB0F-177C36A40FE4}" type="slidenum">
              <a:rPr lang="en-US" smtClean="0"/>
              <a:t>43</a:t>
            </a:fld>
            <a:endParaRPr lang="en-US"/>
          </a:p>
        </p:txBody>
      </p:sp>
    </p:spTree>
    <p:extLst>
      <p:ext uri="{BB962C8B-B14F-4D97-AF65-F5344CB8AC3E}">
        <p14:creationId xmlns:p14="http://schemas.microsoft.com/office/powerpoint/2010/main" val="18276218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The questions on this slide are sourced from this article: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https://premium.wpmudev.org/blog/a-simple-sure-fire-way-to-create-great-content-the-5-w-the-h/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What is your topic narrowed down in a simple phrase/sentence?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What does your topic involve? (i.e. What are the different parts to it?)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What is it similar to / different from?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What might be affected/changed by your topic?</a:t>
            </a:r>
          </a:p>
        </p:txBody>
      </p:sp>
      <p:sp>
        <p:nvSpPr>
          <p:cNvPr id="4" name="Slide Number Placeholder 3"/>
          <p:cNvSpPr>
            <a:spLocks noGrp="1"/>
          </p:cNvSpPr>
          <p:nvPr>
            <p:ph type="sldNum" sz="quarter" idx="5"/>
          </p:nvPr>
        </p:nvSpPr>
        <p:spPr/>
        <p:txBody>
          <a:bodyPr/>
          <a:lstStyle/>
          <a:p>
            <a:fld id="{D7F6E855-DD32-4903-AB0F-177C36A40FE4}" type="slidenum">
              <a:rPr lang="en-US" smtClean="0"/>
              <a:t>44</a:t>
            </a:fld>
            <a:endParaRPr lang="en-US"/>
          </a:p>
        </p:txBody>
      </p:sp>
    </p:spTree>
    <p:extLst>
      <p:ext uri="{BB962C8B-B14F-4D97-AF65-F5344CB8AC3E}">
        <p14:creationId xmlns:p14="http://schemas.microsoft.com/office/powerpoint/2010/main" val="3819589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The questions on this slide are sourced from this article: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https://premium.wpmudev.org/blog/a-simple-sure-fire-way-to-create-great-content-the-5-w-the-h/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When does this take place? When did this take place? When will it take place? When should this take place?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Does when this takes place affect the topic?</a:t>
            </a:r>
          </a:p>
        </p:txBody>
      </p:sp>
      <p:sp>
        <p:nvSpPr>
          <p:cNvPr id="4" name="Slide Number Placeholder 3"/>
          <p:cNvSpPr>
            <a:spLocks noGrp="1"/>
          </p:cNvSpPr>
          <p:nvPr>
            <p:ph type="sldNum" sz="quarter" idx="5"/>
          </p:nvPr>
        </p:nvSpPr>
        <p:spPr/>
        <p:txBody>
          <a:bodyPr/>
          <a:lstStyle/>
          <a:p>
            <a:fld id="{D7F6E855-DD32-4903-AB0F-177C36A40FE4}" type="slidenum">
              <a:rPr lang="en-US" smtClean="0"/>
              <a:t>45</a:t>
            </a:fld>
            <a:endParaRPr lang="en-US"/>
          </a:p>
        </p:txBody>
      </p:sp>
    </p:spTree>
    <p:extLst>
      <p:ext uri="{BB962C8B-B14F-4D97-AF65-F5344CB8AC3E}">
        <p14:creationId xmlns:p14="http://schemas.microsoft.com/office/powerpoint/2010/main" val="35403221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The questions on this slide are sourced from this article: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https://premium.wpmudev.org/blog/a-simple-sure-fire-way-to-create-great-content-the-5-w-the-h/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Where does this take place? (Where did it …. Where will it … Where should it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Does it matter where it takes place? Is it affected by location?</a:t>
            </a:r>
          </a:p>
        </p:txBody>
      </p:sp>
      <p:sp>
        <p:nvSpPr>
          <p:cNvPr id="4" name="Slide Number Placeholder 3"/>
          <p:cNvSpPr>
            <a:spLocks noGrp="1"/>
          </p:cNvSpPr>
          <p:nvPr>
            <p:ph type="sldNum" sz="quarter" idx="5"/>
          </p:nvPr>
        </p:nvSpPr>
        <p:spPr/>
        <p:txBody>
          <a:bodyPr/>
          <a:lstStyle/>
          <a:p>
            <a:fld id="{D7F6E855-DD32-4903-AB0F-177C36A40FE4}" type="slidenum">
              <a:rPr lang="en-US" smtClean="0"/>
              <a:t>46</a:t>
            </a:fld>
            <a:endParaRPr lang="en-US"/>
          </a:p>
        </p:txBody>
      </p:sp>
    </p:spTree>
    <p:extLst>
      <p:ext uri="{BB962C8B-B14F-4D97-AF65-F5344CB8AC3E}">
        <p14:creationId xmlns:p14="http://schemas.microsoft.com/office/powerpoint/2010/main" val="191295046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The questions on this slide are sourced from this article: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https://premium.wpmudev.org/blog/a-simple-sure-fire-way-to-create-great-content-the-5-w-the-h/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Why is this topic important? Why does it matter?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Why do certain things happen? (What are some causes and effects within the topic?)</a:t>
            </a:r>
          </a:p>
        </p:txBody>
      </p:sp>
      <p:sp>
        <p:nvSpPr>
          <p:cNvPr id="4" name="Slide Number Placeholder 3"/>
          <p:cNvSpPr>
            <a:spLocks noGrp="1"/>
          </p:cNvSpPr>
          <p:nvPr>
            <p:ph type="sldNum" sz="quarter" idx="5"/>
          </p:nvPr>
        </p:nvSpPr>
        <p:spPr/>
        <p:txBody>
          <a:bodyPr/>
          <a:lstStyle/>
          <a:p>
            <a:fld id="{D7F6E855-DD32-4903-AB0F-177C36A40FE4}" type="slidenum">
              <a:rPr lang="en-US" smtClean="0"/>
              <a:t>47</a:t>
            </a:fld>
            <a:endParaRPr lang="en-US"/>
          </a:p>
        </p:txBody>
      </p:sp>
    </p:spTree>
    <p:extLst>
      <p:ext uri="{BB962C8B-B14F-4D97-AF65-F5344CB8AC3E}">
        <p14:creationId xmlns:p14="http://schemas.microsoft.com/office/powerpoint/2010/main" val="36533976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The questions on this slide are sourced from this article: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https://premium.wpmudev.org/blog/a-simple-sure-fire-way-to-create-great-content-the-5-w-the-h/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How does this topic work? How does it function? How does it do what it does?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How did it come to be?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t>How are those involved affected?</a:t>
            </a:r>
          </a:p>
        </p:txBody>
      </p:sp>
      <p:sp>
        <p:nvSpPr>
          <p:cNvPr id="4" name="Slide Number Placeholder 3"/>
          <p:cNvSpPr>
            <a:spLocks noGrp="1"/>
          </p:cNvSpPr>
          <p:nvPr>
            <p:ph type="sldNum" sz="quarter" idx="5"/>
          </p:nvPr>
        </p:nvSpPr>
        <p:spPr/>
        <p:txBody>
          <a:bodyPr/>
          <a:lstStyle/>
          <a:p>
            <a:fld id="{D7F6E855-DD32-4903-AB0F-177C36A40FE4}" type="slidenum">
              <a:rPr lang="en-US" smtClean="0"/>
              <a:t>48</a:t>
            </a:fld>
            <a:endParaRPr lang="en-US"/>
          </a:p>
        </p:txBody>
      </p:sp>
    </p:spTree>
    <p:extLst>
      <p:ext uri="{BB962C8B-B14F-4D97-AF65-F5344CB8AC3E}">
        <p14:creationId xmlns:p14="http://schemas.microsoft.com/office/powerpoint/2010/main" val="41112380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3"/>
        <p:cNvGrpSpPr/>
        <p:nvPr/>
      </p:nvGrpSpPr>
      <p:grpSpPr>
        <a:xfrm>
          <a:off x="0" y="0"/>
          <a:ext cx="0" cy="0"/>
          <a:chOff x="0" y="0"/>
          <a:chExt cx="0" cy="0"/>
        </a:xfrm>
      </p:grpSpPr>
      <p:sp>
        <p:nvSpPr>
          <p:cNvPr id="1064" name="Google Shape;1064;gbd6c00e730_0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5" name="Google Shape;1065;gbd6c00e730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AC1B1-3C59-EBA1-CB53-F5F2F3CC7B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A6BC06-1D0F-BFAA-48EB-55406F644B9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6E32F74-382B-0612-146A-1777D0E4EC24}"/>
              </a:ext>
            </a:extLst>
          </p:cNvPr>
          <p:cNvSpPr>
            <a:spLocks noGrp="1"/>
          </p:cNvSpPr>
          <p:nvPr>
            <p:ph type="body" idx="1"/>
          </p:nvPr>
        </p:nvSpPr>
        <p:spPr/>
        <p:txBody>
          <a:bodyPr/>
          <a:lstStyle/>
          <a:p>
            <a:r>
              <a:rPr lang="en-US" b="1"/>
              <a:t>Solution</a:t>
            </a:r>
            <a:endParaRPr lang="en-US"/>
          </a:p>
          <a:p>
            <a:r>
              <a:rPr lang="en-US"/>
              <a:t>To address the challenge of driving business growth in a competitive retail environment, Argos has adopted a customer-focused growth strategy. The company believes that increasing both the </a:t>
            </a:r>
            <a:r>
              <a:rPr lang="en-US" b="1"/>
              <a:t>frequency of customer visits</a:t>
            </a:r>
            <a:r>
              <a:rPr lang="en-US"/>
              <a:t> and the </a:t>
            </a:r>
            <a:r>
              <a:rPr lang="en-US" b="1"/>
              <a:t>average basket size per transaction</a:t>
            </a:r>
            <a:r>
              <a:rPr lang="en-US"/>
              <a:t> is key to achieving this goal. By tailoring solutions to different customer segments those already loyal to the brand and those who are less </a:t>
            </a:r>
            <a:r>
              <a:rPr lang="en-US" err="1"/>
              <a:t>engagedArgos</a:t>
            </a:r>
            <a:r>
              <a:rPr lang="en-US"/>
              <a:t> aims to boost sales, deepen customer relationships, and enhance overall shopping experience. The following sections explore two targeted strategies designed to support this growth objective.</a:t>
            </a:r>
            <a:endParaRPr lang="en-US">
              <a:ea typeface="Calibri"/>
              <a:cs typeface="Calibri"/>
            </a:endParaRPr>
          </a:p>
          <a:p>
            <a:r>
              <a:rPr lang="en-US" b="1"/>
              <a:t>The “Get Its”</a:t>
            </a:r>
            <a:endParaRPr lang="en-US"/>
          </a:p>
          <a:p>
            <a:r>
              <a:rPr lang="en-US"/>
              <a:t>Argos's growth strategy targets increased shopping frequency and basket size per customer, particularly among its loyal base referred to as </a:t>
            </a:r>
            <a:r>
              <a:rPr lang="en-US" b="1"/>
              <a:t>“The Get Its.”</a:t>
            </a:r>
            <a:r>
              <a:rPr lang="en-US"/>
              <a:t> These are customers who already understand and value the Argos proposition, such as its convenience, affordability, and product range. To appeal further to this group, Argos introduced an </a:t>
            </a:r>
            <a:r>
              <a:rPr lang="en-US" b="1"/>
              <a:t>ever-expanding product range</a:t>
            </a:r>
            <a:r>
              <a:rPr lang="en-US"/>
              <a:t>, enhancing cross-category shopping.</a:t>
            </a:r>
            <a:r>
              <a:rPr lang="en-CA"/>
              <a:t> They also </a:t>
            </a:r>
            <a:r>
              <a:rPr lang="en-CA" b="1"/>
              <a:t>focused on convenience</a:t>
            </a:r>
            <a:r>
              <a:rPr lang="en-CA"/>
              <a:t> for customers based on the findings that customers regard </a:t>
            </a:r>
            <a:r>
              <a:rPr lang="en-CA" b="1"/>
              <a:t>speed</a:t>
            </a:r>
            <a:r>
              <a:rPr lang="en-CA"/>
              <a:t> to be top criterion when making shopping decisions.</a:t>
            </a:r>
            <a:r>
              <a:rPr lang="en-US"/>
              <a:t> This strategy is underpinned by the understanding that a wider selection</a:t>
            </a:r>
            <a:r>
              <a:rPr lang="en-CA"/>
              <a:t> and faster shopping</a:t>
            </a:r>
            <a:r>
              <a:rPr lang="en-US"/>
              <a:t> increases the likelihood of customers purchasing more in a single visit</a:t>
            </a:r>
            <a:r>
              <a:rPr lang="en-CA"/>
              <a:t>, </a:t>
            </a:r>
            <a:r>
              <a:rPr lang="en-US"/>
              <a:t>thereby increasing average order value.</a:t>
            </a:r>
            <a:endParaRPr lang="en-US">
              <a:ea typeface="Calibri"/>
              <a:cs typeface="Calibri"/>
            </a:endParaRPr>
          </a:p>
          <a:p>
            <a:r>
              <a:rPr lang="en-US" b="1"/>
              <a:t>The “Don’t Quite Get Its”</a:t>
            </a:r>
            <a:endParaRPr lang="en-US"/>
          </a:p>
          <a:p>
            <a:r>
              <a:rPr lang="en-US"/>
              <a:t>Argos uses a solution that combines </a:t>
            </a:r>
            <a:r>
              <a:rPr lang="en-US" b="1"/>
              <a:t>broad advertising</a:t>
            </a:r>
            <a:r>
              <a:rPr lang="en-US"/>
              <a:t> with </a:t>
            </a:r>
            <a:r>
              <a:rPr lang="en-US" b="1"/>
              <a:t>multi-channel convenience</a:t>
            </a:r>
            <a:r>
              <a:rPr lang="en-US"/>
              <a:t> to bridge the gap. Television and media campaigns are designed to raise awareness about Argos’s extensive product range and value for money. Simultaneously, the company’s </a:t>
            </a:r>
            <a:r>
              <a:rPr lang="en-US" b="1"/>
              <a:t>multi-channel retail strategy</a:t>
            </a:r>
            <a:r>
              <a:rPr lang="en-US"/>
              <a:t> offers flexible shopping methods including in-store browsing, catalogue ordering, online purchasing, phone orders, SMS updates, and Quick Pay kiosks</a:t>
            </a:r>
            <a:r>
              <a:rPr lang="en-CA"/>
              <a:t>, </a:t>
            </a:r>
            <a:r>
              <a:rPr lang="en-US"/>
              <a:t>to accommodate diverse customer preferences. This approach is crucial in </a:t>
            </a:r>
            <a:r>
              <a:rPr lang="en-US" b="1"/>
              <a:t>converting passive or occasional shoppers into active buyers</a:t>
            </a:r>
            <a:r>
              <a:rPr lang="en-US"/>
              <a:t> by removing friction and building familiarity.</a:t>
            </a:r>
            <a:endParaRPr lang="en-US">
              <a:ea typeface="Calibri"/>
              <a:cs typeface="Calibri"/>
            </a:endParaRPr>
          </a:p>
          <a:p>
            <a:endParaRPr lang="en-US" b="1">
              <a:ea typeface="Calibri"/>
              <a:cs typeface="Calibri"/>
            </a:endParaRPr>
          </a:p>
        </p:txBody>
      </p:sp>
      <p:sp>
        <p:nvSpPr>
          <p:cNvPr id="4" name="Slide Number Placeholder 3">
            <a:extLst>
              <a:ext uri="{FF2B5EF4-FFF2-40B4-BE49-F238E27FC236}">
                <a16:creationId xmlns:a16="http://schemas.microsoft.com/office/drawing/2014/main" id="{617F1BAA-A373-6EC8-2D42-6E733AD56AF3}"/>
              </a:ext>
            </a:extLst>
          </p:cNvPr>
          <p:cNvSpPr>
            <a:spLocks noGrp="1"/>
          </p:cNvSpPr>
          <p:nvPr>
            <p:ph type="sldNum" sz="quarter" idx="5"/>
          </p:nvPr>
        </p:nvSpPr>
        <p:spPr/>
        <p:txBody>
          <a:bodyPr/>
          <a:lstStyle/>
          <a:p>
            <a:fld id="{D7F6E855-DD32-4903-AB0F-177C36A40FE4}" type="slidenum">
              <a:rPr lang="en-US" smtClean="0"/>
              <a:t>50</a:t>
            </a:fld>
            <a:endParaRPr lang="en-US"/>
          </a:p>
        </p:txBody>
      </p:sp>
    </p:spTree>
    <p:extLst>
      <p:ext uri="{BB962C8B-B14F-4D97-AF65-F5344CB8AC3E}">
        <p14:creationId xmlns:p14="http://schemas.microsoft.com/office/powerpoint/2010/main" val="12432785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AC1B1-3C59-EBA1-CB53-F5F2F3CC7B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A6BC06-1D0F-BFAA-48EB-55406F644B9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6E32F74-382B-0612-146A-1777D0E4EC24}"/>
              </a:ext>
            </a:extLst>
          </p:cNvPr>
          <p:cNvSpPr>
            <a:spLocks noGrp="1"/>
          </p:cNvSpPr>
          <p:nvPr>
            <p:ph type="body" idx="1"/>
          </p:nvPr>
        </p:nvSpPr>
        <p:spPr/>
        <p:txBody>
          <a:bodyPr/>
          <a:lstStyle/>
          <a:p>
            <a:r>
              <a:rPr lang="en-US" b="1"/>
              <a:t>1. Customer Segmentation and Targeting</a:t>
            </a:r>
            <a:endParaRPr lang="en-US"/>
          </a:p>
          <a:p>
            <a:r>
              <a:rPr lang="en-US"/>
              <a:t>Argos uses market research and customer data to segment its audience based on shopping behavior, preferences, and specific needs. This segmentation enables the company to design personalized services and product offerings for different customer groups. From a business analytics standpoint, this approach strengthens targeting and customer engagement by aligning products with what each group values most. By analyzing survey results and purchase data, Argos can identify patterns that help improve customer satisfaction and loyalty. While effective, this could be further enhanced by using advanced segmentation techniques like clustering</a:t>
            </a:r>
            <a:r>
              <a:rPr lang="en-CA"/>
              <a:t>.</a:t>
            </a:r>
            <a:endParaRPr lang="en-US"/>
          </a:p>
          <a:p>
            <a:r>
              <a:rPr lang="en-US" b="1"/>
              <a:t>2. Multi-channel Retailing Strategy</a:t>
            </a:r>
            <a:endParaRPr lang="en-US"/>
          </a:p>
          <a:p>
            <a:r>
              <a:rPr lang="en-US"/>
              <a:t>To meet the varying preferences of its customers, Argos has implemented a multi-channel retailing strategy. Customers can shop in-store, via catalogues, online, through telephone orders, by receiving text updates, or by using Quick Pay kiosks. This approach not only improves convenience but also allows Argos to collect data across multiple touchpoints. Each channel interaction provides insights into customer behavior, which can be analyzed to refine marketing and service delivery. </a:t>
            </a:r>
          </a:p>
          <a:p>
            <a:r>
              <a:rPr lang="en-US" b="1"/>
              <a:t>3. Focus on Value for Money</a:t>
            </a:r>
            <a:endParaRPr lang="en-US"/>
          </a:p>
          <a:p>
            <a:r>
              <a:rPr lang="en-US"/>
              <a:t>Argos emphasizes offering value for money, product variety, and convenience. The company stocks a broad range of items at competitive prices, supported by efficient logistics and bulk purchasing strategies. These efforts help reduce costs, allowing the company to pass savings onto customers. Argos’s low-cost product display system also supports this strategy by minimizing overhead. This solution is well-aligned with customer needs</a:t>
            </a:r>
            <a:r>
              <a:rPr lang="en-CA"/>
              <a:t>.</a:t>
            </a:r>
            <a:endParaRPr lang="en-US"/>
          </a:p>
          <a:p>
            <a:r>
              <a:rPr lang="en-US" b="1"/>
              <a:t>4. Customer Feedback Integration</a:t>
            </a:r>
            <a:endParaRPr lang="en-US"/>
          </a:p>
          <a:p>
            <a:r>
              <a:rPr lang="en-US"/>
              <a:t>Argos collects feedback from various customer interactions and uses it to guide improvements in products and services. This continuous loop of collecting and acting on customer input ensures that offerings stay relevant and customer-focused. It allows Argos to respond to complaints, identify product issues, and enhance service features. </a:t>
            </a:r>
          </a:p>
          <a:p>
            <a:r>
              <a:rPr lang="en-US" b="1"/>
              <a:t>5. Technological Integration and Innovation</a:t>
            </a:r>
            <a:endParaRPr lang="en-US"/>
          </a:p>
          <a:p>
            <a:r>
              <a:rPr lang="en-US"/>
              <a:t>Argos has embraced technology to streamline customer service and enhance convenience. Quick Pay kiosks allow faster transactions in-store, while SMS alerts notify customers when their orders are ready. Additionally, a strong online platform supports e-commerce and order tracking. These innovations improve the customer experience and reduce service bottlenecks. </a:t>
            </a:r>
          </a:p>
          <a:p>
            <a:r>
              <a:rPr lang="en-US" b="1"/>
              <a:t>6. Efficient Inventory and Supply Chain Management</a:t>
            </a:r>
            <a:endParaRPr lang="en-US"/>
          </a:p>
          <a:p>
            <a:r>
              <a:rPr lang="en-US"/>
              <a:t>The company operates centralized warehouses and uses real-time inventory systems to ensure that products are available and deliveries are timely. This strategy reduces operating costs and improves efficiency across the supply chain. </a:t>
            </a:r>
          </a:p>
          <a:p>
            <a:endParaRPr lang="en-US" b="1">
              <a:ea typeface="Calibri"/>
              <a:cs typeface="Calibri"/>
            </a:endParaRPr>
          </a:p>
        </p:txBody>
      </p:sp>
      <p:sp>
        <p:nvSpPr>
          <p:cNvPr id="4" name="Slide Number Placeholder 3">
            <a:extLst>
              <a:ext uri="{FF2B5EF4-FFF2-40B4-BE49-F238E27FC236}">
                <a16:creationId xmlns:a16="http://schemas.microsoft.com/office/drawing/2014/main" id="{617F1BAA-A373-6EC8-2D42-6E733AD56AF3}"/>
              </a:ext>
            </a:extLst>
          </p:cNvPr>
          <p:cNvSpPr>
            <a:spLocks noGrp="1"/>
          </p:cNvSpPr>
          <p:nvPr>
            <p:ph type="sldNum" sz="quarter" idx="5"/>
          </p:nvPr>
        </p:nvSpPr>
        <p:spPr/>
        <p:txBody>
          <a:bodyPr/>
          <a:lstStyle/>
          <a:p>
            <a:fld id="{D7F6E855-DD32-4903-AB0F-177C36A40FE4}" type="slidenum">
              <a:rPr lang="en-US" smtClean="0"/>
              <a:t>51</a:t>
            </a:fld>
            <a:endParaRPr lang="en-US"/>
          </a:p>
        </p:txBody>
      </p:sp>
    </p:spTree>
    <p:extLst>
      <p:ext uri="{BB962C8B-B14F-4D97-AF65-F5344CB8AC3E}">
        <p14:creationId xmlns:p14="http://schemas.microsoft.com/office/powerpoint/2010/main" val="12432785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hyperlink" Target="https://www.flaticon.com/?utm_source=slidesgo_template&amp;utm_medium=referral-link&amp;utm_campaign=promo-slide&amp;utm_term=slidesgo&amp;utm_content=flaticon"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s://www.freepik.com/?utm_source=slidesgo_template&amp;utm_medium=referral-link&amp;utm_campaign=promo-slide&amp;utm_term=slidesgo&amp;utm_content=freepik" TargetMode="Externa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5850" y="1245025"/>
            <a:ext cx="4629900" cy="21540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5200"/>
              <a:buNone/>
              <a:defRPr sz="54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846050" y="3608975"/>
            <a:ext cx="4194900" cy="475800"/>
          </a:xfrm>
          <a:prstGeom prst="rect">
            <a:avLst/>
          </a:prstGeom>
          <a:solidFill>
            <a:schemeClr val="dk1"/>
          </a:solidFill>
          <a:ln w="76200"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600">
                <a:solidFill>
                  <a:schemeClr val="dk2"/>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txBox="1">
            <a:spLocks noGrp="1"/>
          </p:cNvSpPr>
          <p:nvPr>
            <p:ph type="subTitle" idx="2"/>
          </p:nvPr>
        </p:nvSpPr>
        <p:spPr>
          <a:xfrm>
            <a:off x="720000" y="471975"/>
            <a:ext cx="2336100" cy="218700"/>
          </a:xfrm>
          <a:prstGeom prst="rect">
            <a:avLst/>
          </a:prstGeom>
        </p:spPr>
        <p:txBody>
          <a:bodyPr spcFirstLastPara="1" wrap="square" lIns="91425" tIns="91425" rIns="91425" bIns="91425" anchor="ctr" anchorCtr="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a:endParaRPr/>
          </a:p>
        </p:txBody>
      </p:sp>
      <p:sp>
        <p:nvSpPr>
          <p:cNvPr id="12" name="Google Shape;12;p2"/>
          <p:cNvSpPr txBox="1">
            <a:spLocks noGrp="1"/>
          </p:cNvSpPr>
          <p:nvPr>
            <p:ph type="subTitle" idx="3"/>
          </p:nvPr>
        </p:nvSpPr>
        <p:spPr>
          <a:xfrm>
            <a:off x="2143775" y="4697325"/>
            <a:ext cx="1368600" cy="124800"/>
          </a:xfrm>
          <a:prstGeom prst="rect">
            <a:avLst/>
          </a:prstGeom>
        </p:spPr>
        <p:txBody>
          <a:bodyPr spcFirstLastPara="1" wrap="square" lIns="91425" tIns="91425" rIns="91425" bIns="91425" anchor="ctr" anchorCtr="0">
            <a:noAutofit/>
          </a:bodyPr>
          <a:lstStyle>
            <a:lvl1pPr lvl="0" rtl="0">
              <a:spcBef>
                <a:spcPts val="0"/>
              </a:spcBef>
              <a:spcAft>
                <a:spcPts val="0"/>
              </a:spcAft>
              <a:buSzPts val="1000"/>
              <a:buNone/>
              <a:defRPr sz="1000"/>
            </a:lvl1pPr>
            <a:lvl2pPr lvl="1" rtl="0">
              <a:spcBef>
                <a:spcPts val="0"/>
              </a:spcBef>
              <a:spcAft>
                <a:spcPts val="0"/>
              </a:spcAft>
              <a:buSzPts val="1000"/>
              <a:buNone/>
              <a:defRPr sz="1000"/>
            </a:lvl2pPr>
            <a:lvl3pPr lvl="2" rtl="0">
              <a:spcBef>
                <a:spcPts val="0"/>
              </a:spcBef>
              <a:spcAft>
                <a:spcPts val="0"/>
              </a:spcAft>
              <a:buSzPts val="1000"/>
              <a:buNone/>
              <a:defRPr sz="1000"/>
            </a:lvl3pPr>
            <a:lvl4pPr lvl="3" rtl="0">
              <a:spcBef>
                <a:spcPts val="0"/>
              </a:spcBef>
              <a:spcAft>
                <a:spcPts val="0"/>
              </a:spcAft>
              <a:buSzPts val="1000"/>
              <a:buNone/>
              <a:defRPr sz="1000"/>
            </a:lvl4pPr>
            <a:lvl5pPr lvl="4" rtl="0">
              <a:spcBef>
                <a:spcPts val="0"/>
              </a:spcBef>
              <a:spcAft>
                <a:spcPts val="0"/>
              </a:spcAft>
              <a:buSzPts val="1000"/>
              <a:buNone/>
              <a:defRPr sz="1000"/>
            </a:lvl5pPr>
            <a:lvl6pPr lvl="5" rtl="0">
              <a:spcBef>
                <a:spcPts val="0"/>
              </a:spcBef>
              <a:spcAft>
                <a:spcPts val="0"/>
              </a:spcAft>
              <a:buSzPts val="1000"/>
              <a:buNone/>
              <a:defRPr sz="1000"/>
            </a:lvl6pPr>
            <a:lvl7pPr lvl="6" rtl="0">
              <a:spcBef>
                <a:spcPts val="0"/>
              </a:spcBef>
              <a:spcAft>
                <a:spcPts val="0"/>
              </a:spcAft>
              <a:buSzPts val="1000"/>
              <a:buNone/>
              <a:defRPr sz="1000"/>
            </a:lvl7pPr>
            <a:lvl8pPr lvl="7" rtl="0">
              <a:spcBef>
                <a:spcPts val="0"/>
              </a:spcBef>
              <a:spcAft>
                <a:spcPts val="0"/>
              </a:spcAft>
              <a:buSzPts val="1000"/>
              <a:buNone/>
              <a:defRPr sz="1000"/>
            </a:lvl8pPr>
            <a:lvl9pPr lvl="8" rtl="0">
              <a:spcBef>
                <a:spcPts val="0"/>
              </a:spcBef>
              <a:spcAft>
                <a:spcPts val="0"/>
              </a:spcAft>
              <a:buSzPts val="1000"/>
              <a:buNone/>
              <a:defRPr sz="1000"/>
            </a:lvl9pPr>
          </a:lstStyle>
          <a:p>
            <a:endParaRPr/>
          </a:p>
        </p:txBody>
      </p:sp>
      <p:grpSp>
        <p:nvGrpSpPr>
          <p:cNvPr id="13" name="Google Shape;13;p2"/>
          <p:cNvGrpSpPr/>
          <p:nvPr/>
        </p:nvGrpSpPr>
        <p:grpSpPr>
          <a:xfrm>
            <a:off x="715861" y="4513500"/>
            <a:ext cx="1368528" cy="300900"/>
            <a:chOff x="7055224" y="4513500"/>
            <a:chExt cx="1368528" cy="300900"/>
          </a:xfrm>
        </p:grpSpPr>
        <p:grpSp>
          <p:nvGrpSpPr>
            <p:cNvPr id="14" name="Google Shape;14;p2"/>
            <p:cNvGrpSpPr/>
            <p:nvPr/>
          </p:nvGrpSpPr>
          <p:grpSpPr>
            <a:xfrm>
              <a:off x="7629309" y="4513500"/>
              <a:ext cx="794443" cy="300900"/>
              <a:chOff x="7310856" y="4513500"/>
              <a:chExt cx="1113132" cy="300900"/>
            </a:xfrm>
          </p:grpSpPr>
          <p:cxnSp>
            <p:nvCxnSpPr>
              <p:cNvPr id="15" name="Google Shape;15;p2"/>
              <p:cNvCxnSpPr/>
              <p:nvPr/>
            </p:nvCxnSpPr>
            <p:spPr>
              <a:xfrm>
                <a:off x="8423989"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6" name="Google Shape;16;p2"/>
              <p:cNvCxnSpPr/>
              <p:nvPr/>
            </p:nvCxnSpPr>
            <p:spPr>
              <a:xfrm>
                <a:off x="836886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7" name="Google Shape;17;p2"/>
              <p:cNvCxnSpPr/>
              <p:nvPr/>
            </p:nvCxnSpPr>
            <p:spPr>
              <a:xfrm>
                <a:off x="8302747"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18" name="Google Shape;18;p2"/>
              <p:cNvCxnSpPr/>
              <p:nvPr/>
            </p:nvCxnSpPr>
            <p:spPr>
              <a:xfrm>
                <a:off x="8236602"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9" name="Google Shape;19;p2"/>
              <p:cNvCxnSpPr/>
              <p:nvPr/>
            </p:nvCxnSpPr>
            <p:spPr>
              <a:xfrm>
                <a:off x="8170486"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0" name="Google Shape;20;p2"/>
              <p:cNvCxnSpPr/>
              <p:nvPr/>
            </p:nvCxnSpPr>
            <p:spPr>
              <a:xfrm>
                <a:off x="8093377"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21" name="Google Shape;21;p2"/>
              <p:cNvCxnSpPr/>
              <p:nvPr/>
            </p:nvCxnSpPr>
            <p:spPr>
              <a:xfrm>
                <a:off x="8027260"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2" name="Google Shape;22;p2"/>
              <p:cNvCxnSpPr/>
              <p:nvPr/>
            </p:nvCxnSpPr>
            <p:spPr>
              <a:xfrm>
                <a:off x="7961115"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23" name="Google Shape;23;p2"/>
              <p:cNvCxnSpPr/>
              <p:nvPr/>
            </p:nvCxnSpPr>
            <p:spPr>
              <a:xfrm>
                <a:off x="7894999"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4" name="Google Shape;24;p2"/>
              <p:cNvCxnSpPr/>
              <p:nvPr/>
            </p:nvCxnSpPr>
            <p:spPr>
              <a:xfrm>
                <a:off x="783987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5" name="Google Shape;25;p2"/>
              <p:cNvCxnSpPr/>
              <p:nvPr/>
            </p:nvCxnSpPr>
            <p:spPr>
              <a:xfrm>
                <a:off x="7773757" y="4513500"/>
                <a:ext cx="0" cy="300900"/>
              </a:xfrm>
              <a:prstGeom prst="straightConnector1">
                <a:avLst/>
              </a:prstGeom>
              <a:noFill/>
              <a:ln w="38100" cap="flat" cmpd="sng">
                <a:solidFill>
                  <a:schemeClr val="dk1"/>
                </a:solidFill>
                <a:prstDash val="solid"/>
                <a:round/>
                <a:headEnd type="none" w="med" len="med"/>
                <a:tailEnd type="none" w="med" len="med"/>
              </a:ln>
            </p:spPr>
          </p:cxnSp>
          <p:cxnSp>
            <p:nvCxnSpPr>
              <p:cNvPr id="26" name="Google Shape;26;p2"/>
              <p:cNvCxnSpPr/>
              <p:nvPr/>
            </p:nvCxnSpPr>
            <p:spPr>
              <a:xfrm>
                <a:off x="7707612"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7" name="Google Shape;27;p2"/>
              <p:cNvCxnSpPr/>
              <p:nvPr/>
            </p:nvCxnSpPr>
            <p:spPr>
              <a:xfrm>
                <a:off x="7641496" y="4513500"/>
                <a:ext cx="0" cy="300900"/>
              </a:xfrm>
              <a:prstGeom prst="straightConnector1">
                <a:avLst/>
              </a:prstGeom>
              <a:noFill/>
              <a:ln w="38100" cap="flat" cmpd="sng">
                <a:solidFill>
                  <a:schemeClr val="dk1"/>
                </a:solidFill>
                <a:prstDash val="solid"/>
                <a:round/>
                <a:headEnd type="none" w="med" len="med"/>
                <a:tailEnd type="none" w="med" len="med"/>
              </a:ln>
            </p:spPr>
          </p:cxnSp>
          <p:cxnSp>
            <p:nvCxnSpPr>
              <p:cNvPr id="28" name="Google Shape;28;p2"/>
              <p:cNvCxnSpPr/>
              <p:nvPr/>
            </p:nvCxnSpPr>
            <p:spPr>
              <a:xfrm>
                <a:off x="7575351"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29" name="Google Shape;29;p2"/>
              <p:cNvCxnSpPr/>
              <p:nvPr/>
            </p:nvCxnSpPr>
            <p:spPr>
              <a:xfrm>
                <a:off x="750923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30" name="Google Shape;30;p2"/>
              <p:cNvCxnSpPr/>
              <p:nvPr/>
            </p:nvCxnSpPr>
            <p:spPr>
              <a:xfrm>
                <a:off x="7443117"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31" name="Google Shape;31;p2"/>
              <p:cNvCxnSpPr/>
              <p:nvPr/>
            </p:nvCxnSpPr>
            <p:spPr>
              <a:xfrm>
                <a:off x="7377001"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32" name="Google Shape;32;p2"/>
              <p:cNvCxnSpPr/>
              <p:nvPr/>
            </p:nvCxnSpPr>
            <p:spPr>
              <a:xfrm>
                <a:off x="7310856" y="4513500"/>
                <a:ext cx="0" cy="300900"/>
              </a:xfrm>
              <a:prstGeom prst="straightConnector1">
                <a:avLst/>
              </a:prstGeom>
              <a:noFill/>
              <a:ln w="28575" cap="flat" cmpd="sng">
                <a:solidFill>
                  <a:schemeClr val="dk1"/>
                </a:solidFill>
                <a:prstDash val="solid"/>
                <a:round/>
                <a:headEnd type="none" w="med" len="med"/>
                <a:tailEnd type="none" w="med" len="med"/>
              </a:ln>
            </p:spPr>
          </p:cxnSp>
        </p:grpSp>
        <p:cxnSp>
          <p:nvCxnSpPr>
            <p:cNvPr id="33" name="Google Shape;33;p2"/>
            <p:cNvCxnSpPr/>
            <p:nvPr/>
          </p:nvCxnSpPr>
          <p:spPr>
            <a:xfrm>
              <a:off x="7566501"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34" name="Google Shape;34;p2"/>
            <p:cNvCxnSpPr/>
            <p:nvPr/>
          </p:nvCxnSpPr>
          <p:spPr>
            <a:xfrm>
              <a:off x="7527159"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35" name="Google Shape;35;p2"/>
            <p:cNvCxnSpPr/>
            <p:nvPr/>
          </p:nvCxnSpPr>
          <p:spPr>
            <a:xfrm>
              <a:off x="7479971"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36" name="Google Shape;36;p2"/>
            <p:cNvCxnSpPr/>
            <p:nvPr/>
          </p:nvCxnSpPr>
          <p:spPr>
            <a:xfrm>
              <a:off x="743276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37" name="Google Shape;37;p2"/>
            <p:cNvCxnSpPr/>
            <p:nvPr/>
          </p:nvCxnSpPr>
          <p:spPr>
            <a:xfrm>
              <a:off x="7385576"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38" name="Google Shape;38;p2"/>
            <p:cNvCxnSpPr/>
            <p:nvPr/>
          </p:nvCxnSpPr>
          <p:spPr>
            <a:xfrm>
              <a:off x="7330544"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39" name="Google Shape;39;p2"/>
            <p:cNvCxnSpPr/>
            <p:nvPr/>
          </p:nvCxnSpPr>
          <p:spPr>
            <a:xfrm>
              <a:off x="7283356"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40" name="Google Shape;40;p2"/>
            <p:cNvCxnSpPr/>
            <p:nvPr/>
          </p:nvCxnSpPr>
          <p:spPr>
            <a:xfrm>
              <a:off x="7236149"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41" name="Google Shape;41;p2"/>
            <p:cNvCxnSpPr/>
            <p:nvPr/>
          </p:nvCxnSpPr>
          <p:spPr>
            <a:xfrm>
              <a:off x="7188961"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42" name="Google Shape;42;p2"/>
            <p:cNvCxnSpPr/>
            <p:nvPr/>
          </p:nvCxnSpPr>
          <p:spPr>
            <a:xfrm>
              <a:off x="7149618"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43" name="Google Shape;43;p2"/>
            <p:cNvCxnSpPr/>
            <p:nvPr/>
          </p:nvCxnSpPr>
          <p:spPr>
            <a:xfrm>
              <a:off x="7102431" y="4513500"/>
              <a:ext cx="0" cy="300900"/>
            </a:xfrm>
            <a:prstGeom prst="straightConnector1">
              <a:avLst/>
            </a:prstGeom>
            <a:noFill/>
            <a:ln w="38100" cap="flat" cmpd="sng">
              <a:solidFill>
                <a:schemeClr val="dk1"/>
              </a:solidFill>
              <a:prstDash val="solid"/>
              <a:round/>
              <a:headEnd type="none" w="med" len="med"/>
              <a:tailEnd type="none" w="med" len="med"/>
            </a:ln>
          </p:spPr>
        </p:cxnSp>
        <p:cxnSp>
          <p:nvCxnSpPr>
            <p:cNvPr id="44" name="Google Shape;44;p2"/>
            <p:cNvCxnSpPr/>
            <p:nvPr/>
          </p:nvCxnSpPr>
          <p:spPr>
            <a:xfrm>
              <a:off x="7055224" y="4513500"/>
              <a:ext cx="0" cy="300900"/>
            </a:xfrm>
            <a:prstGeom prst="straightConnector1">
              <a:avLst/>
            </a:prstGeom>
            <a:noFill/>
            <a:ln w="9525" cap="flat" cmpd="sng">
              <a:solidFill>
                <a:schemeClr val="dk1"/>
              </a:solidFill>
              <a:prstDash val="solid"/>
              <a:round/>
              <a:headEnd type="none" w="med" len="med"/>
              <a:tailEnd type="none" w="med" len="med"/>
            </a:ln>
          </p:spPr>
        </p:cxnSp>
      </p:grpSp>
      <p:cxnSp>
        <p:nvCxnSpPr>
          <p:cNvPr id="45" name="Google Shape;45;p2"/>
          <p:cNvCxnSpPr/>
          <p:nvPr/>
        </p:nvCxnSpPr>
        <p:spPr>
          <a:xfrm rot="10800000">
            <a:off x="7760759" y="4663948"/>
            <a:ext cx="673217"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extLst>
    <p:ext uri="{DCECCB84-F9BA-43D5-87BE-67443E8EF086}">
      <p15:sldGuideLst xmlns:p15="http://schemas.microsoft.com/office/powerpoint/2012/main">
        <p15:guide id="1" orient="horz" pos="1620">
          <p15:clr>
            <a:srgbClr val="FA7B17"/>
          </p15:clr>
        </p15:guide>
        <p15:guide id="2" pos="2880">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6"/>
        <p:cNvGrpSpPr/>
        <p:nvPr/>
      </p:nvGrpSpPr>
      <p:grpSpPr>
        <a:xfrm>
          <a:off x="0" y="0"/>
          <a:ext cx="0" cy="0"/>
          <a:chOff x="0" y="0"/>
          <a:chExt cx="0" cy="0"/>
        </a:xfrm>
      </p:grpSpPr>
      <p:sp>
        <p:nvSpPr>
          <p:cNvPr id="47" name="Google Shape;47;p3"/>
          <p:cNvSpPr txBox="1">
            <a:spLocks noGrp="1"/>
          </p:cNvSpPr>
          <p:nvPr>
            <p:ph type="title"/>
          </p:nvPr>
        </p:nvSpPr>
        <p:spPr>
          <a:xfrm>
            <a:off x="720000" y="2184588"/>
            <a:ext cx="3739200" cy="1470300"/>
          </a:xfrm>
          <a:prstGeom prst="rect">
            <a:avLst/>
          </a:prstGeom>
        </p:spPr>
        <p:txBody>
          <a:bodyPr spcFirstLastPara="1" wrap="square" lIns="91425" tIns="91425" rIns="91425" bIns="91425" anchor="t" anchorCtr="0">
            <a:noAutofit/>
          </a:bodyPr>
          <a:lstStyle>
            <a:lvl1pPr lvl="0">
              <a:lnSpc>
                <a:spcPct val="80000"/>
              </a:lnSpc>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48" name="Google Shape;48;p3"/>
          <p:cNvSpPr txBox="1">
            <a:spLocks noGrp="1"/>
          </p:cNvSpPr>
          <p:nvPr>
            <p:ph type="title" idx="2" hasCustomPrompt="1"/>
          </p:nvPr>
        </p:nvSpPr>
        <p:spPr>
          <a:xfrm>
            <a:off x="792275" y="975750"/>
            <a:ext cx="997200" cy="983700"/>
          </a:xfrm>
          <a:prstGeom prst="rect">
            <a:avLst/>
          </a:prstGeom>
          <a:solidFill>
            <a:schemeClr val="dk1"/>
          </a:solidFill>
          <a:ln w="762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6000"/>
              <a:buNone/>
              <a:defRPr sz="4400">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9" name="Google Shape;49;p3"/>
          <p:cNvSpPr txBox="1">
            <a:spLocks noGrp="1"/>
          </p:cNvSpPr>
          <p:nvPr>
            <p:ph type="subTitle" idx="1"/>
          </p:nvPr>
        </p:nvSpPr>
        <p:spPr>
          <a:xfrm>
            <a:off x="720000" y="3606538"/>
            <a:ext cx="2424900" cy="71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0" name="Google Shape;50;p3"/>
          <p:cNvSpPr txBox="1">
            <a:spLocks noGrp="1"/>
          </p:cNvSpPr>
          <p:nvPr>
            <p:ph type="subTitle" idx="3"/>
          </p:nvPr>
        </p:nvSpPr>
        <p:spPr>
          <a:xfrm>
            <a:off x="720000" y="471975"/>
            <a:ext cx="2336100" cy="218700"/>
          </a:xfrm>
          <a:prstGeom prst="rect">
            <a:avLst/>
          </a:prstGeom>
        </p:spPr>
        <p:txBody>
          <a:bodyPr spcFirstLastPara="1" wrap="square" lIns="91425" tIns="91425" rIns="91425" bIns="91425" anchor="ctr" anchorCtr="0">
            <a:noAutofit/>
          </a:bodyPr>
          <a:lstStyle>
            <a:lvl1pPr lvl="0" rtl="0">
              <a:spcBef>
                <a:spcPts val="0"/>
              </a:spcBef>
              <a:spcAft>
                <a:spcPts val="0"/>
              </a:spcAft>
              <a:buSzPts val="1000"/>
              <a:buNone/>
              <a:defRPr sz="1000"/>
            </a:lvl1pPr>
            <a:lvl2pPr lvl="1" rtl="0">
              <a:spcBef>
                <a:spcPts val="0"/>
              </a:spcBef>
              <a:spcAft>
                <a:spcPts val="0"/>
              </a:spcAft>
              <a:buSzPts val="1000"/>
              <a:buNone/>
              <a:defRPr sz="1000"/>
            </a:lvl2pPr>
            <a:lvl3pPr lvl="2" rtl="0">
              <a:spcBef>
                <a:spcPts val="0"/>
              </a:spcBef>
              <a:spcAft>
                <a:spcPts val="0"/>
              </a:spcAft>
              <a:buSzPts val="1000"/>
              <a:buNone/>
              <a:defRPr sz="1000"/>
            </a:lvl3pPr>
            <a:lvl4pPr lvl="3" rtl="0">
              <a:spcBef>
                <a:spcPts val="0"/>
              </a:spcBef>
              <a:spcAft>
                <a:spcPts val="0"/>
              </a:spcAft>
              <a:buSzPts val="1000"/>
              <a:buNone/>
              <a:defRPr sz="1000"/>
            </a:lvl4pPr>
            <a:lvl5pPr lvl="4" rtl="0">
              <a:spcBef>
                <a:spcPts val="0"/>
              </a:spcBef>
              <a:spcAft>
                <a:spcPts val="0"/>
              </a:spcAft>
              <a:buSzPts val="1000"/>
              <a:buNone/>
              <a:defRPr sz="1000"/>
            </a:lvl5pPr>
            <a:lvl6pPr lvl="5" rtl="0">
              <a:spcBef>
                <a:spcPts val="0"/>
              </a:spcBef>
              <a:spcAft>
                <a:spcPts val="0"/>
              </a:spcAft>
              <a:buSzPts val="1000"/>
              <a:buNone/>
              <a:defRPr sz="1000"/>
            </a:lvl6pPr>
            <a:lvl7pPr lvl="6" rtl="0">
              <a:spcBef>
                <a:spcPts val="0"/>
              </a:spcBef>
              <a:spcAft>
                <a:spcPts val="0"/>
              </a:spcAft>
              <a:buSzPts val="1000"/>
              <a:buNone/>
              <a:defRPr sz="1000"/>
            </a:lvl7pPr>
            <a:lvl8pPr lvl="7" rtl="0">
              <a:spcBef>
                <a:spcPts val="0"/>
              </a:spcBef>
              <a:spcAft>
                <a:spcPts val="0"/>
              </a:spcAft>
              <a:buSzPts val="1000"/>
              <a:buNone/>
              <a:defRPr sz="1000"/>
            </a:lvl8pPr>
            <a:lvl9pPr lvl="8" rtl="0">
              <a:spcBef>
                <a:spcPts val="0"/>
              </a:spcBef>
              <a:spcAft>
                <a:spcPts val="0"/>
              </a:spcAft>
              <a:buSzPts val="1000"/>
              <a:buNone/>
              <a:defRPr sz="1000"/>
            </a:lvl9pPr>
          </a:lstStyle>
          <a:p>
            <a:endParaRPr/>
          </a:p>
        </p:txBody>
      </p:sp>
      <p:sp>
        <p:nvSpPr>
          <p:cNvPr id="51" name="Google Shape;51;p3"/>
          <p:cNvSpPr txBox="1">
            <a:spLocks noGrp="1"/>
          </p:cNvSpPr>
          <p:nvPr>
            <p:ph type="subTitle" idx="4"/>
          </p:nvPr>
        </p:nvSpPr>
        <p:spPr>
          <a:xfrm>
            <a:off x="2147925" y="4697325"/>
            <a:ext cx="1368600" cy="124800"/>
          </a:xfrm>
          <a:prstGeom prst="rect">
            <a:avLst/>
          </a:prstGeom>
        </p:spPr>
        <p:txBody>
          <a:bodyPr spcFirstLastPara="1" wrap="square" lIns="91425" tIns="91425" rIns="91425" bIns="91425" anchor="ctr" anchorCtr="0">
            <a:noAutofit/>
          </a:bodyPr>
          <a:lstStyle>
            <a:lvl1pPr lvl="0" rtl="0">
              <a:spcBef>
                <a:spcPts val="0"/>
              </a:spcBef>
              <a:spcAft>
                <a:spcPts val="0"/>
              </a:spcAft>
              <a:buSzPts val="1000"/>
              <a:buNone/>
              <a:defRPr sz="1000"/>
            </a:lvl1pPr>
            <a:lvl2pPr lvl="1" rtl="0">
              <a:spcBef>
                <a:spcPts val="0"/>
              </a:spcBef>
              <a:spcAft>
                <a:spcPts val="0"/>
              </a:spcAft>
              <a:buSzPts val="1000"/>
              <a:buNone/>
              <a:defRPr sz="1000"/>
            </a:lvl2pPr>
            <a:lvl3pPr lvl="2" rtl="0">
              <a:spcBef>
                <a:spcPts val="0"/>
              </a:spcBef>
              <a:spcAft>
                <a:spcPts val="0"/>
              </a:spcAft>
              <a:buSzPts val="1000"/>
              <a:buNone/>
              <a:defRPr sz="1000"/>
            </a:lvl3pPr>
            <a:lvl4pPr lvl="3" rtl="0">
              <a:spcBef>
                <a:spcPts val="0"/>
              </a:spcBef>
              <a:spcAft>
                <a:spcPts val="0"/>
              </a:spcAft>
              <a:buSzPts val="1000"/>
              <a:buNone/>
              <a:defRPr sz="1000"/>
            </a:lvl4pPr>
            <a:lvl5pPr lvl="4" rtl="0">
              <a:spcBef>
                <a:spcPts val="0"/>
              </a:spcBef>
              <a:spcAft>
                <a:spcPts val="0"/>
              </a:spcAft>
              <a:buSzPts val="1000"/>
              <a:buNone/>
              <a:defRPr sz="1000"/>
            </a:lvl5pPr>
            <a:lvl6pPr lvl="5" rtl="0">
              <a:spcBef>
                <a:spcPts val="0"/>
              </a:spcBef>
              <a:spcAft>
                <a:spcPts val="0"/>
              </a:spcAft>
              <a:buSzPts val="1000"/>
              <a:buNone/>
              <a:defRPr sz="1000"/>
            </a:lvl6pPr>
            <a:lvl7pPr lvl="6" rtl="0">
              <a:spcBef>
                <a:spcPts val="0"/>
              </a:spcBef>
              <a:spcAft>
                <a:spcPts val="0"/>
              </a:spcAft>
              <a:buSzPts val="1000"/>
              <a:buNone/>
              <a:defRPr sz="1000"/>
            </a:lvl7pPr>
            <a:lvl8pPr lvl="7" rtl="0">
              <a:spcBef>
                <a:spcPts val="0"/>
              </a:spcBef>
              <a:spcAft>
                <a:spcPts val="0"/>
              </a:spcAft>
              <a:buSzPts val="1000"/>
              <a:buNone/>
              <a:defRPr sz="1000"/>
            </a:lvl8pPr>
            <a:lvl9pPr lvl="8" rtl="0">
              <a:spcBef>
                <a:spcPts val="0"/>
              </a:spcBef>
              <a:spcAft>
                <a:spcPts val="0"/>
              </a:spcAft>
              <a:buSzPts val="1000"/>
              <a:buNone/>
              <a:defRPr sz="1000"/>
            </a:lvl9pPr>
          </a:lstStyle>
          <a:p>
            <a:endParaRPr/>
          </a:p>
        </p:txBody>
      </p:sp>
      <p:grpSp>
        <p:nvGrpSpPr>
          <p:cNvPr id="52" name="Google Shape;52;p3"/>
          <p:cNvGrpSpPr/>
          <p:nvPr/>
        </p:nvGrpSpPr>
        <p:grpSpPr>
          <a:xfrm>
            <a:off x="720011" y="4513500"/>
            <a:ext cx="1368528" cy="300900"/>
            <a:chOff x="7055224" y="4513500"/>
            <a:chExt cx="1368528" cy="300900"/>
          </a:xfrm>
        </p:grpSpPr>
        <p:grpSp>
          <p:nvGrpSpPr>
            <p:cNvPr id="53" name="Google Shape;53;p3"/>
            <p:cNvGrpSpPr/>
            <p:nvPr/>
          </p:nvGrpSpPr>
          <p:grpSpPr>
            <a:xfrm>
              <a:off x="7629309" y="4513500"/>
              <a:ext cx="794443" cy="300900"/>
              <a:chOff x="7310856" y="4513500"/>
              <a:chExt cx="1113132" cy="300900"/>
            </a:xfrm>
          </p:grpSpPr>
          <p:cxnSp>
            <p:nvCxnSpPr>
              <p:cNvPr id="54" name="Google Shape;54;p3"/>
              <p:cNvCxnSpPr/>
              <p:nvPr/>
            </p:nvCxnSpPr>
            <p:spPr>
              <a:xfrm>
                <a:off x="8423989"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5" name="Google Shape;55;p3"/>
              <p:cNvCxnSpPr/>
              <p:nvPr/>
            </p:nvCxnSpPr>
            <p:spPr>
              <a:xfrm>
                <a:off x="836886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6" name="Google Shape;56;p3"/>
              <p:cNvCxnSpPr/>
              <p:nvPr/>
            </p:nvCxnSpPr>
            <p:spPr>
              <a:xfrm>
                <a:off x="8302747"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57" name="Google Shape;57;p3"/>
              <p:cNvCxnSpPr/>
              <p:nvPr/>
            </p:nvCxnSpPr>
            <p:spPr>
              <a:xfrm>
                <a:off x="8236602"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8" name="Google Shape;58;p3"/>
              <p:cNvCxnSpPr/>
              <p:nvPr/>
            </p:nvCxnSpPr>
            <p:spPr>
              <a:xfrm>
                <a:off x="8170486"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9" name="Google Shape;59;p3"/>
              <p:cNvCxnSpPr/>
              <p:nvPr/>
            </p:nvCxnSpPr>
            <p:spPr>
              <a:xfrm>
                <a:off x="8093377"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60" name="Google Shape;60;p3"/>
              <p:cNvCxnSpPr/>
              <p:nvPr/>
            </p:nvCxnSpPr>
            <p:spPr>
              <a:xfrm>
                <a:off x="8027260"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61" name="Google Shape;61;p3"/>
              <p:cNvCxnSpPr/>
              <p:nvPr/>
            </p:nvCxnSpPr>
            <p:spPr>
              <a:xfrm>
                <a:off x="7961115"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62" name="Google Shape;62;p3"/>
              <p:cNvCxnSpPr/>
              <p:nvPr/>
            </p:nvCxnSpPr>
            <p:spPr>
              <a:xfrm>
                <a:off x="7894999"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63" name="Google Shape;63;p3"/>
              <p:cNvCxnSpPr/>
              <p:nvPr/>
            </p:nvCxnSpPr>
            <p:spPr>
              <a:xfrm>
                <a:off x="783987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64" name="Google Shape;64;p3"/>
              <p:cNvCxnSpPr/>
              <p:nvPr/>
            </p:nvCxnSpPr>
            <p:spPr>
              <a:xfrm>
                <a:off x="7773757" y="4513500"/>
                <a:ext cx="0" cy="300900"/>
              </a:xfrm>
              <a:prstGeom prst="straightConnector1">
                <a:avLst/>
              </a:prstGeom>
              <a:noFill/>
              <a:ln w="38100" cap="flat" cmpd="sng">
                <a:solidFill>
                  <a:schemeClr val="dk1"/>
                </a:solidFill>
                <a:prstDash val="solid"/>
                <a:round/>
                <a:headEnd type="none" w="med" len="med"/>
                <a:tailEnd type="none" w="med" len="med"/>
              </a:ln>
            </p:spPr>
          </p:cxnSp>
          <p:cxnSp>
            <p:nvCxnSpPr>
              <p:cNvPr id="65" name="Google Shape;65;p3"/>
              <p:cNvCxnSpPr/>
              <p:nvPr/>
            </p:nvCxnSpPr>
            <p:spPr>
              <a:xfrm>
                <a:off x="7707612"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66" name="Google Shape;66;p3"/>
              <p:cNvCxnSpPr/>
              <p:nvPr/>
            </p:nvCxnSpPr>
            <p:spPr>
              <a:xfrm>
                <a:off x="7641496" y="4513500"/>
                <a:ext cx="0" cy="300900"/>
              </a:xfrm>
              <a:prstGeom prst="straightConnector1">
                <a:avLst/>
              </a:prstGeom>
              <a:noFill/>
              <a:ln w="38100" cap="flat" cmpd="sng">
                <a:solidFill>
                  <a:schemeClr val="dk1"/>
                </a:solidFill>
                <a:prstDash val="solid"/>
                <a:round/>
                <a:headEnd type="none" w="med" len="med"/>
                <a:tailEnd type="none" w="med" len="med"/>
              </a:ln>
            </p:spPr>
          </p:cxnSp>
          <p:cxnSp>
            <p:nvCxnSpPr>
              <p:cNvPr id="67" name="Google Shape;67;p3"/>
              <p:cNvCxnSpPr/>
              <p:nvPr/>
            </p:nvCxnSpPr>
            <p:spPr>
              <a:xfrm>
                <a:off x="7575351"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68" name="Google Shape;68;p3"/>
              <p:cNvCxnSpPr/>
              <p:nvPr/>
            </p:nvCxnSpPr>
            <p:spPr>
              <a:xfrm>
                <a:off x="750923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69" name="Google Shape;69;p3"/>
              <p:cNvCxnSpPr/>
              <p:nvPr/>
            </p:nvCxnSpPr>
            <p:spPr>
              <a:xfrm>
                <a:off x="7443117"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70" name="Google Shape;70;p3"/>
              <p:cNvCxnSpPr/>
              <p:nvPr/>
            </p:nvCxnSpPr>
            <p:spPr>
              <a:xfrm>
                <a:off x="7377001"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71" name="Google Shape;71;p3"/>
              <p:cNvCxnSpPr/>
              <p:nvPr/>
            </p:nvCxnSpPr>
            <p:spPr>
              <a:xfrm>
                <a:off x="7310856" y="4513500"/>
                <a:ext cx="0" cy="300900"/>
              </a:xfrm>
              <a:prstGeom prst="straightConnector1">
                <a:avLst/>
              </a:prstGeom>
              <a:noFill/>
              <a:ln w="28575" cap="flat" cmpd="sng">
                <a:solidFill>
                  <a:schemeClr val="dk1"/>
                </a:solidFill>
                <a:prstDash val="solid"/>
                <a:round/>
                <a:headEnd type="none" w="med" len="med"/>
                <a:tailEnd type="none" w="med" len="med"/>
              </a:ln>
            </p:spPr>
          </p:cxnSp>
        </p:grpSp>
        <p:cxnSp>
          <p:nvCxnSpPr>
            <p:cNvPr id="72" name="Google Shape;72;p3"/>
            <p:cNvCxnSpPr/>
            <p:nvPr/>
          </p:nvCxnSpPr>
          <p:spPr>
            <a:xfrm>
              <a:off x="7566501"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73" name="Google Shape;73;p3"/>
            <p:cNvCxnSpPr/>
            <p:nvPr/>
          </p:nvCxnSpPr>
          <p:spPr>
            <a:xfrm>
              <a:off x="7527159"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74" name="Google Shape;74;p3"/>
            <p:cNvCxnSpPr/>
            <p:nvPr/>
          </p:nvCxnSpPr>
          <p:spPr>
            <a:xfrm>
              <a:off x="7479971"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75" name="Google Shape;75;p3"/>
            <p:cNvCxnSpPr/>
            <p:nvPr/>
          </p:nvCxnSpPr>
          <p:spPr>
            <a:xfrm>
              <a:off x="743276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76" name="Google Shape;76;p3"/>
            <p:cNvCxnSpPr/>
            <p:nvPr/>
          </p:nvCxnSpPr>
          <p:spPr>
            <a:xfrm>
              <a:off x="7385576"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77" name="Google Shape;77;p3"/>
            <p:cNvCxnSpPr/>
            <p:nvPr/>
          </p:nvCxnSpPr>
          <p:spPr>
            <a:xfrm>
              <a:off x="7330544"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78" name="Google Shape;78;p3"/>
            <p:cNvCxnSpPr/>
            <p:nvPr/>
          </p:nvCxnSpPr>
          <p:spPr>
            <a:xfrm>
              <a:off x="7283356"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79" name="Google Shape;79;p3"/>
            <p:cNvCxnSpPr/>
            <p:nvPr/>
          </p:nvCxnSpPr>
          <p:spPr>
            <a:xfrm>
              <a:off x="7236149"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80" name="Google Shape;80;p3"/>
            <p:cNvCxnSpPr/>
            <p:nvPr/>
          </p:nvCxnSpPr>
          <p:spPr>
            <a:xfrm>
              <a:off x="7188961"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81" name="Google Shape;81;p3"/>
            <p:cNvCxnSpPr/>
            <p:nvPr/>
          </p:nvCxnSpPr>
          <p:spPr>
            <a:xfrm>
              <a:off x="7149618"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82" name="Google Shape;82;p3"/>
            <p:cNvCxnSpPr/>
            <p:nvPr/>
          </p:nvCxnSpPr>
          <p:spPr>
            <a:xfrm>
              <a:off x="7102431" y="4513500"/>
              <a:ext cx="0" cy="300900"/>
            </a:xfrm>
            <a:prstGeom prst="straightConnector1">
              <a:avLst/>
            </a:prstGeom>
            <a:noFill/>
            <a:ln w="38100" cap="flat" cmpd="sng">
              <a:solidFill>
                <a:schemeClr val="dk1"/>
              </a:solidFill>
              <a:prstDash val="solid"/>
              <a:round/>
              <a:headEnd type="none" w="med" len="med"/>
              <a:tailEnd type="none" w="med" len="med"/>
            </a:ln>
          </p:spPr>
        </p:cxnSp>
        <p:cxnSp>
          <p:nvCxnSpPr>
            <p:cNvPr id="83" name="Google Shape;83;p3"/>
            <p:cNvCxnSpPr/>
            <p:nvPr/>
          </p:nvCxnSpPr>
          <p:spPr>
            <a:xfrm>
              <a:off x="7055224" y="4513500"/>
              <a:ext cx="0" cy="300900"/>
            </a:xfrm>
            <a:prstGeom prst="straightConnector1">
              <a:avLst/>
            </a:prstGeom>
            <a:noFill/>
            <a:ln w="9525" cap="flat" cmpd="sng">
              <a:solidFill>
                <a:schemeClr val="dk1"/>
              </a:solidFill>
              <a:prstDash val="solid"/>
              <a:round/>
              <a:headEnd type="none" w="med" len="med"/>
              <a:tailEnd type="none" w="med" len="med"/>
            </a:ln>
          </p:spPr>
        </p:cxnSp>
      </p:grpSp>
      <p:cxnSp>
        <p:nvCxnSpPr>
          <p:cNvPr id="84" name="Google Shape;84;p3"/>
          <p:cNvCxnSpPr/>
          <p:nvPr/>
        </p:nvCxnSpPr>
        <p:spPr>
          <a:xfrm rot="10800000">
            <a:off x="7760759" y="4663948"/>
            <a:ext cx="673217"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5"/>
        <p:cNvGrpSpPr/>
        <p:nvPr/>
      </p:nvGrpSpPr>
      <p:grpSpPr>
        <a:xfrm>
          <a:off x="0" y="0"/>
          <a:ext cx="0" cy="0"/>
          <a:chOff x="0" y="0"/>
          <a:chExt cx="0" cy="0"/>
        </a:xfrm>
      </p:grpSpPr>
      <p:sp>
        <p:nvSpPr>
          <p:cNvPr id="86" name="Google Shape;86;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87" name="Google Shape;87;p4"/>
          <p:cNvSpPr txBox="1">
            <a:spLocks noGrp="1"/>
          </p:cNvSpPr>
          <p:nvPr>
            <p:ph type="subTitle" idx="1"/>
          </p:nvPr>
        </p:nvSpPr>
        <p:spPr>
          <a:xfrm>
            <a:off x="720000" y="1151375"/>
            <a:ext cx="7704000" cy="373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200"/>
            </a:lvl1pPr>
            <a:lvl2pPr lvl="1">
              <a:spcBef>
                <a:spcPts val="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cxnSp>
        <p:nvCxnSpPr>
          <p:cNvPr id="88" name="Google Shape;88;p4"/>
          <p:cNvCxnSpPr/>
          <p:nvPr/>
        </p:nvCxnSpPr>
        <p:spPr>
          <a:xfrm rot="10800000">
            <a:off x="730384" y="4663910"/>
            <a:ext cx="7703498"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89"/>
        <p:cNvGrpSpPr/>
        <p:nvPr/>
      </p:nvGrpSpPr>
      <p:grpSpPr>
        <a:xfrm>
          <a:off x="0" y="0"/>
          <a:ext cx="0" cy="0"/>
          <a:chOff x="0" y="0"/>
          <a:chExt cx="0" cy="0"/>
        </a:xfrm>
      </p:grpSpPr>
      <p:sp>
        <p:nvSpPr>
          <p:cNvPr id="90" name="Google Shape;90;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91" name="Google Shape;91;p5"/>
          <p:cNvSpPr txBox="1">
            <a:spLocks noGrp="1"/>
          </p:cNvSpPr>
          <p:nvPr>
            <p:ph type="subTitle" idx="1"/>
          </p:nvPr>
        </p:nvSpPr>
        <p:spPr>
          <a:xfrm>
            <a:off x="4808667" y="3223150"/>
            <a:ext cx="3024600" cy="1027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92" name="Google Shape;92;p5"/>
          <p:cNvSpPr txBox="1">
            <a:spLocks noGrp="1"/>
          </p:cNvSpPr>
          <p:nvPr>
            <p:ph type="subTitle" idx="2"/>
          </p:nvPr>
        </p:nvSpPr>
        <p:spPr>
          <a:xfrm>
            <a:off x="1311061" y="3223150"/>
            <a:ext cx="3023700" cy="1027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93" name="Google Shape;93;p5"/>
          <p:cNvSpPr txBox="1">
            <a:spLocks noGrp="1"/>
          </p:cNvSpPr>
          <p:nvPr>
            <p:ph type="subTitle" idx="3"/>
          </p:nvPr>
        </p:nvSpPr>
        <p:spPr>
          <a:xfrm>
            <a:off x="1311050" y="2725527"/>
            <a:ext cx="3023700" cy="507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Font typeface="Montserrat"/>
              <a:buNone/>
              <a:defRPr sz="2200">
                <a:latin typeface="Lexend ExtraBold"/>
                <a:ea typeface="Lexend ExtraBold"/>
                <a:cs typeface="Lexend ExtraBold"/>
                <a:sym typeface="Lexend ExtraBold"/>
              </a:defRPr>
            </a:lvl1pPr>
            <a:lvl2pPr lvl="1" algn="ctr" rtl="0">
              <a:spcBef>
                <a:spcPts val="0"/>
              </a:spcBef>
              <a:spcAft>
                <a:spcPts val="0"/>
              </a:spcAft>
              <a:buSzPts val="2000"/>
              <a:buFont typeface="Montserrat"/>
              <a:buNone/>
              <a:defRPr sz="2000">
                <a:latin typeface="Montserrat"/>
                <a:ea typeface="Montserrat"/>
                <a:cs typeface="Montserrat"/>
                <a:sym typeface="Montserrat"/>
              </a:defRPr>
            </a:lvl2pPr>
            <a:lvl3pPr lvl="2" algn="ctr" rtl="0">
              <a:spcBef>
                <a:spcPts val="1600"/>
              </a:spcBef>
              <a:spcAft>
                <a:spcPts val="0"/>
              </a:spcAft>
              <a:buSzPts val="2000"/>
              <a:buFont typeface="Montserrat"/>
              <a:buNone/>
              <a:defRPr sz="2000">
                <a:latin typeface="Montserrat"/>
                <a:ea typeface="Montserrat"/>
                <a:cs typeface="Montserrat"/>
                <a:sym typeface="Montserrat"/>
              </a:defRPr>
            </a:lvl3pPr>
            <a:lvl4pPr lvl="3" algn="ctr" rtl="0">
              <a:spcBef>
                <a:spcPts val="1600"/>
              </a:spcBef>
              <a:spcAft>
                <a:spcPts val="0"/>
              </a:spcAft>
              <a:buSzPts val="2000"/>
              <a:buFont typeface="Montserrat"/>
              <a:buNone/>
              <a:defRPr sz="2000">
                <a:latin typeface="Montserrat"/>
                <a:ea typeface="Montserrat"/>
                <a:cs typeface="Montserrat"/>
                <a:sym typeface="Montserrat"/>
              </a:defRPr>
            </a:lvl4pPr>
            <a:lvl5pPr lvl="4" algn="ctr" rtl="0">
              <a:spcBef>
                <a:spcPts val="1600"/>
              </a:spcBef>
              <a:spcAft>
                <a:spcPts val="0"/>
              </a:spcAft>
              <a:buSzPts val="2000"/>
              <a:buFont typeface="Montserrat"/>
              <a:buNone/>
              <a:defRPr sz="2000">
                <a:latin typeface="Montserrat"/>
                <a:ea typeface="Montserrat"/>
                <a:cs typeface="Montserrat"/>
                <a:sym typeface="Montserrat"/>
              </a:defRPr>
            </a:lvl5pPr>
            <a:lvl6pPr lvl="5" algn="ctr" rtl="0">
              <a:spcBef>
                <a:spcPts val="1600"/>
              </a:spcBef>
              <a:spcAft>
                <a:spcPts val="0"/>
              </a:spcAft>
              <a:buSzPts val="2000"/>
              <a:buFont typeface="Montserrat"/>
              <a:buNone/>
              <a:defRPr sz="2000">
                <a:latin typeface="Montserrat"/>
                <a:ea typeface="Montserrat"/>
                <a:cs typeface="Montserrat"/>
                <a:sym typeface="Montserrat"/>
              </a:defRPr>
            </a:lvl6pPr>
            <a:lvl7pPr lvl="6" algn="ctr" rtl="0">
              <a:spcBef>
                <a:spcPts val="1600"/>
              </a:spcBef>
              <a:spcAft>
                <a:spcPts val="0"/>
              </a:spcAft>
              <a:buSzPts val="2000"/>
              <a:buFont typeface="Montserrat"/>
              <a:buNone/>
              <a:defRPr sz="2000">
                <a:latin typeface="Montserrat"/>
                <a:ea typeface="Montserrat"/>
                <a:cs typeface="Montserrat"/>
                <a:sym typeface="Montserrat"/>
              </a:defRPr>
            </a:lvl7pPr>
            <a:lvl8pPr lvl="7" algn="ctr" rtl="0">
              <a:spcBef>
                <a:spcPts val="1600"/>
              </a:spcBef>
              <a:spcAft>
                <a:spcPts val="0"/>
              </a:spcAft>
              <a:buSzPts val="2000"/>
              <a:buFont typeface="Montserrat"/>
              <a:buNone/>
              <a:defRPr sz="2000">
                <a:latin typeface="Montserrat"/>
                <a:ea typeface="Montserrat"/>
                <a:cs typeface="Montserrat"/>
                <a:sym typeface="Montserrat"/>
              </a:defRPr>
            </a:lvl8pPr>
            <a:lvl9pPr lvl="8" algn="ctr" rtl="0">
              <a:spcBef>
                <a:spcPts val="1600"/>
              </a:spcBef>
              <a:spcAft>
                <a:spcPts val="1600"/>
              </a:spcAft>
              <a:buSzPts val="2000"/>
              <a:buFont typeface="Montserrat"/>
              <a:buNone/>
              <a:defRPr sz="2000">
                <a:latin typeface="Montserrat"/>
                <a:ea typeface="Montserrat"/>
                <a:cs typeface="Montserrat"/>
                <a:sym typeface="Montserrat"/>
              </a:defRPr>
            </a:lvl9pPr>
          </a:lstStyle>
          <a:p>
            <a:endParaRPr/>
          </a:p>
        </p:txBody>
      </p:sp>
      <p:sp>
        <p:nvSpPr>
          <p:cNvPr id="94" name="Google Shape;94;p5"/>
          <p:cNvSpPr txBox="1">
            <a:spLocks noGrp="1"/>
          </p:cNvSpPr>
          <p:nvPr>
            <p:ph type="subTitle" idx="4"/>
          </p:nvPr>
        </p:nvSpPr>
        <p:spPr>
          <a:xfrm>
            <a:off x="4808983" y="2725527"/>
            <a:ext cx="3023700" cy="507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000"/>
              <a:buFont typeface="Montserrat"/>
              <a:buNone/>
              <a:defRPr sz="2200">
                <a:latin typeface="Lexend ExtraBold"/>
                <a:ea typeface="Lexend ExtraBold"/>
                <a:cs typeface="Lexend ExtraBold"/>
                <a:sym typeface="Lexend ExtraBold"/>
              </a:defRPr>
            </a:lvl1pPr>
            <a:lvl2pPr lvl="1" algn="ctr" rtl="0">
              <a:spcBef>
                <a:spcPts val="0"/>
              </a:spcBef>
              <a:spcAft>
                <a:spcPts val="0"/>
              </a:spcAft>
              <a:buSzPts val="2000"/>
              <a:buFont typeface="Montserrat"/>
              <a:buNone/>
              <a:defRPr sz="2000">
                <a:latin typeface="Montserrat"/>
                <a:ea typeface="Montserrat"/>
                <a:cs typeface="Montserrat"/>
                <a:sym typeface="Montserrat"/>
              </a:defRPr>
            </a:lvl2pPr>
            <a:lvl3pPr lvl="2" algn="ctr" rtl="0">
              <a:spcBef>
                <a:spcPts val="1600"/>
              </a:spcBef>
              <a:spcAft>
                <a:spcPts val="0"/>
              </a:spcAft>
              <a:buSzPts val="2000"/>
              <a:buFont typeface="Montserrat"/>
              <a:buNone/>
              <a:defRPr sz="2000">
                <a:latin typeface="Montserrat"/>
                <a:ea typeface="Montserrat"/>
                <a:cs typeface="Montserrat"/>
                <a:sym typeface="Montserrat"/>
              </a:defRPr>
            </a:lvl3pPr>
            <a:lvl4pPr lvl="3" algn="ctr" rtl="0">
              <a:spcBef>
                <a:spcPts val="1600"/>
              </a:spcBef>
              <a:spcAft>
                <a:spcPts val="0"/>
              </a:spcAft>
              <a:buSzPts val="2000"/>
              <a:buFont typeface="Montserrat"/>
              <a:buNone/>
              <a:defRPr sz="2000">
                <a:latin typeface="Montserrat"/>
                <a:ea typeface="Montserrat"/>
                <a:cs typeface="Montserrat"/>
                <a:sym typeface="Montserrat"/>
              </a:defRPr>
            </a:lvl4pPr>
            <a:lvl5pPr lvl="4" algn="ctr" rtl="0">
              <a:spcBef>
                <a:spcPts val="1600"/>
              </a:spcBef>
              <a:spcAft>
                <a:spcPts val="0"/>
              </a:spcAft>
              <a:buSzPts val="2000"/>
              <a:buFont typeface="Montserrat"/>
              <a:buNone/>
              <a:defRPr sz="2000">
                <a:latin typeface="Montserrat"/>
                <a:ea typeface="Montserrat"/>
                <a:cs typeface="Montserrat"/>
                <a:sym typeface="Montserrat"/>
              </a:defRPr>
            </a:lvl5pPr>
            <a:lvl6pPr lvl="5" algn="ctr" rtl="0">
              <a:spcBef>
                <a:spcPts val="1600"/>
              </a:spcBef>
              <a:spcAft>
                <a:spcPts val="0"/>
              </a:spcAft>
              <a:buSzPts val="2000"/>
              <a:buFont typeface="Montserrat"/>
              <a:buNone/>
              <a:defRPr sz="2000">
                <a:latin typeface="Montserrat"/>
                <a:ea typeface="Montserrat"/>
                <a:cs typeface="Montserrat"/>
                <a:sym typeface="Montserrat"/>
              </a:defRPr>
            </a:lvl6pPr>
            <a:lvl7pPr lvl="6" algn="ctr" rtl="0">
              <a:spcBef>
                <a:spcPts val="1600"/>
              </a:spcBef>
              <a:spcAft>
                <a:spcPts val="0"/>
              </a:spcAft>
              <a:buSzPts val="2000"/>
              <a:buFont typeface="Montserrat"/>
              <a:buNone/>
              <a:defRPr sz="2000">
                <a:latin typeface="Montserrat"/>
                <a:ea typeface="Montserrat"/>
                <a:cs typeface="Montserrat"/>
                <a:sym typeface="Montserrat"/>
              </a:defRPr>
            </a:lvl7pPr>
            <a:lvl8pPr lvl="7" algn="ctr" rtl="0">
              <a:spcBef>
                <a:spcPts val="1600"/>
              </a:spcBef>
              <a:spcAft>
                <a:spcPts val="0"/>
              </a:spcAft>
              <a:buSzPts val="2000"/>
              <a:buFont typeface="Montserrat"/>
              <a:buNone/>
              <a:defRPr sz="2000">
                <a:latin typeface="Montserrat"/>
                <a:ea typeface="Montserrat"/>
                <a:cs typeface="Montserrat"/>
                <a:sym typeface="Montserrat"/>
              </a:defRPr>
            </a:lvl8pPr>
            <a:lvl9pPr lvl="8" algn="ctr" rtl="0">
              <a:spcBef>
                <a:spcPts val="1600"/>
              </a:spcBef>
              <a:spcAft>
                <a:spcPts val="1600"/>
              </a:spcAft>
              <a:buSzPts val="2000"/>
              <a:buFont typeface="Montserrat"/>
              <a:buNone/>
              <a:defRPr sz="2000">
                <a:latin typeface="Montserrat"/>
                <a:ea typeface="Montserrat"/>
                <a:cs typeface="Montserrat"/>
                <a:sym typeface="Montserrat"/>
              </a:defRPr>
            </a:lvl9pPr>
          </a:lstStyle>
          <a:p>
            <a:endParaRPr/>
          </a:p>
        </p:txBody>
      </p:sp>
      <p:cxnSp>
        <p:nvCxnSpPr>
          <p:cNvPr id="95" name="Google Shape;95;p5"/>
          <p:cNvCxnSpPr/>
          <p:nvPr/>
        </p:nvCxnSpPr>
        <p:spPr>
          <a:xfrm rot="10800000">
            <a:off x="730384" y="4663910"/>
            <a:ext cx="7703498"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6"/>
        <p:cNvGrpSpPr/>
        <p:nvPr/>
      </p:nvGrpSpPr>
      <p:grpSpPr>
        <a:xfrm>
          <a:off x="0" y="0"/>
          <a:ext cx="0" cy="0"/>
          <a:chOff x="0" y="0"/>
          <a:chExt cx="0" cy="0"/>
        </a:xfrm>
      </p:grpSpPr>
      <p:sp>
        <p:nvSpPr>
          <p:cNvPr id="97" name="Google Shape;97;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cxnSp>
        <p:nvCxnSpPr>
          <p:cNvPr id="98" name="Google Shape;98;p6"/>
          <p:cNvCxnSpPr/>
          <p:nvPr/>
        </p:nvCxnSpPr>
        <p:spPr>
          <a:xfrm rot="10800000">
            <a:off x="730384" y="4663910"/>
            <a:ext cx="7703498"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99"/>
        <p:cNvGrpSpPr/>
        <p:nvPr/>
      </p:nvGrpSpPr>
      <p:grpSpPr>
        <a:xfrm>
          <a:off x="0" y="0"/>
          <a:ext cx="0" cy="0"/>
          <a:chOff x="0" y="0"/>
          <a:chExt cx="0" cy="0"/>
        </a:xfrm>
      </p:grpSpPr>
      <p:sp>
        <p:nvSpPr>
          <p:cNvPr id="100" name="Google Shape;100;p7"/>
          <p:cNvSpPr txBox="1">
            <a:spLocks noGrp="1"/>
          </p:cNvSpPr>
          <p:nvPr>
            <p:ph type="body" idx="1"/>
          </p:nvPr>
        </p:nvSpPr>
        <p:spPr>
          <a:xfrm>
            <a:off x="720000" y="1778800"/>
            <a:ext cx="3876900" cy="23595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1600"/>
              </a:spcBef>
              <a:spcAft>
                <a:spcPts val="0"/>
              </a:spcAft>
              <a:buSzPts val="1400"/>
              <a:buChar char="■"/>
              <a:defRPr/>
            </a:lvl3pPr>
            <a:lvl4pPr marL="1828800" lvl="3" indent="-317500" rtl="0">
              <a:lnSpc>
                <a:spcPct val="115000"/>
              </a:lnSpc>
              <a:spcBef>
                <a:spcPts val="1600"/>
              </a:spcBef>
              <a:spcAft>
                <a:spcPts val="0"/>
              </a:spcAft>
              <a:buSzPts val="1400"/>
              <a:buChar char="●"/>
              <a:defRPr/>
            </a:lvl4pPr>
            <a:lvl5pPr marL="2286000" lvl="4" indent="-317500" rtl="0">
              <a:lnSpc>
                <a:spcPct val="115000"/>
              </a:lnSpc>
              <a:spcBef>
                <a:spcPts val="1600"/>
              </a:spcBef>
              <a:spcAft>
                <a:spcPts val="0"/>
              </a:spcAft>
              <a:buSzPts val="1400"/>
              <a:buChar char="○"/>
              <a:defRPr/>
            </a:lvl5pPr>
            <a:lvl6pPr marL="2743200" lvl="5" indent="-317500" rtl="0">
              <a:lnSpc>
                <a:spcPct val="115000"/>
              </a:lnSpc>
              <a:spcBef>
                <a:spcPts val="1600"/>
              </a:spcBef>
              <a:spcAft>
                <a:spcPts val="0"/>
              </a:spcAft>
              <a:buSzPts val="1400"/>
              <a:buChar char="■"/>
              <a:defRPr/>
            </a:lvl6pPr>
            <a:lvl7pPr marL="3200400" lvl="6" indent="-317500" rtl="0">
              <a:lnSpc>
                <a:spcPct val="115000"/>
              </a:lnSpc>
              <a:spcBef>
                <a:spcPts val="1600"/>
              </a:spcBef>
              <a:spcAft>
                <a:spcPts val="0"/>
              </a:spcAft>
              <a:buSzPts val="1400"/>
              <a:buChar char="●"/>
              <a:defRPr/>
            </a:lvl7pPr>
            <a:lvl8pPr marL="3657600" lvl="7" indent="-317500" rtl="0">
              <a:lnSpc>
                <a:spcPct val="115000"/>
              </a:lnSpc>
              <a:spcBef>
                <a:spcPts val="1600"/>
              </a:spcBef>
              <a:spcAft>
                <a:spcPts val="0"/>
              </a:spcAft>
              <a:buSzPts val="1400"/>
              <a:buChar char="○"/>
              <a:defRPr/>
            </a:lvl8pPr>
            <a:lvl9pPr marL="4114800" lvl="8" indent="-317500" rtl="0">
              <a:lnSpc>
                <a:spcPct val="115000"/>
              </a:lnSpc>
              <a:spcBef>
                <a:spcPts val="1600"/>
              </a:spcBef>
              <a:spcAft>
                <a:spcPts val="1600"/>
              </a:spcAft>
              <a:buSzPts val="1400"/>
              <a:buChar char="■"/>
              <a:defRPr/>
            </a:lvl9pPr>
          </a:lstStyle>
          <a:p>
            <a:endParaRPr/>
          </a:p>
        </p:txBody>
      </p:sp>
      <p:sp>
        <p:nvSpPr>
          <p:cNvPr id="101" name="Google Shape;101;p7"/>
          <p:cNvSpPr txBox="1">
            <a:spLocks noGrp="1"/>
          </p:cNvSpPr>
          <p:nvPr>
            <p:ph type="title"/>
          </p:nvPr>
        </p:nvSpPr>
        <p:spPr>
          <a:xfrm>
            <a:off x="720000" y="445784"/>
            <a:ext cx="3876900" cy="12021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cxnSp>
        <p:nvCxnSpPr>
          <p:cNvPr id="102" name="Google Shape;102;p7"/>
          <p:cNvCxnSpPr/>
          <p:nvPr/>
        </p:nvCxnSpPr>
        <p:spPr>
          <a:xfrm rot="10800000">
            <a:off x="719677" y="4663910"/>
            <a:ext cx="7714368"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03"/>
        <p:cNvGrpSpPr/>
        <p:nvPr/>
      </p:nvGrpSpPr>
      <p:grpSpPr>
        <a:xfrm>
          <a:off x="0" y="0"/>
          <a:ext cx="0" cy="0"/>
          <a:chOff x="0" y="0"/>
          <a:chExt cx="0" cy="0"/>
        </a:xfrm>
      </p:grpSpPr>
      <p:sp>
        <p:nvSpPr>
          <p:cNvPr id="104" name="Google Shape;104;p8"/>
          <p:cNvSpPr txBox="1">
            <a:spLocks noGrp="1"/>
          </p:cNvSpPr>
          <p:nvPr>
            <p:ph type="title"/>
          </p:nvPr>
        </p:nvSpPr>
        <p:spPr>
          <a:xfrm>
            <a:off x="1101250" y="1307100"/>
            <a:ext cx="6941400" cy="2529300"/>
          </a:xfrm>
          <a:prstGeom prst="rect">
            <a:avLst/>
          </a:prstGeom>
        </p:spPr>
        <p:txBody>
          <a:bodyPr spcFirstLastPara="1" wrap="square" lIns="91425" tIns="91425" rIns="91425" bIns="91425" anchor="t"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05" name="Google Shape;105;p8"/>
          <p:cNvSpPr txBox="1">
            <a:spLocks noGrp="1"/>
          </p:cNvSpPr>
          <p:nvPr>
            <p:ph type="subTitle" idx="1"/>
          </p:nvPr>
        </p:nvSpPr>
        <p:spPr>
          <a:xfrm>
            <a:off x="720000" y="471975"/>
            <a:ext cx="2336100" cy="218700"/>
          </a:xfrm>
          <a:prstGeom prst="rect">
            <a:avLst/>
          </a:prstGeom>
        </p:spPr>
        <p:txBody>
          <a:bodyPr spcFirstLastPara="1" wrap="square" lIns="91425" tIns="91425" rIns="91425" bIns="91425" anchor="ctr" anchorCtr="0">
            <a:noAutofit/>
          </a:bodyPr>
          <a:lstStyle>
            <a:lvl1pPr lvl="0" rtl="0">
              <a:spcBef>
                <a:spcPts val="0"/>
              </a:spcBef>
              <a:spcAft>
                <a:spcPts val="0"/>
              </a:spcAft>
              <a:buSzPts val="1000"/>
              <a:buNone/>
              <a:defRPr sz="1000">
                <a:solidFill>
                  <a:srgbClr val="000000"/>
                </a:solidFill>
              </a:defRPr>
            </a:lvl1pPr>
            <a:lvl2pPr lvl="1" rtl="0">
              <a:spcBef>
                <a:spcPts val="0"/>
              </a:spcBef>
              <a:spcAft>
                <a:spcPts val="0"/>
              </a:spcAft>
              <a:buSzPts val="1000"/>
              <a:buNone/>
              <a:defRPr sz="1000"/>
            </a:lvl2pPr>
            <a:lvl3pPr lvl="2" rtl="0">
              <a:spcBef>
                <a:spcPts val="0"/>
              </a:spcBef>
              <a:spcAft>
                <a:spcPts val="0"/>
              </a:spcAft>
              <a:buSzPts val="1000"/>
              <a:buNone/>
              <a:defRPr sz="1000"/>
            </a:lvl3pPr>
            <a:lvl4pPr lvl="3" rtl="0">
              <a:spcBef>
                <a:spcPts val="0"/>
              </a:spcBef>
              <a:spcAft>
                <a:spcPts val="0"/>
              </a:spcAft>
              <a:buSzPts val="1000"/>
              <a:buNone/>
              <a:defRPr sz="1000"/>
            </a:lvl4pPr>
            <a:lvl5pPr lvl="4" rtl="0">
              <a:spcBef>
                <a:spcPts val="0"/>
              </a:spcBef>
              <a:spcAft>
                <a:spcPts val="0"/>
              </a:spcAft>
              <a:buSzPts val="1000"/>
              <a:buNone/>
              <a:defRPr sz="1000"/>
            </a:lvl5pPr>
            <a:lvl6pPr lvl="5" rtl="0">
              <a:spcBef>
                <a:spcPts val="0"/>
              </a:spcBef>
              <a:spcAft>
                <a:spcPts val="0"/>
              </a:spcAft>
              <a:buSzPts val="1000"/>
              <a:buNone/>
              <a:defRPr sz="1000"/>
            </a:lvl6pPr>
            <a:lvl7pPr lvl="6" rtl="0">
              <a:spcBef>
                <a:spcPts val="0"/>
              </a:spcBef>
              <a:spcAft>
                <a:spcPts val="0"/>
              </a:spcAft>
              <a:buSzPts val="1000"/>
              <a:buNone/>
              <a:defRPr sz="1000"/>
            </a:lvl7pPr>
            <a:lvl8pPr lvl="7" rtl="0">
              <a:spcBef>
                <a:spcPts val="0"/>
              </a:spcBef>
              <a:spcAft>
                <a:spcPts val="0"/>
              </a:spcAft>
              <a:buSzPts val="1000"/>
              <a:buNone/>
              <a:defRPr sz="1000"/>
            </a:lvl8pPr>
            <a:lvl9pPr lvl="8" rtl="0">
              <a:spcBef>
                <a:spcPts val="0"/>
              </a:spcBef>
              <a:spcAft>
                <a:spcPts val="0"/>
              </a:spcAft>
              <a:buSzPts val="1000"/>
              <a:buNone/>
              <a:defRPr sz="1000"/>
            </a:lvl9pPr>
          </a:lstStyle>
          <a:p>
            <a:endParaRPr/>
          </a:p>
        </p:txBody>
      </p:sp>
      <p:sp>
        <p:nvSpPr>
          <p:cNvPr id="106" name="Google Shape;106;p8"/>
          <p:cNvSpPr txBox="1">
            <a:spLocks noGrp="1"/>
          </p:cNvSpPr>
          <p:nvPr>
            <p:ph type="subTitle" idx="2"/>
          </p:nvPr>
        </p:nvSpPr>
        <p:spPr>
          <a:xfrm>
            <a:off x="2147925" y="4697325"/>
            <a:ext cx="1368600" cy="124800"/>
          </a:xfrm>
          <a:prstGeom prst="rect">
            <a:avLst/>
          </a:prstGeom>
        </p:spPr>
        <p:txBody>
          <a:bodyPr spcFirstLastPara="1" wrap="square" lIns="91425" tIns="91425" rIns="91425" bIns="91425" anchor="ctr" anchorCtr="0">
            <a:noAutofit/>
          </a:bodyPr>
          <a:lstStyle>
            <a:lvl1pPr lvl="0" rtl="0">
              <a:spcBef>
                <a:spcPts val="0"/>
              </a:spcBef>
              <a:spcAft>
                <a:spcPts val="0"/>
              </a:spcAft>
              <a:buSzPts val="1000"/>
              <a:buNone/>
              <a:defRPr sz="1000">
                <a:solidFill>
                  <a:srgbClr val="000000"/>
                </a:solidFill>
              </a:defRPr>
            </a:lvl1pPr>
            <a:lvl2pPr lvl="1" rtl="0">
              <a:spcBef>
                <a:spcPts val="0"/>
              </a:spcBef>
              <a:spcAft>
                <a:spcPts val="0"/>
              </a:spcAft>
              <a:buSzPts val="1000"/>
              <a:buNone/>
              <a:defRPr sz="1000"/>
            </a:lvl2pPr>
            <a:lvl3pPr lvl="2" rtl="0">
              <a:spcBef>
                <a:spcPts val="0"/>
              </a:spcBef>
              <a:spcAft>
                <a:spcPts val="0"/>
              </a:spcAft>
              <a:buSzPts val="1000"/>
              <a:buNone/>
              <a:defRPr sz="1000"/>
            </a:lvl3pPr>
            <a:lvl4pPr lvl="3" rtl="0">
              <a:spcBef>
                <a:spcPts val="0"/>
              </a:spcBef>
              <a:spcAft>
                <a:spcPts val="0"/>
              </a:spcAft>
              <a:buSzPts val="1000"/>
              <a:buNone/>
              <a:defRPr sz="1000"/>
            </a:lvl4pPr>
            <a:lvl5pPr lvl="4" rtl="0">
              <a:spcBef>
                <a:spcPts val="0"/>
              </a:spcBef>
              <a:spcAft>
                <a:spcPts val="0"/>
              </a:spcAft>
              <a:buSzPts val="1000"/>
              <a:buNone/>
              <a:defRPr sz="1000"/>
            </a:lvl5pPr>
            <a:lvl6pPr lvl="5" rtl="0">
              <a:spcBef>
                <a:spcPts val="0"/>
              </a:spcBef>
              <a:spcAft>
                <a:spcPts val="0"/>
              </a:spcAft>
              <a:buSzPts val="1000"/>
              <a:buNone/>
              <a:defRPr sz="1000"/>
            </a:lvl6pPr>
            <a:lvl7pPr lvl="6" rtl="0">
              <a:spcBef>
                <a:spcPts val="0"/>
              </a:spcBef>
              <a:spcAft>
                <a:spcPts val="0"/>
              </a:spcAft>
              <a:buSzPts val="1000"/>
              <a:buNone/>
              <a:defRPr sz="1000"/>
            </a:lvl7pPr>
            <a:lvl8pPr lvl="7" rtl="0">
              <a:spcBef>
                <a:spcPts val="0"/>
              </a:spcBef>
              <a:spcAft>
                <a:spcPts val="0"/>
              </a:spcAft>
              <a:buSzPts val="1000"/>
              <a:buNone/>
              <a:defRPr sz="1000"/>
            </a:lvl8pPr>
            <a:lvl9pPr lvl="8" rtl="0">
              <a:spcBef>
                <a:spcPts val="0"/>
              </a:spcBef>
              <a:spcAft>
                <a:spcPts val="0"/>
              </a:spcAft>
              <a:buSzPts val="1000"/>
              <a:buNone/>
              <a:defRPr sz="1000"/>
            </a:lvl9pPr>
          </a:lstStyle>
          <a:p>
            <a:endParaRPr/>
          </a:p>
        </p:txBody>
      </p:sp>
      <p:grpSp>
        <p:nvGrpSpPr>
          <p:cNvPr id="107" name="Google Shape;107;p8"/>
          <p:cNvGrpSpPr/>
          <p:nvPr/>
        </p:nvGrpSpPr>
        <p:grpSpPr>
          <a:xfrm>
            <a:off x="720011" y="4513500"/>
            <a:ext cx="1368528" cy="300900"/>
            <a:chOff x="7055224" y="4513500"/>
            <a:chExt cx="1368528" cy="300900"/>
          </a:xfrm>
        </p:grpSpPr>
        <p:grpSp>
          <p:nvGrpSpPr>
            <p:cNvPr id="108" name="Google Shape;108;p8"/>
            <p:cNvGrpSpPr/>
            <p:nvPr/>
          </p:nvGrpSpPr>
          <p:grpSpPr>
            <a:xfrm>
              <a:off x="7629309" y="4513500"/>
              <a:ext cx="794443" cy="300900"/>
              <a:chOff x="7310856" y="4513500"/>
              <a:chExt cx="1113132" cy="300900"/>
            </a:xfrm>
          </p:grpSpPr>
          <p:cxnSp>
            <p:nvCxnSpPr>
              <p:cNvPr id="109" name="Google Shape;109;p8"/>
              <p:cNvCxnSpPr/>
              <p:nvPr/>
            </p:nvCxnSpPr>
            <p:spPr>
              <a:xfrm>
                <a:off x="8423989"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10" name="Google Shape;110;p8"/>
              <p:cNvCxnSpPr/>
              <p:nvPr/>
            </p:nvCxnSpPr>
            <p:spPr>
              <a:xfrm>
                <a:off x="836886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11" name="Google Shape;111;p8"/>
              <p:cNvCxnSpPr/>
              <p:nvPr/>
            </p:nvCxnSpPr>
            <p:spPr>
              <a:xfrm>
                <a:off x="8302747"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112" name="Google Shape;112;p8"/>
              <p:cNvCxnSpPr/>
              <p:nvPr/>
            </p:nvCxnSpPr>
            <p:spPr>
              <a:xfrm>
                <a:off x="8236602"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13" name="Google Shape;113;p8"/>
              <p:cNvCxnSpPr/>
              <p:nvPr/>
            </p:nvCxnSpPr>
            <p:spPr>
              <a:xfrm>
                <a:off x="8170486"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14" name="Google Shape;114;p8"/>
              <p:cNvCxnSpPr/>
              <p:nvPr/>
            </p:nvCxnSpPr>
            <p:spPr>
              <a:xfrm>
                <a:off x="8093377"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115" name="Google Shape;115;p8"/>
              <p:cNvCxnSpPr/>
              <p:nvPr/>
            </p:nvCxnSpPr>
            <p:spPr>
              <a:xfrm>
                <a:off x="8027260"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16" name="Google Shape;116;p8"/>
              <p:cNvCxnSpPr/>
              <p:nvPr/>
            </p:nvCxnSpPr>
            <p:spPr>
              <a:xfrm>
                <a:off x="7961115"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117" name="Google Shape;117;p8"/>
              <p:cNvCxnSpPr/>
              <p:nvPr/>
            </p:nvCxnSpPr>
            <p:spPr>
              <a:xfrm>
                <a:off x="7894999"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18" name="Google Shape;118;p8"/>
              <p:cNvCxnSpPr/>
              <p:nvPr/>
            </p:nvCxnSpPr>
            <p:spPr>
              <a:xfrm>
                <a:off x="783987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19" name="Google Shape;119;p8"/>
              <p:cNvCxnSpPr/>
              <p:nvPr/>
            </p:nvCxnSpPr>
            <p:spPr>
              <a:xfrm>
                <a:off x="7773757" y="4513500"/>
                <a:ext cx="0" cy="300900"/>
              </a:xfrm>
              <a:prstGeom prst="straightConnector1">
                <a:avLst/>
              </a:prstGeom>
              <a:noFill/>
              <a:ln w="38100" cap="flat" cmpd="sng">
                <a:solidFill>
                  <a:schemeClr val="dk1"/>
                </a:solidFill>
                <a:prstDash val="solid"/>
                <a:round/>
                <a:headEnd type="none" w="med" len="med"/>
                <a:tailEnd type="none" w="med" len="med"/>
              </a:ln>
            </p:spPr>
          </p:cxnSp>
          <p:cxnSp>
            <p:nvCxnSpPr>
              <p:cNvPr id="120" name="Google Shape;120;p8"/>
              <p:cNvCxnSpPr/>
              <p:nvPr/>
            </p:nvCxnSpPr>
            <p:spPr>
              <a:xfrm>
                <a:off x="7707612"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21" name="Google Shape;121;p8"/>
              <p:cNvCxnSpPr/>
              <p:nvPr/>
            </p:nvCxnSpPr>
            <p:spPr>
              <a:xfrm>
                <a:off x="7641496" y="4513500"/>
                <a:ext cx="0" cy="300900"/>
              </a:xfrm>
              <a:prstGeom prst="straightConnector1">
                <a:avLst/>
              </a:prstGeom>
              <a:noFill/>
              <a:ln w="38100" cap="flat" cmpd="sng">
                <a:solidFill>
                  <a:schemeClr val="dk1"/>
                </a:solidFill>
                <a:prstDash val="solid"/>
                <a:round/>
                <a:headEnd type="none" w="med" len="med"/>
                <a:tailEnd type="none" w="med" len="med"/>
              </a:ln>
            </p:spPr>
          </p:cxnSp>
          <p:cxnSp>
            <p:nvCxnSpPr>
              <p:cNvPr id="122" name="Google Shape;122;p8"/>
              <p:cNvCxnSpPr/>
              <p:nvPr/>
            </p:nvCxnSpPr>
            <p:spPr>
              <a:xfrm>
                <a:off x="7575351"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123" name="Google Shape;123;p8"/>
              <p:cNvCxnSpPr/>
              <p:nvPr/>
            </p:nvCxnSpPr>
            <p:spPr>
              <a:xfrm>
                <a:off x="750923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24" name="Google Shape;124;p8"/>
              <p:cNvCxnSpPr/>
              <p:nvPr/>
            </p:nvCxnSpPr>
            <p:spPr>
              <a:xfrm>
                <a:off x="7443117"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25" name="Google Shape;125;p8"/>
              <p:cNvCxnSpPr/>
              <p:nvPr/>
            </p:nvCxnSpPr>
            <p:spPr>
              <a:xfrm>
                <a:off x="7377001"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26" name="Google Shape;126;p8"/>
              <p:cNvCxnSpPr/>
              <p:nvPr/>
            </p:nvCxnSpPr>
            <p:spPr>
              <a:xfrm>
                <a:off x="7310856" y="4513500"/>
                <a:ext cx="0" cy="300900"/>
              </a:xfrm>
              <a:prstGeom prst="straightConnector1">
                <a:avLst/>
              </a:prstGeom>
              <a:noFill/>
              <a:ln w="28575" cap="flat" cmpd="sng">
                <a:solidFill>
                  <a:schemeClr val="dk1"/>
                </a:solidFill>
                <a:prstDash val="solid"/>
                <a:round/>
                <a:headEnd type="none" w="med" len="med"/>
                <a:tailEnd type="none" w="med" len="med"/>
              </a:ln>
            </p:spPr>
          </p:cxnSp>
        </p:grpSp>
        <p:cxnSp>
          <p:nvCxnSpPr>
            <p:cNvPr id="127" name="Google Shape;127;p8"/>
            <p:cNvCxnSpPr/>
            <p:nvPr/>
          </p:nvCxnSpPr>
          <p:spPr>
            <a:xfrm>
              <a:off x="7566501"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28" name="Google Shape;128;p8"/>
            <p:cNvCxnSpPr/>
            <p:nvPr/>
          </p:nvCxnSpPr>
          <p:spPr>
            <a:xfrm>
              <a:off x="7527159"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29" name="Google Shape;129;p8"/>
            <p:cNvCxnSpPr/>
            <p:nvPr/>
          </p:nvCxnSpPr>
          <p:spPr>
            <a:xfrm>
              <a:off x="7479971"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130" name="Google Shape;130;p8"/>
            <p:cNvCxnSpPr/>
            <p:nvPr/>
          </p:nvCxnSpPr>
          <p:spPr>
            <a:xfrm>
              <a:off x="743276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31" name="Google Shape;131;p8"/>
            <p:cNvCxnSpPr/>
            <p:nvPr/>
          </p:nvCxnSpPr>
          <p:spPr>
            <a:xfrm>
              <a:off x="7385576"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32" name="Google Shape;132;p8"/>
            <p:cNvCxnSpPr/>
            <p:nvPr/>
          </p:nvCxnSpPr>
          <p:spPr>
            <a:xfrm>
              <a:off x="7330544"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133" name="Google Shape;133;p8"/>
            <p:cNvCxnSpPr/>
            <p:nvPr/>
          </p:nvCxnSpPr>
          <p:spPr>
            <a:xfrm>
              <a:off x="7283356"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34" name="Google Shape;134;p8"/>
            <p:cNvCxnSpPr/>
            <p:nvPr/>
          </p:nvCxnSpPr>
          <p:spPr>
            <a:xfrm>
              <a:off x="7236149"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135" name="Google Shape;135;p8"/>
            <p:cNvCxnSpPr/>
            <p:nvPr/>
          </p:nvCxnSpPr>
          <p:spPr>
            <a:xfrm>
              <a:off x="7188961"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36" name="Google Shape;136;p8"/>
            <p:cNvCxnSpPr/>
            <p:nvPr/>
          </p:nvCxnSpPr>
          <p:spPr>
            <a:xfrm>
              <a:off x="7149618"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37" name="Google Shape;137;p8"/>
            <p:cNvCxnSpPr/>
            <p:nvPr/>
          </p:nvCxnSpPr>
          <p:spPr>
            <a:xfrm>
              <a:off x="7102431" y="4513500"/>
              <a:ext cx="0" cy="300900"/>
            </a:xfrm>
            <a:prstGeom prst="straightConnector1">
              <a:avLst/>
            </a:prstGeom>
            <a:noFill/>
            <a:ln w="38100" cap="flat" cmpd="sng">
              <a:solidFill>
                <a:schemeClr val="dk1"/>
              </a:solidFill>
              <a:prstDash val="solid"/>
              <a:round/>
              <a:headEnd type="none" w="med" len="med"/>
              <a:tailEnd type="none" w="med" len="med"/>
            </a:ln>
          </p:spPr>
        </p:cxnSp>
        <p:cxnSp>
          <p:nvCxnSpPr>
            <p:cNvPr id="138" name="Google Shape;138;p8"/>
            <p:cNvCxnSpPr/>
            <p:nvPr/>
          </p:nvCxnSpPr>
          <p:spPr>
            <a:xfrm>
              <a:off x="7055224" y="4513500"/>
              <a:ext cx="0" cy="300900"/>
            </a:xfrm>
            <a:prstGeom prst="straightConnector1">
              <a:avLst/>
            </a:prstGeom>
            <a:noFill/>
            <a:ln w="9525" cap="flat" cmpd="sng">
              <a:solidFill>
                <a:schemeClr val="dk1"/>
              </a:solidFill>
              <a:prstDash val="solid"/>
              <a:round/>
              <a:headEnd type="none" w="med" len="med"/>
              <a:tailEnd type="none" w="med" len="med"/>
            </a:ln>
          </p:spPr>
        </p:cxnSp>
      </p:grpSp>
      <p:cxnSp>
        <p:nvCxnSpPr>
          <p:cNvPr id="139" name="Google Shape;139;p8"/>
          <p:cNvCxnSpPr/>
          <p:nvPr/>
        </p:nvCxnSpPr>
        <p:spPr>
          <a:xfrm rot="10800000">
            <a:off x="7760759" y="4663948"/>
            <a:ext cx="673217"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40"/>
        <p:cNvGrpSpPr/>
        <p:nvPr/>
      </p:nvGrpSpPr>
      <p:grpSpPr>
        <a:xfrm>
          <a:off x="0" y="0"/>
          <a:ext cx="0" cy="0"/>
          <a:chOff x="0" y="0"/>
          <a:chExt cx="0" cy="0"/>
        </a:xfrm>
      </p:grpSpPr>
      <p:sp>
        <p:nvSpPr>
          <p:cNvPr id="141" name="Google Shape;141;p9"/>
          <p:cNvSpPr txBox="1">
            <a:spLocks noGrp="1"/>
          </p:cNvSpPr>
          <p:nvPr>
            <p:ph type="subTitle" idx="1"/>
          </p:nvPr>
        </p:nvSpPr>
        <p:spPr>
          <a:xfrm>
            <a:off x="4217087" y="2364800"/>
            <a:ext cx="4143000" cy="132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900"/>
              <a:buNone/>
              <a:defRPr sz="1600"/>
            </a:lvl1pPr>
            <a:lvl2pPr lvl="1" algn="ctr" rtl="0">
              <a:lnSpc>
                <a:spcPct val="100000"/>
              </a:lnSpc>
              <a:spcBef>
                <a:spcPts val="1600"/>
              </a:spcBef>
              <a:spcAft>
                <a:spcPts val="0"/>
              </a:spcAft>
              <a:buSzPts val="1900"/>
              <a:buNone/>
              <a:defRPr sz="1900"/>
            </a:lvl2pPr>
            <a:lvl3pPr lvl="2" algn="ctr" rtl="0">
              <a:lnSpc>
                <a:spcPct val="100000"/>
              </a:lnSpc>
              <a:spcBef>
                <a:spcPts val="1600"/>
              </a:spcBef>
              <a:spcAft>
                <a:spcPts val="0"/>
              </a:spcAft>
              <a:buSzPts val="1900"/>
              <a:buNone/>
              <a:defRPr sz="1900"/>
            </a:lvl3pPr>
            <a:lvl4pPr lvl="3" algn="ctr" rtl="0">
              <a:lnSpc>
                <a:spcPct val="100000"/>
              </a:lnSpc>
              <a:spcBef>
                <a:spcPts val="1600"/>
              </a:spcBef>
              <a:spcAft>
                <a:spcPts val="0"/>
              </a:spcAft>
              <a:buSzPts val="1900"/>
              <a:buNone/>
              <a:defRPr sz="1900"/>
            </a:lvl4pPr>
            <a:lvl5pPr lvl="4" algn="ctr" rtl="0">
              <a:lnSpc>
                <a:spcPct val="100000"/>
              </a:lnSpc>
              <a:spcBef>
                <a:spcPts val="1600"/>
              </a:spcBef>
              <a:spcAft>
                <a:spcPts val="0"/>
              </a:spcAft>
              <a:buSzPts val="1900"/>
              <a:buNone/>
              <a:defRPr sz="1900"/>
            </a:lvl5pPr>
            <a:lvl6pPr lvl="5" algn="ctr" rtl="0">
              <a:lnSpc>
                <a:spcPct val="100000"/>
              </a:lnSpc>
              <a:spcBef>
                <a:spcPts val="1600"/>
              </a:spcBef>
              <a:spcAft>
                <a:spcPts val="0"/>
              </a:spcAft>
              <a:buSzPts val="1900"/>
              <a:buNone/>
              <a:defRPr sz="1900"/>
            </a:lvl6pPr>
            <a:lvl7pPr lvl="6" algn="ctr" rtl="0">
              <a:lnSpc>
                <a:spcPct val="100000"/>
              </a:lnSpc>
              <a:spcBef>
                <a:spcPts val="1600"/>
              </a:spcBef>
              <a:spcAft>
                <a:spcPts val="0"/>
              </a:spcAft>
              <a:buSzPts val="1900"/>
              <a:buNone/>
              <a:defRPr sz="1900"/>
            </a:lvl7pPr>
            <a:lvl8pPr lvl="7" algn="ctr" rtl="0">
              <a:lnSpc>
                <a:spcPct val="100000"/>
              </a:lnSpc>
              <a:spcBef>
                <a:spcPts val="1600"/>
              </a:spcBef>
              <a:spcAft>
                <a:spcPts val="0"/>
              </a:spcAft>
              <a:buSzPts val="1900"/>
              <a:buNone/>
              <a:defRPr sz="1900"/>
            </a:lvl8pPr>
            <a:lvl9pPr lvl="8" algn="ctr" rtl="0">
              <a:lnSpc>
                <a:spcPct val="100000"/>
              </a:lnSpc>
              <a:spcBef>
                <a:spcPts val="1600"/>
              </a:spcBef>
              <a:spcAft>
                <a:spcPts val="1600"/>
              </a:spcAft>
              <a:buSzPts val="1900"/>
              <a:buNone/>
              <a:defRPr sz="1900"/>
            </a:lvl9pPr>
          </a:lstStyle>
          <a:p>
            <a:endParaRPr/>
          </a:p>
        </p:txBody>
      </p:sp>
      <p:sp>
        <p:nvSpPr>
          <p:cNvPr id="142" name="Google Shape;142;p9"/>
          <p:cNvSpPr txBox="1">
            <a:spLocks noGrp="1"/>
          </p:cNvSpPr>
          <p:nvPr>
            <p:ph type="title"/>
          </p:nvPr>
        </p:nvSpPr>
        <p:spPr>
          <a:xfrm>
            <a:off x="4217110" y="1602225"/>
            <a:ext cx="4143000" cy="5727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900"/>
              <a:buNone/>
              <a:defRPr sz="39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endParaRPr/>
          </a:p>
        </p:txBody>
      </p:sp>
      <p:sp>
        <p:nvSpPr>
          <p:cNvPr id="143" name="Google Shape;143;p9"/>
          <p:cNvSpPr txBox="1">
            <a:spLocks noGrp="1"/>
          </p:cNvSpPr>
          <p:nvPr>
            <p:ph type="subTitle" idx="2"/>
          </p:nvPr>
        </p:nvSpPr>
        <p:spPr>
          <a:xfrm>
            <a:off x="6087900" y="471975"/>
            <a:ext cx="2336100" cy="2187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000"/>
              <a:buNone/>
              <a:defRPr sz="1000"/>
            </a:lvl1pPr>
            <a:lvl2pPr lvl="1" algn="r" rtl="0">
              <a:spcBef>
                <a:spcPts val="0"/>
              </a:spcBef>
              <a:spcAft>
                <a:spcPts val="0"/>
              </a:spcAft>
              <a:buSzPts val="1000"/>
              <a:buNone/>
              <a:defRPr sz="1000"/>
            </a:lvl2pPr>
            <a:lvl3pPr lvl="2" algn="r" rtl="0">
              <a:spcBef>
                <a:spcPts val="0"/>
              </a:spcBef>
              <a:spcAft>
                <a:spcPts val="0"/>
              </a:spcAft>
              <a:buSzPts val="1000"/>
              <a:buNone/>
              <a:defRPr sz="1000"/>
            </a:lvl3pPr>
            <a:lvl4pPr lvl="3" algn="r" rtl="0">
              <a:spcBef>
                <a:spcPts val="0"/>
              </a:spcBef>
              <a:spcAft>
                <a:spcPts val="0"/>
              </a:spcAft>
              <a:buSzPts val="1000"/>
              <a:buNone/>
              <a:defRPr sz="1000"/>
            </a:lvl4pPr>
            <a:lvl5pPr lvl="4" algn="r" rtl="0">
              <a:spcBef>
                <a:spcPts val="0"/>
              </a:spcBef>
              <a:spcAft>
                <a:spcPts val="0"/>
              </a:spcAft>
              <a:buSzPts val="1000"/>
              <a:buNone/>
              <a:defRPr sz="1000"/>
            </a:lvl5pPr>
            <a:lvl6pPr lvl="5" algn="r" rtl="0">
              <a:spcBef>
                <a:spcPts val="0"/>
              </a:spcBef>
              <a:spcAft>
                <a:spcPts val="0"/>
              </a:spcAft>
              <a:buSzPts val="1000"/>
              <a:buNone/>
              <a:defRPr sz="1000"/>
            </a:lvl6pPr>
            <a:lvl7pPr lvl="6" algn="r" rtl="0">
              <a:spcBef>
                <a:spcPts val="0"/>
              </a:spcBef>
              <a:spcAft>
                <a:spcPts val="0"/>
              </a:spcAft>
              <a:buSzPts val="1000"/>
              <a:buNone/>
              <a:defRPr sz="1000"/>
            </a:lvl7pPr>
            <a:lvl8pPr lvl="7" algn="r" rtl="0">
              <a:spcBef>
                <a:spcPts val="0"/>
              </a:spcBef>
              <a:spcAft>
                <a:spcPts val="0"/>
              </a:spcAft>
              <a:buSzPts val="1000"/>
              <a:buNone/>
              <a:defRPr sz="1000"/>
            </a:lvl8pPr>
            <a:lvl9pPr lvl="8" algn="r" rtl="0">
              <a:spcBef>
                <a:spcPts val="0"/>
              </a:spcBef>
              <a:spcAft>
                <a:spcPts val="0"/>
              </a:spcAft>
              <a:buSzPts val="1000"/>
              <a:buNone/>
              <a:defRPr sz="1000"/>
            </a:lvl9pPr>
          </a:lstStyle>
          <a:p>
            <a:endParaRPr/>
          </a:p>
        </p:txBody>
      </p:sp>
      <p:sp>
        <p:nvSpPr>
          <p:cNvPr id="144" name="Google Shape;144;p9"/>
          <p:cNvSpPr txBox="1">
            <a:spLocks noGrp="1"/>
          </p:cNvSpPr>
          <p:nvPr>
            <p:ph type="subTitle" idx="3"/>
          </p:nvPr>
        </p:nvSpPr>
        <p:spPr>
          <a:xfrm>
            <a:off x="5604300" y="4697325"/>
            <a:ext cx="1368600" cy="124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000"/>
              <a:buNone/>
              <a:defRPr sz="1000"/>
            </a:lvl1pPr>
            <a:lvl2pPr lvl="1" algn="r" rtl="0">
              <a:spcBef>
                <a:spcPts val="0"/>
              </a:spcBef>
              <a:spcAft>
                <a:spcPts val="0"/>
              </a:spcAft>
              <a:buSzPts val="1000"/>
              <a:buNone/>
              <a:defRPr sz="1000"/>
            </a:lvl2pPr>
            <a:lvl3pPr lvl="2" algn="r" rtl="0">
              <a:spcBef>
                <a:spcPts val="0"/>
              </a:spcBef>
              <a:spcAft>
                <a:spcPts val="0"/>
              </a:spcAft>
              <a:buSzPts val="1000"/>
              <a:buNone/>
              <a:defRPr sz="1000"/>
            </a:lvl3pPr>
            <a:lvl4pPr lvl="3" algn="r" rtl="0">
              <a:spcBef>
                <a:spcPts val="0"/>
              </a:spcBef>
              <a:spcAft>
                <a:spcPts val="0"/>
              </a:spcAft>
              <a:buSzPts val="1000"/>
              <a:buNone/>
              <a:defRPr sz="1000"/>
            </a:lvl4pPr>
            <a:lvl5pPr lvl="4" algn="r" rtl="0">
              <a:spcBef>
                <a:spcPts val="0"/>
              </a:spcBef>
              <a:spcAft>
                <a:spcPts val="0"/>
              </a:spcAft>
              <a:buSzPts val="1000"/>
              <a:buNone/>
              <a:defRPr sz="1000"/>
            </a:lvl5pPr>
            <a:lvl6pPr lvl="5" algn="r" rtl="0">
              <a:spcBef>
                <a:spcPts val="0"/>
              </a:spcBef>
              <a:spcAft>
                <a:spcPts val="0"/>
              </a:spcAft>
              <a:buSzPts val="1000"/>
              <a:buNone/>
              <a:defRPr sz="1000"/>
            </a:lvl6pPr>
            <a:lvl7pPr lvl="6" algn="r" rtl="0">
              <a:spcBef>
                <a:spcPts val="0"/>
              </a:spcBef>
              <a:spcAft>
                <a:spcPts val="0"/>
              </a:spcAft>
              <a:buSzPts val="1000"/>
              <a:buNone/>
              <a:defRPr sz="1000"/>
            </a:lvl7pPr>
            <a:lvl8pPr lvl="7" algn="r" rtl="0">
              <a:spcBef>
                <a:spcPts val="0"/>
              </a:spcBef>
              <a:spcAft>
                <a:spcPts val="0"/>
              </a:spcAft>
              <a:buSzPts val="1000"/>
              <a:buNone/>
              <a:defRPr sz="1000"/>
            </a:lvl8pPr>
            <a:lvl9pPr lvl="8" algn="r" rtl="0">
              <a:spcBef>
                <a:spcPts val="0"/>
              </a:spcBef>
              <a:spcAft>
                <a:spcPts val="0"/>
              </a:spcAft>
              <a:buSzPts val="1000"/>
              <a:buNone/>
              <a:defRPr sz="1000"/>
            </a:lvl9pPr>
          </a:lstStyle>
          <a:p>
            <a:endParaRPr/>
          </a:p>
        </p:txBody>
      </p:sp>
      <p:grpSp>
        <p:nvGrpSpPr>
          <p:cNvPr id="145" name="Google Shape;145;p9"/>
          <p:cNvGrpSpPr/>
          <p:nvPr/>
        </p:nvGrpSpPr>
        <p:grpSpPr>
          <a:xfrm>
            <a:off x="7037461" y="4513500"/>
            <a:ext cx="1368528" cy="300900"/>
            <a:chOff x="7055224" y="4513500"/>
            <a:chExt cx="1368528" cy="300900"/>
          </a:xfrm>
        </p:grpSpPr>
        <p:grpSp>
          <p:nvGrpSpPr>
            <p:cNvPr id="146" name="Google Shape;146;p9"/>
            <p:cNvGrpSpPr/>
            <p:nvPr/>
          </p:nvGrpSpPr>
          <p:grpSpPr>
            <a:xfrm>
              <a:off x="7629309" y="4513500"/>
              <a:ext cx="794443" cy="300900"/>
              <a:chOff x="7310856" y="4513500"/>
              <a:chExt cx="1113132" cy="300900"/>
            </a:xfrm>
          </p:grpSpPr>
          <p:cxnSp>
            <p:nvCxnSpPr>
              <p:cNvPr id="147" name="Google Shape;147;p9"/>
              <p:cNvCxnSpPr/>
              <p:nvPr/>
            </p:nvCxnSpPr>
            <p:spPr>
              <a:xfrm>
                <a:off x="8423989"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48" name="Google Shape;148;p9"/>
              <p:cNvCxnSpPr/>
              <p:nvPr/>
            </p:nvCxnSpPr>
            <p:spPr>
              <a:xfrm>
                <a:off x="836886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49" name="Google Shape;149;p9"/>
              <p:cNvCxnSpPr/>
              <p:nvPr/>
            </p:nvCxnSpPr>
            <p:spPr>
              <a:xfrm>
                <a:off x="8302747"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150" name="Google Shape;150;p9"/>
              <p:cNvCxnSpPr/>
              <p:nvPr/>
            </p:nvCxnSpPr>
            <p:spPr>
              <a:xfrm>
                <a:off x="8236602"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51" name="Google Shape;151;p9"/>
              <p:cNvCxnSpPr/>
              <p:nvPr/>
            </p:nvCxnSpPr>
            <p:spPr>
              <a:xfrm>
                <a:off x="8170486"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52" name="Google Shape;152;p9"/>
              <p:cNvCxnSpPr/>
              <p:nvPr/>
            </p:nvCxnSpPr>
            <p:spPr>
              <a:xfrm>
                <a:off x="8093377"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153" name="Google Shape;153;p9"/>
              <p:cNvCxnSpPr/>
              <p:nvPr/>
            </p:nvCxnSpPr>
            <p:spPr>
              <a:xfrm>
                <a:off x="8027260"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54" name="Google Shape;154;p9"/>
              <p:cNvCxnSpPr/>
              <p:nvPr/>
            </p:nvCxnSpPr>
            <p:spPr>
              <a:xfrm>
                <a:off x="7961115"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155" name="Google Shape;155;p9"/>
              <p:cNvCxnSpPr/>
              <p:nvPr/>
            </p:nvCxnSpPr>
            <p:spPr>
              <a:xfrm>
                <a:off x="7894999"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56" name="Google Shape;156;p9"/>
              <p:cNvCxnSpPr/>
              <p:nvPr/>
            </p:nvCxnSpPr>
            <p:spPr>
              <a:xfrm>
                <a:off x="783987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57" name="Google Shape;157;p9"/>
              <p:cNvCxnSpPr/>
              <p:nvPr/>
            </p:nvCxnSpPr>
            <p:spPr>
              <a:xfrm>
                <a:off x="7773757" y="4513500"/>
                <a:ext cx="0" cy="300900"/>
              </a:xfrm>
              <a:prstGeom prst="straightConnector1">
                <a:avLst/>
              </a:prstGeom>
              <a:noFill/>
              <a:ln w="38100" cap="flat" cmpd="sng">
                <a:solidFill>
                  <a:schemeClr val="dk1"/>
                </a:solidFill>
                <a:prstDash val="solid"/>
                <a:round/>
                <a:headEnd type="none" w="med" len="med"/>
                <a:tailEnd type="none" w="med" len="med"/>
              </a:ln>
            </p:spPr>
          </p:cxnSp>
          <p:cxnSp>
            <p:nvCxnSpPr>
              <p:cNvPr id="158" name="Google Shape;158;p9"/>
              <p:cNvCxnSpPr/>
              <p:nvPr/>
            </p:nvCxnSpPr>
            <p:spPr>
              <a:xfrm>
                <a:off x="7707612"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59" name="Google Shape;159;p9"/>
              <p:cNvCxnSpPr/>
              <p:nvPr/>
            </p:nvCxnSpPr>
            <p:spPr>
              <a:xfrm>
                <a:off x="7641496" y="4513500"/>
                <a:ext cx="0" cy="300900"/>
              </a:xfrm>
              <a:prstGeom prst="straightConnector1">
                <a:avLst/>
              </a:prstGeom>
              <a:noFill/>
              <a:ln w="38100" cap="flat" cmpd="sng">
                <a:solidFill>
                  <a:schemeClr val="dk1"/>
                </a:solidFill>
                <a:prstDash val="solid"/>
                <a:round/>
                <a:headEnd type="none" w="med" len="med"/>
                <a:tailEnd type="none" w="med" len="med"/>
              </a:ln>
            </p:spPr>
          </p:cxnSp>
          <p:cxnSp>
            <p:nvCxnSpPr>
              <p:cNvPr id="160" name="Google Shape;160;p9"/>
              <p:cNvCxnSpPr/>
              <p:nvPr/>
            </p:nvCxnSpPr>
            <p:spPr>
              <a:xfrm>
                <a:off x="7575351"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161" name="Google Shape;161;p9"/>
              <p:cNvCxnSpPr/>
              <p:nvPr/>
            </p:nvCxnSpPr>
            <p:spPr>
              <a:xfrm>
                <a:off x="750923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62" name="Google Shape;162;p9"/>
              <p:cNvCxnSpPr/>
              <p:nvPr/>
            </p:nvCxnSpPr>
            <p:spPr>
              <a:xfrm>
                <a:off x="7443117"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63" name="Google Shape;163;p9"/>
              <p:cNvCxnSpPr/>
              <p:nvPr/>
            </p:nvCxnSpPr>
            <p:spPr>
              <a:xfrm>
                <a:off x="7377001"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64" name="Google Shape;164;p9"/>
              <p:cNvCxnSpPr/>
              <p:nvPr/>
            </p:nvCxnSpPr>
            <p:spPr>
              <a:xfrm>
                <a:off x="7310856" y="4513500"/>
                <a:ext cx="0" cy="300900"/>
              </a:xfrm>
              <a:prstGeom prst="straightConnector1">
                <a:avLst/>
              </a:prstGeom>
              <a:noFill/>
              <a:ln w="28575" cap="flat" cmpd="sng">
                <a:solidFill>
                  <a:schemeClr val="dk1"/>
                </a:solidFill>
                <a:prstDash val="solid"/>
                <a:round/>
                <a:headEnd type="none" w="med" len="med"/>
                <a:tailEnd type="none" w="med" len="med"/>
              </a:ln>
            </p:spPr>
          </p:cxnSp>
        </p:grpSp>
        <p:cxnSp>
          <p:nvCxnSpPr>
            <p:cNvPr id="165" name="Google Shape;165;p9"/>
            <p:cNvCxnSpPr/>
            <p:nvPr/>
          </p:nvCxnSpPr>
          <p:spPr>
            <a:xfrm>
              <a:off x="7566501"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66" name="Google Shape;166;p9"/>
            <p:cNvCxnSpPr/>
            <p:nvPr/>
          </p:nvCxnSpPr>
          <p:spPr>
            <a:xfrm>
              <a:off x="7527159"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67" name="Google Shape;167;p9"/>
            <p:cNvCxnSpPr/>
            <p:nvPr/>
          </p:nvCxnSpPr>
          <p:spPr>
            <a:xfrm>
              <a:off x="7479971"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168" name="Google Shape;168;p9"/>
            <p:cNvCxnSpPr/>
            <p:nvPr/>
          </p:nvCxnSpPr>
          <p:spPr>
            <a:xfrm>
              <a:off x="743276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69" name="Google Shape;169;p9"/>
            <p:cNvCxnSpPr/>
            <p:nvPr/>
          </p:nvCxnSpPr>
          <p:spPr>
            <a:xfrm>
              <a:off x="7385576"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70" name="Google Shape;170;p9"/>
            <p:cNvCxnSpPr/>
            <p:nvPr/>
          </p:nvCxnSpPr>
          <p:spPr>
            <a:xfrm>
              <a:off x="7330544"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171" name="Google Shape;171;p9"/>
            <p:cNvCxnSpPr/>
            <p:nvPr/>
          </p:nvCxnSpPr>
          <p:spPr>
            <a:xfrm>
              <a:off x="7283356"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72" name="Google Shape;172;p9"/>
            <p:cNvCxnSpPr/>
            <p:nvPr/>
          </p:nvCxnSpPr>
          <p:spPr>
            <a:xfrm>
              <a:off x="7236149"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173" name="Google Shape;173;p9"/>
            <p:cNvCxnSpPr/>
            <p:nvPr/>
          </p:nvCxnSpPr>
          <p:spPr>
            <a:xfrm>
              <a:off x="7188961"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74" name="Google Shape;174;p9"/>
            <p:cNvCxnSpPr/>
            <p:nvPr/>
          </p:nvCxnSpPr>
          <p:spPr>
            <a:xfrm>
              <a:off x="7149618"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75" name="Google Shape;175;p9"/>
            <p:cNvCxnSpPr/>
            <p:nvPr/>
          </p:nvCxnSpPr>
          <p:spPr>
            <a:xfrm>
              <a:off x="7102431" y="4513500"/>
              <a:ext cx="0" cy="300900"/>
            </a:xfrm>
            <a:prstGeom prst="straightConnector1">
              <a:avLst/>
            </a:prstGeom>
            <a:noFill/>
            <a:ln w="38100" cap="flat" cmpd="sng">
              <a:solidFill>
                <a:schemeClr val="dk1"/>
              </a:solidFill>
              <a:prstDash val="solid"/>
              <a:round/>
              <a:headEnd type="none" w="med" len="med"/>
              <a:tailEnd type="none" w="med" len="med"/>
            </a:ln>
          </p:spPr>
        </p:cxnSp>
        <p:cxnSp>
          <p:nvCxnSpPr>
            <p:cNvPr id="176" name="Google Shape;176;p9"/>
            <p:cNvCxnSpPr/>
            <p:nvPr/>
          </p:nvCxnSpPr>
          <p:spPr>
            <a:xfrm>
              <a:off x="7055224" y="4513500"/>
              <a:ext cx="0" cy="300900"/>
            </a:xfrm>
            <a:prstGeom prst="straightConnector1">
              <a:avLst/>
            </a:prstGeom>
            <a:noFill/>
            <a:ln w="9525" cap="flat" cmpd="sng">
              <a:solidFill>
                <a:schemeClr val="dk1"/>
              </a:solidFill>
              <a:prstDash val="solid"/>
              <a:round/>
              <a:headEnd type="none" w="med" len="med"/>
              <a:tailEnd type="none" w="med" len="med"/>
            </a:ln>
          </p:spPr>
        </p:cxnSp>
      </p:grpSp>
      <p:cxnSp>
        <p:nvCxnSpPr>
          <p:cNvPr id="177" name="Google Shape;177;p9"/>
          <p:cNvCxnSpPr/>
          <p:nvPr/>
        </p:nvCxnSpPr>
        <p:spPr>
          <a:xfrm rot="10800000">
            <a:off x="720009" y="4663948"/>
            <a:ext cx="673217"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78"/>
        <p:cNvGrpSpPr/>
        <p:nvPr/>
      </p:nvGrpSpPr>
      <p:grpSpPr>
        <a:xfrm>
          <a:off x="0" y="0"/>
          <a:ext cx="0" cy="0"/>
          <a:chOff x="0" y="0"/>
          <a:chExt cx="0" cy="0"/>
        </a:xfrm>
      </p:grpSpPr>
      <p:sp>
        <p:nvSpPr>
          <p:cNvPr id="179" name="Google Shape;179;p10"/>
          <p:cNvSpPr txBox="1">
            <a:spLocks noGrp="1"/>
          </p:cNvSpPr>
          <p:nvPr>
            <p:ph type="title"/>
          </p:nvPr>
        </p:nvSpPr>
        <p:spPr>
          <a:xfrm>
            <a:off x="2269700" y="951475"/>
            <a:ext cx="4604700" cy="1260300"/>
          </a:xfrm>
          <a:prstGeom prst="rect">
            <a:avLst/>
          </a:prstGeom>
          <a:solidFill>
            <a:schemeClr val="lt1"/>
          </a:solidFill>
        </p:spPr>
        <p:txBody>
          <a:bodyPr spcFirstLastPara="1" wrap="square" lIns="91425" tIns="91425" rIns="91425" bIns="91425" anchor="ctr" anchorCtr="0">
            <a:noAutofit/>
          </a:bodyPr>
          <a:lstStyle>
            <a:lvl1pPr lvl="0" algn="ctr" rtl="0">
              <a:spcBef>
                <a:spcPts val="0"/>
              </a:spcBef>
              <a:spcAft>
                <a:spcPts val="0"/>
              </a:spcAft>
              <a:buSzPts val="3400"/>
              <a:buNone/>
              <a:defRPr/>
            </a:lvl1pPr>
            <a:lvl2pPr lvl="1" algn="ctr" rtl="0">
              <a:spcBef>
                <a:spcPts val="0"/>
              </a:spcBef>
              <a:spcAft>
                <a:spcPts val="0"/>
              </a:spcAft>
              <a:buSzPts val="3400"/>
              <a:buNone/>
              <a:defRPr/>
            </a:lvl2pPr>
            <a:lvl3pPr lvl="2" algn="ctr" rtl="0">
              <a:spcBef>
                <a:spcPts val="0"/>
              </a:spcBef>
              <a:spcAft>
                <a:spcPts val="0"/>
              </a:spcAft>
              <a:buSzPts val="3400"/>
              <a:buNone/>
              <a:defRPr/>
            </a:lvl3pPr>
            <a:lvl4pPr lvl="3" algn="ctr" rtl="0">
              <a:spcBef>
                <a:spcPts val="0"/>
              </a:spcBef>
              <a:spcAft>
                <a:spcPts val="0"/>
              </a:spcAft>
              <a:buSzPts val="3400"/>
              <a:buNone/>
              <a:defRPr/>
            </a:lvl4pPr>
            <a:lvl5pPr lvl="4" algn="ctr" rtl="0">
              <a:spcBef>
                <a:spcPts val="0"/>
              </a:spcBef>
              <a:spcAft>
                <a:spcPts val="0"/>
              </a:spcAft>
              <a:buSzPts val="3400"/>
              <a:buNone/>
              <a:defRPr/>
            </a:lvl5pPr>
            <a:lvl6pPr lvl="5" algn="ctr" rtl="0">
              <a:spcBef>
                <a:spcPts val="0"/>
              </a:spcBef>
              <a:spcAft>
                <a:spcPts val="0"/>
              </a:spcAft>
              <a:buSzPts val="3400"/>
              <a:buNone/>
              <a:defRPr/>
            </a:lvl6pPr>
            <a:lvl7pPr lvl="6" algn="ctr" rtl="0">
              <a:spcBef>
                <a:spcPts val="0"/>
              </a:spcBef>
              <a:spcAft>
                <a:spcPts val="0"/>
              </a:spcAft>
              <a:buSzPts val="3400"/>
              <a:buNone/>
              <a:defRPr/>
            </a:lvl7pPr>
            <a:lvl8pPr lvl="7" algn="ctr" rtl="0">
              <a:spcBef>
                <a:spcPts val="0"/>
              </a:spcBef>
              <a:spcAft>
                <a:spcPts val="0"/>
              </a:spcAft>
              <a:buSzPts val="3400"/>
              <a:buNone/>
              <a:defRPr/>
            </a:lvl8pPr>
            <a:lvl9pPr lvl="8" algn="ctr" rtl="0">
              <a:spcBef>
                <a:spcPts val="0"/>
              </a:spcBef>
              <a:spcAft>
                <a:spcPts val="0"/>
              </a:spcAft>
              <a:buSzPts val="3400"/>
              <a:buNone/>
              <a:defRPr/>
            </a:lvl9pPr>
          </a:lstStyle>
          <a:p>
            <a:endParaRPr/>
          </a:p>
        </p:txBody>
      </p:sp>
      <p:cxnSp>
        <p:nvCxnSpPr>
          <p:cNvPr id="180" name="Google Shape;180;p10"/>
          <p:cNvCxnSpPr/>
          <p:nvPr/>
        </p:nvCxnSpPr>
        <p:spPr>
          <a:xfrm rot="10800000">
            <a:off x="719677" y="4663910"/>
            <a:ext cx="7714368" cy="0"/>
          </a:xfrm>
          <a:prstGeom prst="straightConnector1">
            <a:avLst/>
          </a:prstGeom>
          <a:noFill/>
          <a:ln w="9525" cap="flat" cmpd="sng">
            <a:solidFill>
              <a:schemeClr val="dk1"/>
            </a:solidFill>
            <a:prstDash val="solid"/>
            <a:round/>
            <a:headEnd type="none" w="med" len="med"/>
            <a:tailEnd type="none" w="med" len="med"/>
          </a:ln>
        </p:spPr>
      </p:cxnSp>
      <p:grpSp>
        <p:nvGrpSpPr>
          <p:cNvPr id="181" name="Google Shape;181;p10"/>
          <p:cNvGrpSpPr/>
          <p:nvPr/>
        </p:nvGrpSpPr>
        <p:grpSpPr>
          <a:xfrm>
            <a:off x="7055461" y="319100"/>
            <a:ext cx="1368528" cy="300900"/>
            <a:chOff x="7055224" y="4513500"/>
            <a:chExt cx="1368528" cy="300900"/>
          </a:xfrm>
        </p:grpSpPr>
        <p:grpSp>
          <p:nvGrpSpPr>
            <p:cNvPr id="182" name="Google Shape;182;p10"/>
            <p:cNvGrpSpPr/>
            <p:nvPr/>
          </p:nvGrpSpPr>
          <p:grpSpPr>
            <a:xfrm>
              <a:off x="7629309" y="4513500"/>
              <a:ext cx="794443" cy="300900"/>
              <a:chOff x="7310856" y="4513500"/>
              <a:chExt cx="1113132" cy="300900"/>
            </a:xfrm>
          </p:grpSpPr>
          <p:cxnSp>
            <p:nvCxnSpPr>
              <p:cNvPr id="183" name="Google Shape;183;p10"/>
              <p:cNvCxnSpPr/>
              <p:nvPr/>
            </p:nvCxnSpPr>
            <p:spPr>
              <a:xfrm>
                <a:off x="8423989"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84" name="Google Shape;184;p10"/>
              <p:cNvCxnSpPr/>
              <p:nvPr/>
            </p:nvCxnSpPr>
            <p:spPr>
              <a:xfrm>
                <a:off x="836886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85" name="Google Shape;185;p10"/>
              <p:cNvCxnSpPr/>
              <p:nvPr/>
            </p:nvCxnSpPr>
            <p:spPr>
              <a:xfrm>
                <a:off x="8302747"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186" name="Google Shape;186;p10"/>
              <p:cNvCxnSpPr/>
              <p:nvPr/>
            </p:nvCxnSpPr>
            <p:spPr>
              <a:xfrm>
                <a:off x="8236602"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87" name="Google Shape;187;p10"/>
              <p:cNvCxnSpPr/>
              <p:nvPr/>
            </p:nvCxnSpPr>
            <p:spPr>
              <a:xfrm>
                <a:off x="8170486"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88" name="Google Shape;188;p10"/>
              <p:cNvCxnSpPr/>
              <p:nvPr/>
            </p:nvCxnSpPr>
            <p:spPr>
              <a:xfrm>
                <a:off x="8093377"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189" name="Google Shape;189;p10"/>
              <p:cNvCxnSpPr/>
              <p:nvPr/>
            </p:nvCxnSpPr>
            <p:spPr>
              <a:xfrm>
                <a:off x="8027260"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90" name="Google Shape;190;p10"/>
              <p:cNvCxnSpPr/>
              <p:nvPr/>
            </p:nvCxnSpPr>
            <p:spPr>
              <a:xfrm>
                <a:off x="7961115"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191" name="Google Shape;191;p10"/>
              <p:cNvCxnSpPr/>
              <p:nvPr/>
            </p:nvCxnSpPr>
            <p:spPr>
              <a:xfrm>
                <a:off x="7894999"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92" name="Google Shape;192;p10"/>
              <p:cNvCxnSpPr/>
              <p:nvPr/>
            </p:nvCxnSpPr>
            <p:spPr>
              <a:xfrm>
                <a:off x="783987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93" name="Google Shape;193;p10"/>
              <p:cNvCxnSpPr/>
              <p:nvPr/>
            </p:nvCxnSpPr>
            <p:spPr>
              <a:xfrm>
                <a:off x="7773757" y="4513500"/>
                <a:ext cx="0" cy="300900"/>
              </a:xfrm>
              <a:prstGeom prst="straightConnector1">
                <a:avLst/>
              </a:prstGeom>
              <a:noFill/>
              <a:ln w="38100" cap="flat" cmpd="sng">
                <a:solidFill>
                  <a:schemeClr val="dk1"/>
                </a:solidFill>
                <a:prstDash val="solid"/>
                <a:round/>
                <a:headEnd type="none" w="med" len="med"/>
                <a:tailEnd type="none" w="med" len="med"/>
              </a:ln>
            </p:spPr>
          </p:cxnSp>
          <p:cxnSp>
            <p:nvCxnSpPr>
              <p:cNvPr id="194" name="Google Shape;194;p10"/>
              <p:cNvCxnSpPr/>
              <p:nvPr/>
            </p:nvCxnSpPr>
            <p:spPr>
              <a:xfrm>
                <a:off x="7707612"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95" name="Google Shape;195;p10"/>
              <p:cNvCxnSpPr/>
              <p:nvPr/>
            </p:nvCxnSpPr>
            <p:spPr>
              <a:xfrm>
                <a:off x="7641496" y="4513500"/>
                <a:ext cx="0" cy="300900"/>
              </a:xfrm>
              <a:prstGeom prst="straightConnector1">
                <a:avLst/>
              </a:prstGeom>
              <a:noFill/>
              <a:ln w="38100" cap="flat" cmpd="sng">
                <a:solidFill>
                  <a:schemeClr val="dk1"/>
                </a:solidFill>
                <a:prstDash val="solid"/>
                <a:round/>
                <a:headEnd type="none" w="med" len="med"/>
                <a:tailEnd type="none" w="med" len="med"/>
              </a:ln>
            </p:spPr>
          </p:cxnSp>
          <p:cxnSp>
            <p:nvCxnSpPr>
              <p:cNvPr id="196" name="Google Shape;196;p10"/>
              <p:cNvCxnSpPr/>
              <p:nvPr/>
            </p:nvCxnSpPr>
            <p:spPr>
              <a:xfrm>
                <a:off x="7575351"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197" name="Google Shape;197;p10"/>
              <p:cNvCxnSpPr/>
              <p:nvPr/>
            </p:nvCxnSpPr>
            <p:spPr>
              <a:xfrm>
                <a:off x="750923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98" name="Google Shape;198;p10"/>
              <p:cNvCxnSpPr/>
              <p:nvPr/>
            </p:nvCxnSpPr>
            <p:spPr>
              <a:xfrm>
                <a:off x="7443117"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199" name="Google Shape;199;p10"/>
              <p:cNvCxnSpPr/>
              <p:nvPr/>
            </p:nvCxnSpPr>
            <p:spPr>
              <a:xfrm>
                <a:off x="7377001"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00" name="Google Shape;200;p10"/>
              <p:cNvCxnSpPr/>
              <p:nvPr/>
            </p:nvCxnSpPr>
            <p:spPr>
              <a:xfrm>
                <a:off x="7310856" y="4513500"/>
                <a:ext cx="0" cy="300900"/>
              </a:xfrm>
              <a:prstGeom prst="straightConnector1">
                <a:avLst/>
              </a:prstGeom>
              <a:noFill/>
              <a:ln w="28575" cap="flat" cmpd="sng">
                <a:solidFill>
                  <a:schemeClr val="dk1"/>
                </a:solidFill>
                <a:prstDash val="solid"/>
                <a:round/>
                <a:headEnd type="none" w="med" len="med"/>
                <a:tailEnd type="none" w="med" len="med"/>
              </a:ln>
            </p:spPr>
          </p:cxnSp>
        </p:grpSp>
        <p:cxnSp>
          <p:nvCxnSpPr>
            <p:cNvPr id="201" name="Google Shape;201;p10"/>
            <p:cNvCxnSpPr/>
            <p:nvPr/>
          </p:nvCxnSpPr>
          <p:spPr>
            <a:xfrm>
              <a:off x="7566501"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02" name="Google Shape;202;p10"/>
            <p:cNvCxnSpPr/>
            <p:nvPr/>
          </p:nvCxnSpPr>
          <p:spPr>
            <a:xfrm>
              <a:off x="7527159"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03" name="Google Shape;203;p10"/>
            <p:cNvCxnSpPr/>
            <p:nvPr/>
          </p:nvCxnSpPr>
          <p:spPr>
            <a:xfrm>
              <a:off x="7479971"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204" name="Google Shape;204;p10"/>
            <p:cNvCxnSpPr/>
            <p:nvPr/>
          </p:nvCxnSpPr>
          <p:spPr>
            <a:xfrm>
              <a:off x="743276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05" name="Google Shape;205;p10"/>
            <p:cNvCxnSpPr/>
            <p:nvPr/>
          </p:nvCxnSpPr>
          <p:spPr>
            <a:xfrm>
              <a:off x="7385576"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06" name="Google Shape;206;p10"/>
            <p:cNvCxnSpPr/>
            <p:nvPr/>
          </p:nvCxnSpPr>
          <p:spPr>
            <a:xfrm>
              <a:off x="7330544"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207" name="Google Shape;207;p10"/>
            <p:cNvCxnSpPr/>
            <p:nvPr/>
          </p:nvCxnSpPr>
          <p:spPr>
            <a:xfrm>
              <a:off x="7283356"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08" name="Google Shape;208;p10"/>
            <p:cNvCxnSpPr/>
            <p:nvPr/>
          </p:nvCxnSpPr>
          <p:spPr>
            <a:xfrm>
              <a:off x="7236149"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209" name="Google Shape;209;p10"/>
            <p:cNvCxnSpPr/>
            <p:nvPr/>
          </p:nvCxnSpPr>
          <p:spPr>
            <a:xfrm>
              <a:off x="7188961"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10" name="Google Shape;210;p10"/>
            <p:cNvCxnSpPr/>
            <p:nvPr/>
          </p:nvCxnSpPr>
          <p:spPr>
            <a:xfrm>
              <a:off x="7149618"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11" name="Google Shape;211;p10"/>
            <p:cNvCxnSpPr/>
            <p:nvPr/>
          </p:nvCxnSpPr>
          <p:spPr>
            <a:xfrm>
              <a:off x="7102431" y="4513500"/>
              <a:ext cx="0" cy="300900"/>
            </a:xfrm>
            <a:prstGeom prst="straightConnector1">
              <a:avLst/>
            </a:prstGeom>
            <a:noFill/>
            <a:ln w="38100" cap="flat" cmpd="sng">
              <a:solidFill>
                <a:schemeClr val="dk1"/>
              </a:solidFill>
              <a:prstDash val="solid"/>
              <a:round/>
              <a:headEnd type="none" w="med" len="med"/>
              <a:tailEnd type="none" w="med" len="med"/>
            </a:ln>
          </p:spPr>
        </p:cxnSp>
        <p:cxnSp>
          <p:nvCxnSpPr>
            <p:cNvPr id="212" name="Google Shape;212;p10"/>
            <p:cNvCxnSpPr/>
            <p:nvPr/>
          </p:nvCxnSpPr>
          <p:spPr>
            <a:xfrm>
              <a:off x="7055224" y="4513500"/>
              <a:ext cx="0" cy="300900"/>
            </a:xfrm>
            <a:prstGeom prst="straightConnector1">
              <a:avLst/>
            </a:prstGeom>
            <a:noFill/>
            <a:ln w="9525" cap="flat" cmpd="sng">
              <a:solidFill>
                <a:schemeClr val="dk1"/>
              </a:solidFill>
              <a:prstDash val="solid"/>
              <a:round/>
              <a:headEnd type="none" w="med" len="med"/>
              <a:tailEnd type="none" w="med" len="med"/>
            </a:ln>
          </p:spPr>
        </p:cxnSp>
      </p:grpSp>
      <p:cxnSp>
        <p:nvCxnSpPr>
          <p:cNvPr id="213" name="Google Shape;213;p10"/>
          <p:cNvCxnSpPr/>
          <p:nvPr/>
        </p:nvCxnSpPr>
        <p:spPr>
          <a:xfrm rot="10800000">
            <a:off x="720009" y="469548"/>
            <a:ext cx="673217"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14"/>
        <p:cNvGrpSpPr/>
        <p:nvPr/>
      </p:nvGrpSpPr>
      <p:grpSpPr>
        <a:xfrm>
          <a:off x="0" y="0"/>
          <a:ext cx="0" cy="0"/>
          <a:chOff x="0" y="0"/>
          <a:chExt cx="0" cy="0"/>
        </a:xfrm>
      </p:grpSpPr>
      <p:sp>
        <p:nvSpPr>
          <p:cNvPr id="215" name="Google Shape;215;p11"/>
          <p:cNvSpPr txBox="1">
            <a:spLocks noGrp="1"/>
          </p:cNvSpPr>
          <p:nvPr>
            <p:ph type="title" hasCustomPrompt="1"/>
          </p:nvPr>
        </p:nvSpPr>
        <p:spPr>
          <a:xfrm>
            <a:off x="802675" y="1273050"/>
            <a:ext cx="7538700" cy="2100300"/>
          </a:xfrm>
          <a:prstGeom prst="rect">
            <a:avLst/>
          </a:prstGeom>
        </p:spPr>
        <p:txBody>
          <a:bodyPr spcFirstLastPara="1" wrap="square" lIns="91425" tIns="91425" rIns="91425" bIns="91425" anchor="t" anchorCtr="0">
            <a:noAutofit/>
          </a:bodyPr>
          <a:lstStyle>
            <a:lvl1pPr lvl="0" algn="ctr">
              <a:spcBef>
                <a:spcPts val="0"/>
              </a:spcBef>
              <a:spcAft>
                <a:spcPts val="0"/>
              </a:spcAft>
              <a:buSzPts val="9600"/>
              <a:buNone/>
              <a:defRPr sz="12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16" name="Google Shape;216;p11"/>
          <p:cNvSpPr txBox="1">
            <a:spLocks noGrp="1"/>
          </p:cNvSpPr>
          <p:nvPr>
            <p:ph type="subTitle" idx="1"/>
          </p:nvPr>
        </p:nvSpPr>
        <p:spPr>
          <a:xfrm>
            <a:off x="2039600" y="3287625"/>
            <a:ext cx="5064900" cy="497100"/>
          </a:xfrm>
          <a:prstGeom prst="rect">
            <a:avLst/>
          </a:prstGeom>
          <a:solidFill>
            <a:schemeClr val="dk1"/>
          </a:solidFill>
          <a:ln w="762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600">
                <a:solidFill>
                  <a:schemeClr val="dk2"/>
                </a:solidFill>
              </a:defRPr>
            </a:lvl1pPr>
            <a:lvl2pPr lvl="1" algn="ctr" rtl="0">
              <a:lnSpc>
                <a:spcPct val="100000"/>
              </a:lnSpc>
              <a:spcBef>
                <a:spcPts val="0"/>
              </a:spcBef>
              <a:spcAft>
                <a:spcPts val="0"/>
              </a:spcAft>
              <a:buSzPts val="1600"/>
              <a:buNone/>
              <a:defRPr sz="1600"/>
            </a:lvl2pPr>
            <a:lvl3pPr lvl="2" algn="ctr" rtl="0">
              <a:lnSpc>
                <a:spcPct val="100000"/>
              </a:lnSpc>
              <a:spcBef>
                <a:spcPts val="1600"/>
              </a:spcBef>
              <a:spcAft>
                <a:spcPts val="0"/>
              </a:spcAft>
              <a:buSzPts val="1600"/>
              <a:buNone/>
              <a:defRPr sz="1600"/>
            </a:lvl3pPr>
            <a:lvl4pPr lvl="3" algn="ctr" rtl="0">
              <a:lnSpc>
                <a:spcPct val="100000"/>
              </a:lnSpc>
              <a:spcBef>
                <a:spcPts val="1600"/>
              </a:spcBef>
              <a:spcAft>
                <a:spcPts val="0"/>
              </a:spcAft>
              <a:buSzPts val="1600"/>
              <a:buNone/>
              <a:defRPr sz="1600"/>
            </a:lvl4pPr>
            <a:lvl5pPr lvl="4" algn="ctr" rtl="0">
              <a:lnSpc>
                <a:spcPct val="100000"/>
              </a:lnSpc>
              <a:spcBef>
                <a:spcPts val="1600"/>
              </a:spcBef>
              <a:spcAft>
                <a:spcPts val="0"/>
              </a:spcAft>
              <a:buSzPts val="1600"/>
              <a:buNone/>
              <a:defRPr sz="1600"/>
            </a:lvl5pPr>
            <a:lvl6pPr lvl="5" algn="ctr" rtl="0">
              <a:lnSpc>
                <a:spcPct val="100000"/>
              </a:lnSpc>
              <a:spcBef>
                <a:spcPts val="1600"/>
              </a:spcBef>
              <a:spcAft>
                <a:spcPts val="0"/>
              </a:spcAft>
              <a:buSzPts val="1600"/>
              <a:buNone/>
              <a:defRPr sz="1600"/>
            </a:lvl6pPr>
            <a:lvl7pPr lvl="6" algn="ctr" rtl="0">
              <a:lnSpc>
                <a:spcPct val="100000"/>
              </a:lnSpc>
              <a:spcBef>
                <a:spcPts val="1600"/>
              </a:spcBef>
              <a:spcAft>
                <a:spcPts val="0"/>
              </a:spcAft>
              <a:buSzPts val="1600"/>
              <a:buNone/>
              <a:defRPr sz="1600"/>
            </a:lvl7pPr>
            <a:lvl8pPr lvl="7" algn="ctr" rtl="0">
              <a:lnSpc>
                <a:spcPct val="100000"/>
              </a:lnSpc>
              <a:spcBef>
                <a:spcPts val="1600"/>
              </a:spcBef>
              <a:spcAft>
                <a:spcPts val="0"/>
              </a:spcAft>
              <a:buSzPts val="1600"/>
              <a:buNone/>
              <a:defRPr sz="1600"/>
            </a:lvl8pPr>
            <a:lvl9pPr lvl="8" algn="ctr" rtl="0">
              <a:lnSpc>
                <a:spcPct val="100000"/>
              </a:lnSpc>
              <a:spcBef>
                <a:spcPts val="1600"/>
              </a:spcBef>
              <a:spcAft>
                <a:spcPts val="1600"/>
              </a:spcAft>
              <a:buSzPts val="1600"/>
              <a:buNone/>
              <a:defRPr sz="1600"/>
            </a:lvl9pPr>
          </a:lstStyle>
          <a:p>
            <a:endParaRPr/>
          </a:p>
        </p:txBody>
      </p:sp>
      <p:sp>
        <p:nvSpPr>
          <p:cNvPr id="217" name="Google Shape;217;p11"/>
          <p:cNvSpPr txBox="1">
            <a:spLocks noGrp="1"/>
          </p:cNvSpPr>
          <p:nvPr>
            <p:ph type="subTitle" idx="2"/>
          </p:nvPr>
        </p:nvSpPr>
        <p:spPr>
          <a:xfrm>
            <a:off x="720000" y="471975"/>
            <a:ext cx="2336100" cy="218700"/>
          </a:xfrm>
          <a:prstGeom prst="rect">
            <a:avLst/>
          </a:prstGeom>
        </p:spPr>
        <p:txBody>
          <a:bodyPr spcFirstLastPara="1" wrap="square" lIns="91425" tIns="91425" rIns="91425" bIns="91425" anchor="ctr" anchorCtr="0">
            <a:noAutofit/>
          </a:bodyPr>
          <a:lstStyle>
            <a:lvl1pPr lvl="0" rtl="0">
              <a:spcBef>
                <a:spcPts val="0"/>
              </a:spcBef>
              <a:spcAft>
                <a:spcPts val="0"/>
              </a:spcAft>
              <a:buSzPts val="1000"/>
              <a:buNone/>
              <a:defRPr sz="1000">
                <a:solidFill>
                  <a:srgbClr val="000000"/>
                </a:solidFill>
              </a:defRPr>
            </a:lvl1pPr>
            <a:lvl2pPr lvl="1" rtl="0">
              <a:spcBef>
                <a:spcPts val="0"/>
              </a:spcBef>
              <a:spcAft>
                <a:spcPts val="0"/>
              </a:spcAft>
              <a:buSzPts val="1000"/>
              <a:buNone/>
              <a:defRPr sz="1000"/>
            </a:lvl2pPr>
            <a:lvl3pPr lvl="2" rtl="0">
              <a:spcBef>
                <a:spcPts val="0"/>
              </a:spcBef>
              <a:spcAft>
                <a:spcPts val="0"/>
              </a:spcAft>
              <a:buSzPts val="1000"/>
              <a:buNone/>
              <a:defRPr sz="1000"/>
            </a:lvl3pPr>
            <a:lvl4pPr lvl="3" rtl="0">
              <a:spcBef>
                <a:spcPts val="0"/>
              </a:spcBef>
              <a:spcAft>
                <a:spcPts val="0"/>
              </a:spcAft>
              <a:buSzPts val="1000"/>
              <a:buNone/>
              <a:defRPr sz="1000"/>
            </a:lvl4pPr>
            <a:lvl5pPr lvl="4" rtl="0">
              <a:spcBef>
                <a:spcPts val="0"/>
              </a:spcBef>
              <a:spcAft>
                <a:spcPts val="0"/>
              </a:spcAft>
              <a:buSzPts val="1000"/>
              <a:buNone/>
              <a:defRPr sz="1000"/>
            </a:lvl5pPr>
            <a:lvl6pPr lvl="5" rtl="0">
              <a:spcBef>
                <a:spcPts val="0"/>
              </a:spcBef>
              <a:spcAft>
                <a:spcPts val="0"/>
              </a:spcAft>
              <a:buSzPts val="1000"/>
              <a:buNone/>
              <a:defRPr sz="1000"/>
            </a:lvl6pPr>
            <a:lvl7pPr lvl="6" rtl="0">
              <a:spcBef>
                <a:spcPts val="0"/>
              </a:spcBef>
              <a:spcAft>
                <a:spcPts val="0"/>
              </a:spcAft>
              <a:buSzPts val="1000"/>
              <a:buNone/>
              <a:defRPr sz="1000"/>
            </a:lvl7pPr>
            <a:lvl8pPr lvl="7" rtl="0">
              <a:spcBef>
                <a:spcPts val="0"/>
              </a:spcBef>
              <a:spcAft>
                <a:spcPts val="0"/>
              </a:spcAft>
              <a:buSzPts val="1000"/>
              <a:buNone/>
              <a:defRPr sz="1000"/>
            </a:lvl8pPr>
            <a:lvl9pPr lvl="8" rtl="0">
              <a:spcBef>
                <a:spcPts val="0"/>
              </a:spcBef>
              <a:spcAft>
                <a:spcPts val="0"/>
              </a:spcAft>
              <a:buSzPts val="1000"/>
              <a:buNone/>
              <a:defRPr sz="1000"/>
            </a:lvl9pPr>
          </a:lstStyle>
          <a:p>
            <a:endParaRPr/>
          </a:p>
        </p:txBody>
      </p:sp>
      <p:sp>
        <p:nvSpPr>
          <p:cNvPr id="218" name="Google Shape;218;p11"/>
          <p:cNvSpPr txBox="1">
            <a:spLocks noGrp="1"/>
          </p:cNvSpPr>
          <p:nvPr>
            <p:ph type="subTitle" idx="3"/>
          </p:nvPr>
        </p:nvSpPr>
        <p:spPr>
          <a:xfrm>
            <a:off x="2147925" y="4697325"/>
            <a:ext cx="1368600" cy="124800"/>
          </a:xfrm>
          <a:prstGeom prst="rect">
            <a:avLst/>
          </a:prstGeom>
        </p:spPr>
        <p:txBody>
          <a:bodyPr spcFirstLastPara="1" wrap="square" lIns="91425" tIns="91425" rIns="91425" bIns="91425" anchor="ctr" anchorCtr="0">
            <a:noAutofit/>
          </a:bodyPr>
          <a:lstStyle>
            <a:lvl1pPr lvl="0" rtl="0">
              <a:spcBef>
                <a:spcPts val="0"/>
              </a:spcBef>
              <a:spcAft>
                <a:spcPts val="0"/>
              </a:spcAft>
              <a:buSzPts val="1000"/>
              <a:buNone/>
              <a:defRPr sz="1000">
                <a:solidFill>
                  <a:srgbClr val="000000"/>
                </a:solidFill>
              </a:defRPr>
            </a:lvl1pPr>
            <a:lvl2pPr lvl="1" rtl="0">
              <a:spcBef>
                <a:spcPts val="0"/>
              </a:spcBef>
              <a:spcAft>
                <a:spcPts val="0"/>
              </a:spcAft>
              <a:buSzPts val="1000"/>
              <a:buNone/>
              <a:defRPr sz="1000"/>
            </a:lvl2pPr>
            <a:lvl3pPr lvl="2" rtl="0">
              <a:spcBef>
                <a:spcPts val="0"/>
              </a:spcBef>
              <a:spcAft>
                <a:spcPts val="0"/>
              </a:spcAft>
              <a:buSzPts val="1000"/>
              <a:buNone/>
              <a:defRPr sz="1000"/>
            </a:lvl3pPr>
            <a:lvl4pPr lvl="3" rtl="0">
              <a:spcBef>
                <a:spcPts val="0"/>
              </a:spcBef>
              <a:spcAft>
                <a:spcPts val="0"/>
              </a:spcAft>
              <a:buSzPts val="1000"/>
              <a:buNone/>
              <a:defRPr sz="1000"/>
            </a:lvl4pPr>
            <a:lvl5pPr lvl="4" rtl="0">
              <a:spcBef>
                <a:spcPts val="0"/>
              </a:spcBef>
              <a:spcAft>
                <a:spcPts val="0"/>
              </a:spcAft>
              <a:buSzPts val="1000"/>
              <a:buNone/>
              <a:defRPr sz="1000"/>
            </a:lvl5pPr>
            <a:lvl6pPr lvl="5" rtl="0">
              <a:spcBef>
                <a:spcPts val="0"/>
              </a:spcBef>
              <a:spcAft>
                <a:spcPts val="0"/>
              </a:spcAft>
              <a:buSzPts val="1000"/>
              <a:buNone/>
              <a:defRPr sz="1000"/>
            </a:lvl6pPr>
            <a:lvl7pPr lvl="6" rtl="0">
              <a:spcBef>
                <a:spcPts val="0"/>
              </a:spcBef>
              <a:spcAft>
                <a:spcPts val="0"/>
              </a:spcAft>
              <a:buSzPts val="1000"/>
              <a:buNone/>
              <a:defRPr sz="1000"/>
            </a:lvl7pPr>
            <a:lvl8pPr lvl="7" rtl="0">
              <a:spcBef>
                <a:spcPts val="0"/>
              </a:spcBef>
              <a:spcAft>
                <a:spcPts val="0"/>
              </a:spcAft>
              <a:buSzPts val="1000"/>
              <a:buNone/>
              <a:defRPr sz="1000"/>
            </a:lvl8pPr>
            <a:lvl9pPr lvl="8" rtl="0">
              <a:spcBef>
                <a:spcPts val="0"/>
              </a:spcBef>
              <a:spcAft>
                <a:spcPts val="0"/>
              </a:spcAft>
              <a:buSzPts val="1000"/>
              <a:buNone/>
              <a:defRPr sz="1000"/>
            </a:lvl9pPr>
          </a:lstStyle>
          <a:p>
            <a:endParaRPr/>
          </a:p>
        </p:txBody>
      </p:sp>
      <p:grpSp>
        <p:nvGrpSpPr>
          <p:cNvPr id="219" name="Google Shape;219;p11"/>
          <p:cNvGrpSpPr/>
          <p:nvPr/>
        </p:nvGrpSpPr>
        <p:grpSpPr>
          <a:xfrm>
            <a:off x="720011" y="4513500"/>
            <a:ext cx="1368528" cy="300900"/>
            <a:chOff x="7055224" y="4513500"/>
            <a:chExt cx="1368528" cy="300900"/>
          </a:xfrm>
        </p:grpSpPr>
        <p:grpSp>
          <p:nvGrpSpPr>
            <p:cNvPr id="220" name="Google Shape;220;p11"/>
            <p:cNvGrpSpPr/>
            <p:nvPr/>
          </p:nvGrpSpPr>
          <p:grpSpPr>
            <a:xfrm>
              <a:off x="7629309" y="4513500"/>
              <a:ext cx="794443" cy="300900"/>
              <a:chOff x="7310856" y="4513500"/>
              <a:chExt cx="1113132" cy="300900"/>
            </a:xfrm>
          </p:grpSpPr>
          <p:cxnSp>
            <p:nvCxnSpPr>
              <p:cNvPr id="221" name="Google Shape;221;p11"/>
              <p:cNvCxnSpPr/>
              <p:nvPr/>
            </p:nvCxnSpPr>
            <p:spPr>
              <a:xfrm>
                <a:off x="8423989"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22" name="Google Shape;222;p11"/>
              <p:cNvCxnSpPr/>
              <p:nvPr/>
            </p:nvCxnSpPr>
            <p:spPr>
              <a:xfrm>
                <a:off x="836886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23" name="Google Shape;223;p11"/>
              <p:cNvCxnSpPr/>
              <p:nvPr/>
            </p:nvCxnSpPr>
            <p:spPr>
              <a:xfrm>
                <a:off x="8302747"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224" name="Google Shape;224;p11"/>
              <p:cNvCxnSpPr/>
              <p:nvPr/>
            </p:nvCxnSpPr>
            <p:spPr>
              <a:xfrm>
                <a:off x="8236602"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25" name="Google Shape;225;p11"/>
              <p:cNvCxnSpPr/>
              <p:nvPr/>
            </p:nvCxnSpPr>
            <p:spPr>
              <a:xfrm>
                <a:off x="8170486"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26" name="Google Shape;226;p11"/>
              <p:cNvCxnSpPr/>
              <p:nvPr/>
            </p:nvCxnSpPr>
            <p:spPr>
              <a:xfrm>
                <a:off x="8093377"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227" name="Google Shape;227;p11"/>
              <p:cNvCxnSpPr/>
              <p:nvPr/>
            </p:nvCxnSpPr>
            <p:spPr>
              <a:xfrm>
                <a:off x="8027260"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28" name="Google Shape;228;p11"/>
              <p:cNvCxnSpPr/>
              <p:nvPr/>
            </p:nvCxnSpPr>
            <p:spPr>
              <a:xfrm>
                <a:off x="7961115"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229" name="Google Shape;229;p11"/>
              <p:cNvCxnSpPr/>
              <p:nvPr/>
            </p:nvCxnSpPr>
            <p:spPr>
              <a:xfrm>
                <a:off x="7894999"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30" name="Google Shape;230;p11"/>
              <p:cNvCxnSpPr/>
              <p:nvPr/>
            </p:nvCxnSpPr>
            <p:spPr>
              <a:xfrm>
                <a:off x="783987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31" name="Google Shape;231;p11"/>
              <p:cNvCxnSpPr/>
              <p:nvPr/>
            </p:nvCxnSpPr>
            <p:spPr>
              <a:xfrm>
                <a:off x="7773757" y="4513500"/>
                <a:ext cx="0" cy="300900"/>
              </a:xfrm>
              <a:prstGeom prst="straightConnector1">
                <a:avLst/>
              </a:prstGeom>
              <a:noFill/>
              <a:ln w="38100" cap="flat" cmpd="sng">
                <a:solidFill>
                  <a:schemeClr val="dk1"/>
                </a:solidFill>
                <a:prstDash val="solid"/>
                <a:round/>
                <a:headEnd type="none" w="med" len="med"/>
                <a:tailEnd type="none" w="med" len="med"/>
              </a:ln>
            </p:spPr>
          </p:cxnSp>
          <p:cxnSp>
            <p:nvCxnSpPr>
              <p:cNvPr id="232" name="Google Shape;232;p11"/>
              <p:cNvCxnSpPr/>
              <p:nvPr/>
            </p:nvCxnSpPr>
            <p:spPr>
              <a:xfrm>
                <a:off x="7707612"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33" name="Google Shape;233;p11"/>
              <p:cNvCxnSpPr/>
              <p:nvPr/>
            </p:nvCxnSpPr>
            <p:spPr>
              <a:xfrm>
                <a:off x="7641496" y="4513500"/>
                <a:ext cx="0" cy="300900"/>
              </a:xfrm>
              <a:prstGeom prst="straightConnector1">
                <a:avLst/>
              </a:prstGeom>
              <a:noFill/>
              <a:ln w="38100" cap="flat" cmpd="sng">
                <a:solidFill>
                  <a:schemeClr val="dk1"/>
                </a:solidFill>
                <a:prstDash val="solid"/>
                <a:round/>
                <a:headEnd type="none" w="med" len="med"/>
                <a:tailEnd type="none" w="med" len="med"/>
              </a:ln>
            </p:spPr>
          </p:cxnSp>
          <p:cxnSp>
            <p:nvCxnSpPr>
              <p:cNvPr id="234" name="Google Shape;234;p11"/>
              <p:cNvCxnSpPr/>
              <p:nvPr/>
            </p:nvCxnSpPr>
            <p:spPr>
              <a:xfrm>
                <a:off x="7575351"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235" name="Google Shape;235;p11"/>
              <p:cNvCxnSpPr/>
              <p:nvPr/>
            </p:nvCxnSpPr>
            <p:spPr>
              <a:xfrm>
                <a:off x="750923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36" name="Google Shape;236;p11"/>
              <p:cNvCxnSpPr/>
              <p:nvPr/>
            </p:nvCxnSpPr>
            <p:spPr>
              <a:xfrm>
                <a:off x="7443117"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37" name="Google Shape;237;p11"/>
              <p:cNvCxnSpPr/>
              <p:nvPr/>
            </p:nvCxnSpPr>
            <p:spPr>
              <a:xfrm>
                <a:off x="7377001"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38" name="Google Shape;238;p11"/>
              <p:cNvCxnSpPr/>
              <p:nvPr/>
            </p:nvCxnSpPr>
            <p:spPr>
              <a:xfrm>
                <a:off x="7310856" y="4513500"/>
                <a:ext cx="0" cy="300900"/>
              </a:xfrm>
              <a:prstGeom prst="straightConnector1">
                <a:avLst/>
              </a:prstGeom>
              <a:noFill/>
              <a:ln w="28575" cap="flat" cmpd="sng">
                <a:solidFill>
                  <a:schemeClr val="dk1"/>
                </a:solidFill>
                <a:prstDash val="solid"/>
                <a:round/>
                <a:headEnd type="none" w="med" len="med"/>
                <a:tailEnd type="none" w="med" len="med"/>
              </a:ln>
            </p:spPr>
          </p:cxnSp>
        </p:grpSp>
        <p:cxnSp>
          <p:nvCxnSpPr>
            <p:cNvPr id="239" name="Google Shape;239;p11"/>
            <p:cNvCxnSpPr/>
            <p:nvPr/>
          </p:nvCxnSpPr>
          <p:spPr>
            <a:xfrm>
              <a:off x="7566501"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40" name="Google Shape;240;p11"/>
            <p:cNvCxnSpPr/>
            <p:nvPr/>
          </p:nvCxnSpPr>
          <p:spPr>
            <a:xfrm>
              <a:off x="7527159"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41" name="Google Shape;241;p11"/>
            <p:cNvCxnSpPr/>
            <p:nvPr/>
          </p:nvCxnSpPr>
          <p:spPr>
            <a:xfrm>
              <a:off x="7479971"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242" name="Google Shape;242;p11"/>
            <p:cNvCxnSpPr/>
            <p:nvPr/>
          </p:nvCxnSpPr>
          <p:spPr>
            <a:xfrm>
              <a:off x="743276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43" name="Google Shape;243;p11"/>
            <p:cNvCxnSpPr/>
            <p:nvPr/>
          </p:nvCxnSpPr>
          <p:spPr>
            <a:xfrm>
              <a:off x="7385576"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44" name="Google Shape;244;p11"/>
            <p:cNvCxnSpPr/>
            <p:nvPr/>
          </p:nvCxnSpPr>
          <p:spPr>
            <a:xfrm>
              <a:off x="7330544"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245" name="Google Shape;245;p11"/>
            <p:cNvCxnSpPr/>
            <p:nvPr/>
          </p:nvCxnSpPr>
          <p:spPr>
            <a:xfrm>
              <a:off x="7283356"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46" name="Google Shape;246;p11"/>
            <p:cNvCxnSpPr/>
            <p:nvPr/>
          </p:nvCxnSpPr>
          <p:spPr>
            <a:xfrm>
              <a:off x="7236149"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247" name="Google Shape;247;p11"/>
            <p:cNvCxnSpPr/>
            <p:nvPr/>
          </p:nvCxnSpPr>
          <p:spPr>
            <a:xfrm>
              <a:off x="7188961"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48" name="Google Shape;248;p11"/>
            <p:cNvCxnSpPr/>
            <p:nvPr/>
          </p:nvCxnSpPr>
          <p:spPr>
            <a:xfrm>
              <a:off x="7149618"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49" name="Google Shape;249;p11"/>
            <p:cNvCxnSpPr/>
            <p:nvPr/>
          </p:nvCxnSpPr>
          <p:spPr>
            <a:xfrm>
              <a:off x="7102431" y="4513500"/>
              <a:ext cx="0" cy="300900"/>
            </a:xfrm>
            <a:prstGeom prst="straightConnector1">
              <a:avLst/>
            </a:prstGeom>
            <a:noFill/>
            <a:ln w="38100" cap="flat" cmpd="sng">
              <a:solidFill>
                <a:schemeClr val="dk1"/>
              </a:solidFill>
              <a:prstDash val="solid"/>
              <a:round/>
              <a:headEnd type="none" w="med" len="med"/>
              <a:tailEnd type="none" w="med" len="med"/>
            </a:ln>
          </p:spPr>
        </p:cxnSp>
        <p:cxnSp>
          <p:nvCxnSpPr>
            <p:cNvPr id="250" name="Google Shape;250;p11"/>
            <p:cNvCxnSpPr/>
            <p:nvPr/>
          </p:nvCxnSpPr>
          <p:spPr>
            <a:xfrm>
              <a:off x="7055224" y="4513500"/>
              <a:ext cx="0" cy="300900"/>
            </a:xfrm>
            <a:prstGeom prst="straightConnector1">
              <a:avLst/>
            </a:prstGeom>
            <a:noFill/>
            <a:ln w="9525" cap="flat" cmpd="sng">
              <a:solidFill>
                <a:schemeClr val="dk1"/>
              </a:solidFill>
              <a:prstDash val="solid"/>
              <a:round/>
              <a:headEnd type="none" w="med" len="med"/>
              <a:tailEnd type="none" w="med" len="med"/>
            </a:ln>
          </p:spPr>
        </p:cxnSp>
      </p:grpSp>
      <p:cxnSp>
        <p:nvCxnSpPr>
          <p:cNvPr id="251" name="Google Shape;251;p11"/>
          <p:cNvCxnSpPr/>
          <p:nvPr/>
        </p:nvCxnSpPr>
        <p:spPr>
          <a:xfrm rot="10800000">
            <a:off x="7760759" y="4663948"/>
            <a:ext cx="673217"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25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253"/>
        <p:cNvGrpSpPr/>
        <p:nvPr/>
      </p:nvGrpSpPr>
      <p:grpSpPr>
        <a:xfrm>
          <a:off x="0" y="0"/>
          <a:ext cx="0" cy="0"/>
          <a:chOff x="0" y="0"/>
          <a:chExt cx="0" cy="0"/>
        </a:xfrm>
      </p:grpSpPr>
      <p:sp>
        <p:nvSpPr>
          <p:cNvPr id="254" name="Google Shape;254;p13"/>
          <p:cNvSpPr txBox="1">
            <a:spLocks noGrp="1"/>
          </p:cNvSpPr>
          <p:nvPr>
            <p:ph type="subTitle" idx="1"/>
          </p:nvPr>
        </p:nvSpPr>
        <p:spPr>
          <a:xfrm>
            <a:off x="1966012" y="1967019"/>
            <a:ext cx="2390700" cy="525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55" name="Google Shape;255;p13"/>
          <p:cNvSpPr txBox="1">
            <a:spLocks noGrp="1"/>
          </p:cNvSpPr>
          <p:nvPr>
            <p:ph type="subTitle" idx="2"/>
          </p:nvPr>
        </p:nvSpPr>
        <p:spPr>
          <a:xfrm>
            <a:off x="5677113" y="1967019"/>
            <a:ext cx="2390700" cy="525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56" name="Google Shape;256;p13"/>
          <p:cNvSpPr txBox="1">
            <a:spLocks noGrp="1"/>
          </p:cNvSpPr>
          <p:nvPr>
            <p:ph type="subTitle" idx="3"/>
          </p:nvPr>
        </p:nvSpPr>
        <p:spPr>
          <a:xfrm>
            <a:off x="1966012" y="3446526"/>
            <a:ext cx="2390700" cy="525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57" name="Google Shape;257;p13"/>
          <p:cNvSpPr txBox="1">
            <a:spLocks noGrp="1"/>
          </p:cNvSpPr>
          <p:nvPr>
            <p:ph type="subTitle" idx="4"/>
          </p:nvPr>
        </p:nvSpPr>
        <p:spPr>
          <a:xfrm>
            <a:off x="5677113" y="3446526"/>
            <a:ext cx="2390700" cy="525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58" name="Google Shape;258;p13"/>
          <p:cNvSpPr txBox="1">
            <a:spLocks noGrp="1"/>
          </p:cNvSpPr>
          <p:nvPr>
            <p:ph type="title" hasCustomPrompt="1"/>
          </p:nvPr>
        </p:nvSpPr>
        <p:spPr>
          <a:xfrm>
            <a:off x="1076187" y="1679025"/>
            <a:ext cx="813900" cy="813900"/>
          </a:xfrm>
          <a:prstGeom prst="rect">
            <a:avLst/>
          </a:prstGeom>
          <a:solidFill>
            <a:schemeClr val="dk1"/>
          </a:solidFill>
          <a:ln w="762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6000"/>
              <a:buNone/>
              <a:defRPr>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59" name="Google Shape;259;p13"/>
          <p:cNvSpPr txBox="1">
            <a:spLocks noGrp="1"/>
          </p:cNvSpPr>
          <p:nvPr>
            <p:ph type="title" idx="5" hasCustomPrompt="1"/>
          </p:nvPr>
        </p:nvSpPr>
        <p:spPr>
          <a:xfrm>
            <a:off x="1076187" y="3158525"/>
            <a:ext cx="813900" cy="813900"/>
          </a:xfrm>
          <a:prstGeom prst="rect">
            <a:avLst/>
          </a:prstGeom>
          <a:solidFill>
            <a:schemeClr val="dk1"/>
          </a:solidFill>
          <a:ln w="762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6000"/>
              <a:buNone/>
              <a:defRPr>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60" name="Google Shape;260;p13"/>
          <p:cNvSpPr txBox="1">
            <a:spLocks noGrp="1"/>
          </p:cNvSpPr>
          <p:nvPr>
            <p:ph type="title" idx="6" hasCustomPrompt="1"/>
          </p:nvPr>
        </p:nvSpPr>
        <p:spPr>
          <a:xfrm>
            <a:off x="4783500" y="1679025"/>
            <a:ext cx="813900" cy="813900"/>
          </a:xfrm>
          <a:prstGeom prst="rect">
            <a:avLst/>
          </a:prstGeom>
          <a:solidFill>
            <a:schemeClr val="dk1"/>
          </a:solidFill>
          <a:ln w="762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6000"/>
              <a:buNone/>
              <a:defRPr>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61" name="Google Shape;261;p13"/>
          <p:cNvSpPr txBox="1">
            <a:spLocks noGrp="1"/>
          </p:cNvSpPr>
          <p:nvPr>
            <p:ph type="title" idx="7" hasCustomPrompt="1"/>
          </p:nvPr>
        </p:nvSpPr>
        <p:spPr>
          <a:xfrm>
            <a:off x="4783500" y="3158525"/>
            <a:ext cx="813900" cy="813900"/>
          </a:xfrm>
          <a:prstGeom prst="rect">
            <a:avLst/>
          </a:prstGeom>
          <a:solidFill>
            <a:schemeClr val="dk1"/>
          </a:solidFill>
          <a:ln w="762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6000"/>
              <a:buNone/>
              <a:defRPr>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62" name="Google Shape;262;p13"/>
          <p:cNvSpPr txBox="1">
            <a:spLocks noGrp="1"/>
          </p:cNvSpPr>
          <p:nvPr>
            <p:ph type="title" idx="8"/>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263" name="Google Shape;263;p13"/>
          <p:cNvSpPr txBox="1">
            <a:spLocks noGrp="1"/>
          </p:cNvSpPr>
          <p:nvPr>
            <p:ph type="subTitle" idx="9"/>
          </p:nvPr>
        </p:nvSpPr>
        <p:spPr>
          <a:xfrm>
            <a:off x="1966012" y="1679025"/>
            <a:ext cx="2390700" cy="3642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Montserrat"/>
              <a:buNone/>
              <a:defRPr sz="2200">
                <a:latin typeface="Lexend ExtraBold"/>
                <a:ea typeface="Lexend ExtraBold"/>
                <a:cs typeface="Lexend ExtraBold"/>
                <a:sym typeface="Lexend ExtraBold"/>
              </a:defRPr>
            </a:lvl1pPr>
            <a:lvl2pPr lvl="1" rtl="0">
              <a:spcBef>
                <a:spcPts val="0"/>
              </a:spcBef>
              <a:spcAft>
                <a:spcPts val="0"/>
              </a:spcAft>
              <a:buSzPts val="2000"/>
              <a:buFont typeface="Montserrat"/>
              <a:buNone/>
              <a:defRPr sz="2000">
                <a:latin typeface="Montserrat"/>
                <a:ea typeface="Montserrat"/>
                <a:cs typeface="Montserrat"/>
                <a:sym typeface="Montserrat"/>
              </a:defRPr>
            </a:lvl2pPr>
            <a:lvl3pPr lvl="2" rtl="0">
              <a:spcBef>
                <a:spcPts val="1600"/>
              </a:spcBef>
              <a:spcAft>
                <a:spcPts val="0"/>
              </a:spcAft>
              <a:buSzPts val="2000"/>
              <a:buFont typeface="Montserrat"/>
              <a:buNone/>
              <a:defRPr sz="2000">
                <a:latin typeface="Montserrat"/>
                <a:ea typeface="Montserrat"/>
                <a:cs typeface="Montserrat"/>
                <a:sym typeface="Montserrat"/>
              </a:defRPr>
            </a:lvl3pPr>
            <a:lvl4pPr lvl="3" rtl="0">
              <a:spcBef>
                <a:spcPts val="1600"/>
              </a:spcBef>
              <a:spcAft>
                <a:spcPts val="0"/>
              </a:spcAft>
              <a:buSzPts val="2000"/>
              <a:buFont typeface="Montserrat"/>
              <a:buNone/>
              <a:defRPr sz="2000">
                <a:latin typeface="Montserrat"/>
                <a:ea typeface="Montserrat"/>
                <a:cs typeface="Montserrat"/>
                <a:sym typeface="Montserrat"/>
              </a:defRPr>
            </a:lvl4pPr>
            <a:lvl5pPr lvl="4" rtl="0">
              <a:spcBef>
                <a:spcPts val="1600"/>
              </a:spcBef>
              <a:spcAft>
                <a:spcPts val="0"/>
              </a:spcAft>
              <a:buSzPts val="2000"/>
              <a:buFont typeface="Montserrat"/>
              <a:buNone/>
              <a:defRPr sz="2000">
                <a:latin typeface="Montserrat"/>
                <a:ea typeface="Montserrat"/>
                <a:cs typeface="Montserrat"/>
                <a:sym typeface="Montserrat"/>
              </a:defRPr>
            </a:lvl5pPr>
            <a:lvl6pPr lvl="5" rtl="0">
              <a:spcBef>
                <a:spcPts val="1600"/>
              </a:spcBef>
              <a:spcAft>
                <a:spcPts val="0"/>
              </a:spcAft>
              <a:buSzPts val="2000"/>
              <a:buFont typeface="Montserrat"/>
              <a:buNone/>
              <a:defRPr sz="2000">
                <a:latin typeface="Montserrat"/>
                <a:ea typeface="Montserrat"/>
                <a:cs typeface="Montserrat"/>
                <a:sym typeface="Montserrat"/>
              </a:defRPr>
            </a:lvl6pPr>
            <a:lvl7pPr lvl="6" rtl="0">
              <a:spcBef>
                <a:spcPts val="1600"/>
              </a:spcBef>
              <a:spcAft>
                <a:spcPts val="0"/>
              </a:spcAft>
              <a:buSzPts val="2000"/>
              <a:buFont typeface="Montserrat"/>
              <a:buNone/>
              <a:defRPr sz="2000">
                <a:latin typeface="Montserrat"/>
                <a:ea typeface="Montserrat"/>
                <a:cs typeface="Montserrat"/>
                <a:sym typeface="Montserrat"/>
              </a:defRPr>
            </a:lvl7pPr>
            <a:lvl8pPr lvl="7" rtl="0">
              <a:spcBef>
                <a:spcPts val="1600"/>
              </a:spcBef>
              <a:spcAft>
                <a:spcPts val="0"/>
              </a:spcAft>
              <a:buSzPts val="2000"/>
              <a:buFont typeface="Montserrat"/>
              <a:buNone/>
              <a:defRPr sz="2000">
                <a:latin typeface="Montserrat"/>
                <a:ea typeface="Montserrat"/>
                <a:cs typeface="Montserrat"/>
                <a:sym typeface="Montserrat"/>
              </a:defRPr>
            </a:lvl8pPr>
            <a:lvl9pPr lvl="8" rtl="0">
              <a:spcBef>
                <a:spcPts val="1600"/>
              </a:spcBef>
              <a:spcAft>
                <a:spcPts val="1600"/>
              </a:spcAft>
              <a:buSzPts val="2000"/>
              <a:buFont typeface="Montserrat"/>
              <a:buNone/>
              <a:defRPr sz="2000">
                <a:latin typeface="Montserrat"/>
                <a:ea typeface="Montserrat"/>
                <a:cs typeface="Montserrat"/>
                <a:sym typeface="Montserrat"/>
              </a:defRPr>
            </a:lvl9pPr>
          </a:lstStyle>
          <a:p>
            <a:endParaRPr/>
          </a:p>
        </p:txBody>
      </p:sp>
      <p:sp>
        <p:nvSpPr>
          <p:cNvPr id="264" name="Google Shape;264;p13"/>
          <p:cNvSpPr txBox="1">
            <a:spLocks noGrp="1"/>
          </p:cNvSpPr>
          <p:nvPr>
            <p:ph type="subTitle" idx="13"/>
          </p:nvPr>
        </p:nvSpPr>
        <p:spPr>
          <a:xfrm>
            <a:off x="5677112" y="1679025"/>
            <a:ext cx="2390700" cy="3642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Montserrat"/>
              <a:buNone/>
              <a:defRPr sz="2200">
                <a:latin typeface="Lexend ExtraBold"/>
                <a:ea typeface="Lexend ExtraBold"/>
                <a:cs typeface="Lexend ExtraBold"/>
                <a:sym typeface="Lexend ExtraBold"/>
              </a:defRPr>
            </a:lvl1pPr>
            <a:lvl2pPr lvl="1" rtl="0">
              <a:spcBef>
                <a:spcPts val="0"/>
              </a:spcBef>
              <a:spcAft>
                <a:spcPts val="0"/>
              </a:spcAft>
              <a:buSzPts val="2000"/>
              <a:buFont typeface="Montserrat"/>
              <a:buNone/>
              <a:defRPr sz="2000">
                <a:latin typeface="Montserrat"/>
                <a:ea typeface="Montserrat"/>
                <a:cs typeface="Montserrat"/>
                <a:sym typeface="Montserrat"/>
              </a:defRPr>
            </a:lvl2pPr>
            <a:lvl3pPr lvl="2" rtl="0">
              <a:spcBef>
                <a:spcPts val="1600"/>
              </a:spcBef>
              <a:spcAft>
                <a:spcPts val="0"/>
              </a:spcAft>
              <a:buSzPts val="2000"/>
              <a:buFont typeface="Montserrat"/>
              <a:buNone/>
              <a:defRPr sz="2000">
                <a:latin typeface="Montserrat"/>
                <a:ea typeface="Montserrat"/>
                <a:cs typeface="Montserrat"/>
                <a:sym typeface="Montserrat"/>
              </a:defRPr>
            </a:lvl3pPr>
            <a:lvl4pPr lvl="3" rtl="0">
              <a:spcBef>
                <a:spcPts val="1600"/>
              </a:spcBef>
              <a:spcAft>
                <a:spcPts val="0"/>
              </a:spcAft>
              <a:buSzPts val="2000"/>
              <a:buFont typeface="Montserrat"/>
              <a:buNone/>
              <a:defRPr sz="2000">
                <a:latin typeface="Montserrat"/>
                <a:ea typeface="Montserrat"/>
                <a:cs typeface="Montserrat"/>
                <a:sym typeface="Montserrat"/>
              </a:defRPr>
            </a:lvl4pPr>
            <a:lvl5pPr lvl="4" rtl="0">
              <a:spcBef>
                <a:spcPts val="1600"/>
              </a:spcBef>
              <a:spcAft>
                <a:spcPts val="0"/>
              </a:spcAft>
              <a:buSzPts val="2000"/>
              <a:buFont typeface="Montserrat"/>
              <a:buNone/>
              <a:defRPr sz="2000">
                <a:latin typeface="Montserrat"/>
                <a:ea typeface="Montserrat"/>
                <a:cs typeface="Montserrat"/>
                <a:sym typeface="Montserrat"/>
              </a:defRPr>
            </a:lvl5pPr>
            <a:lvl6pPr lvl="5" rtl="0">
              <a:spcBef>
                <a:spcPts val="1600"/>
              </a:spcBef>
              <a:spcAft>
                <a:spcPts val="0"/>
              </a:spcAft>
              <a:buSzPts val="2000"/>
              <a:buFont typeface="Montserrat"/>
              <a:buNone/>
              <a:defRPr sz="2000">
                <a:latin typeface="Montserrat"/>
                <a:ea typeface="Montserrat"/>
                <a:cs typeface="Montserrat"/>
                <a:sym typeface="Montserrat"/>
              </a:defRPr>
            </a:lvl6pPr>
            <a:lvl7pPr lvl="6" rtl="0">
              <a:spcBef>
                <a:spcPts val="1600"/>
              </a:spcBef>
              <a:spcAft>
                <a:spcPts val="0"/>
              </a:spcAft>
              <a:buSzPts val="2000"/>
              <a:buFont typeface="Montserrat"/>
              <a:buNone/>
              <a:defRPr sz="2000">
                <a:latin typeface="Montserrat"/>
                <a:ea typeface="Montserrat"/>
                <a:cs typeface="Montserrat"/>
                <a:sym typeface="Montserrat"/>
              </a:defRPr>
            </a:lvl7pPr>
            <a:lvl8pPr lvl="7" rtl="0">
              <a:spcBef>
                <a:spcPts val="1600"/>
              </a:spcBef>
              <a:spcAft>
                <a:spcPts val="0"/>
              </a:spcAft>
              <a:buSzPts val="2000"/>
              <a:buFont typeface="Montserrat"/>
              <a:buNone/>
              <a:defRPr sz="2000">
                <a:latin typeface="Montserrat"/>
                <a:ea typeface="Montserrat"/>
                <a:cs typeface="Montserrat"/>
                <a:sym typeface="Montserrat"/>
              </a:defRPr>
            </a:lvl8pPr>
            <a:lvl9pPr lvl="8" rtl="0">
              <a:spcBef>
                <a:spcPts val="1600"/>
              </a:spcBef>
              <a:spcAft>
                <a:spcPts val="1600"/>
              </a:spcAft>
              <a:buSzPts val="2000"/>
              <a:buFont typeface="Montserrat"/>
              <a:buNone/>
              <a:defRPr sz="2000">
                <a:latin typeface="Montserrat"/>
                <a:ea typeface="Montserrat"/>
                <a:cs typeface="Montserrat"/>
                <a:sym typeface="Montserrat"/>
              </a:defRPr>
            </a:lvl9pPr>
          </a:lstStyle>
          <a:p>
            <a:endParaRPr/>
          </a:p>
        </p:txBody>
      </p:sp>
      <p:sp>
        <p:nvSpPr>
          <p:cNvPr id="265" name="Google Shape;265;p13"/>
          <p:cNvSpPr txBox="1">
            <a:spLocks noGrp="1"/>
          </p:cNvSpPr>
          <p:nvPr>
            <p:ph type="subTitle" idx="14"/>
          </p:nvPr>
        </p:nvSpPr>
        <p:spPr>
          <a:xfrm>
            <a:off x="1966012" y="3158525"/>
            <a:ext cx="2390700" cy="3642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Montserrat"/>
              <a:buNone/>
              <a:defRPr sz="2200">
                <a:latin typeface="Lexend ExtraBold"/>
                <a:ea typeface="Lexend ExtraBold"/>
                <a:cs typeface="Lexend ExtraBold"/>
                <a:sym typeface="Lexend ExtraBold"/>
              </a:defRPr>
            </a:lvl1pPr>
            <a:lvl2pPr lvl="1" rtl="0">
              <a:spcBef>
                <a:spcPts val="0"/>
              </a:spcBef>
              <a:spcAft>
                <a:spcPts val="0"/>
              </a:spcAft>
              <a:buSzPts val="2000"/>
              <a:buFont typeface="Montserrat"/>
              <a:buNone/>
              <a:defRPr sz="2000">
                <a:latin typeface="Montserrat"/>
                <a:ea typeface="Montserrat"/>
                <a:cs typeface="Montserrat"/>
                <a:sym typeface="Montserrat"/>
              </a:defRPr>
            </a:lvl2pPr>
            <a:lvl3pPr lvl="2" rtl="0">
              <a:spcBef>
                <a:spcPts val="1600"/>
              </a:spcBef>
              <a:spcAft>
                <a:spcPts val="0"/>
              </a:spcAft>
              <a:buSzPts val="2000"/>
              <a:buFont typeface="Montserrat"/>
              <a:buNone/>
              <a:defRPr sz="2000">
                <a:latin typeface="Montserrat"/>
                <a:ea typeface="Montserrat"/>
                <a:cs typeface="Montserrat"/>
                <a:sym typeface="Montserrat"/>
              </a:defRPr>
            </a:lvl3pPr>
            <a:lvl4pPr lvl="3" rtl="0">
              <a:spcBef>
                <a:spcPts val="1600"/>
              </a:spcBef>
              <a:spcAft>
                <a:spcPts val="0"/>
              </a:spcAft>
              <a:buSzPts val="2000"/>
              <a:buFont typeface="Montserrat"/>
              <a:buNone/>
              <a:defRPr sz="2000">
                <a:latin typeface="Montserrat"/>
                <a:ea typeface="Montserrat"/>
                <a:cs typeface="Montserrat"/>
                <a:sym typeface="Montserrat"/>
              </a:defRPr>
            </a:lvl4pPr>
            <a:lvl5pPr lvl="4" rtl="0">
              <a:spcBef>
                <a:spcPts val="1600"/>
              </a:spcBef>
              <a:spcAft>
                <a:spcPts val="0"/>
              </a:spcAft>
              <a:buSzPts val="2000"/>
              <a:buFont typeface="Montserrat"/>
              <a:buNone/>
              <a:defRPr sz="2000">
                <a:latin typeface="Montserrat"/>
                <a:ea typeface="Montserrat"/>
                <a:cs typeface="Montserrat"/>
                <a:sym typeface="Montserrat"/>
              </a:defRPr>
            </a:lvl5pPr>
            <a:lvl6pPr lvl="5" rtl="0">
              <a:spcBef>
                <a:spcPts val="1600"/>
              </a:spcBef>
              <a:spcAft>
                <a:spcPts val="0"/>
              </a:spcAft>
              <a:buSzPts val="2000"/>
              <a:buFont typeface="Montserrat"/>
              <a:buNone/>
              <a:defRPr sz="2000">
                <a:latin typeface="Montserrat"/>
                <a:ea typeface="Montserrat"/>
                <a:cs typeface="Montserrat"/>
                <a:sym typeface="Montserrat"/>
              </a:defRPr>
            </a:lvl6pPr>
            <a:lvl7pPr lvl="6" rtl="0">
              <a:spcBef>
                <a:spcPts val="1600"/>
              </a:spcBef>
              <a:spcAft>
                <a:spcPts val="0"/>
              </a:spcAft>
              <a:buSzPts val="2000"/>
              <a:buFont typeface="Montserrat"/>
              <a:buNone/>
              <a:defRPr sz="2000">
                <a:latin typeface="Montserrat"/>
                <a:ea typeface="Montserrat"/>
                <a:cs typeface="Montserrat"/>
                <a:sym typeface="Montserrat"/>
              </a:defRPr>
            </a:lvl7pPr>
            <a:lvl8pPr lvl="7" rtl="0">
              <a:spcBef>
                <a:spcPts val="1600"/>
              </a:spcBef>
              <a:spcAft>
                <a:spcPts val="0"/>
              </a:spcAft>
              <a:buSzPts val="2000"/>
              <a:buFont typeface="Montserrat"/>
              <a:buNone/>
              <a:defRPr sz="2000">
                <a:latin typeface="Montserrat"/>
                <a:ea typeface="Montserrat"/>
                <a:cs typeface="Montserrat"/>
                <a:sym typeface="Montserrat"/>
              </a:defRPr>
            </a:lvl8pPr>
            <a:lvl9pPr lvl="8" rtl="0">
              <a:spcBef>
                <a:spcPts val="1600"/>
              </a:spcBef>
              <a:spcAft>
                <a:spcPts val="1600"/>
              </a:spcAft>
              <a:buSzPts val="2000"/>
              <a:buFont typeface="Montserrat"/>
              <a:buNone/>
              <a:defRPr sz="2000">
                <a:latin typeface="Montserrat"/>
                <a:ea typeface="Montserrat"/>
                <a:cs typeface="Montserrat"/>
                <a:sym typeface="Montserrat"/>
              </a:defRPr>
            </a:lvl9pPr>
          </a:lstStyle>
          <a:p>
            <a:endParaRPr/>
          </a:p>
        </p:txBody>
      </p:sp>
      <p:sp>
        <p:nvSpPr>
          <p:cNvPr id="266" name="Google Shape;266;p13"/>
          <p:cNvSpPr txBox="1">
            <a:spLocks noGrp="1"/>
          </p:cNvSpPr>
          <p:nvPr>
            <p:ph type="subTitle" idx="15"/>
          </p:nvPr>
        </p:nvSpPr>
        <p:spPr>
          <a:xfrm>
            <a:off x="5677112" y="3158525"/>
            <a:ext cx="2390700" cy="3642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Montserrat"/>
              <a:buNone/>
              <a:defRPr sz="2200">
                <a:latin typeface="Lexend ExtraBold"/>
                <a:ea typeface="Lexend ExtraBold"/>
                <a:cs typeface="Lexend ExtraBold"/>
                <a:sym typeface="Lexend ExtraBold"/>
              </a:defRPr>
            </a:lvl1pPr>
            <a:lvl2pPr lvl="1" rtl="0">
              <a:spcBef>
                <a:spcPts val="0"/>
              </a:spcBef>
              <a:spcAft>
                <a:spcPts val="0"/>
              </a:spcAft>
              <a:buSzPts val="2000"/>
              <a:buFont typeface="Montserrat"/>
              <a:buNone/>
              <a:defRPr sz="2000">
                <a:latin typeface="Montserrat"/>
                <a:ea typeface="Montserrat"/>
                <a:cs typeface="Montserrat"/>
                <a:sym typeface="Montserrat"/>
              </a:defRPr>
            </a:lvl2pPr>
            <a:lvl3pPr lvl="2" rtl="0">
              <a:spcBef>
                <a:spcPts val="1600"/>
              </a:spcBef>
              <a:spcAft>
                <a:spcPts val="0"/>
              </a:spcAft>
              <a:buSzPts val="2000"/>
              <a:buFont typeface="Montserrat"/>
              <a:buNone/>
              <a:defRPr sz="2000">
                <a:latin typeface="Montserrat"/>
                <a:ea typeface="Montserrat"/>
                <a:cs typeface="Montserrat"/>
                <a:sym typeface="Montserrat"/>
              </a:defRPr>
            </a:lvl3pPr>
            <a:lvl4pPr lvl="3" rtl="0">
              <a:spcBef>
                <a:spcPts val="1600"/>
              </a:spcBef>
              <a:spcAft>
                <a:spcPts val="0"/>
              </a:spcAft>
              <a:buSzPts val="2000"/>
              <a:buFont typeface="Montserrat"/>
              <a:buNone/>
              <a:defRPr sz="2000">
                <a:latin typeface="Montserrat"/>
                <a:ea typeface="Montserrat"/>
                <a:cs typeface="Montserrat"/>
                <a:sym typeface="Montserrat"/>
              </a:defRPr>
            </a:lvl4pPr>
            <a:lvl5pPr lvl="4" rtl="0">
              <a:spcBef>
                <a:spcPts val="1600"/>
              </a:spcBef>
              <a:spcAft>
                <a:spcPts val="0"/>
              </a:spcAft>
              <a:buSzPts val="2000"/>
              <a:buFont typeface="Montserrat"/>
              <a:buNone/>
              <a:defRPr sz="2000">
                <a:latin typeface="Montserrat"/>
                <a:ea typeface="Montserrat"/>
                <a:cs typeface="Montserrat"/>
                <a:sym typeface="Montserrat"/>
              </a:defRPr>
            </a:lvl5pPr>
            <a:lvl6pPr lvl="5" rtl="0">
              <a:spcBef>
                <a:spcPts val="1600"/>
              </a:spcBef>
              <a:spcAft>
                <a:spcPts val="0"/>
              </a:spcAft>
              <a:buSzPts val="2000"/>
              <a:buFont typeface="Montserrat"/>
              <a:buNone/>
              <a:defRPr sz="2000">
                <a:latin typeface="Montserrat"/>
                <a:ea typeface="Montserrat"/>
                <a:cs typeface="Montserrat"/>
                <a:sym typeface="Montserrat"/>
              </a:defRPr>
            </a:lvl6pPr>
            <a:lvl7pPr lvl="6" rtl="0">
              <a:spcBef>
                <a:spcPts val="1600"/>
              </a:spcBef>
              <a:spcAft>
                <a:spcPts val="0"/>
              </a:spcAft>
              <a:buSzPts val="2000"/>
              <a:buFont typeface="Montserrat"/>
              <a:buNone/>
              <a:defRPr sz="2000">
                <a:latin typeface="Montserrat"/>
                <a:ea typeface="Montserrat"/>
                <a:cs typeface="Montserrat"/>
                <a:sym typeface="Montserrat"/>
              </a:defRPr>
            </a:lvl7pPr>
            <a:lvl8pPr lvl="7" rtl="0">
              <a:spcBef>
                <a:spcPts val="1600"/>
              </a:spcBef>
              <a:spcAft>
                <a:spcPts val="0"/>
              </a:spcAft>
              <a:buSzPts val="2000"/>
              <a:buFont typeface="Montserrat"/>
              <a:buNone/>
              <a:defRPr sz="2000">
                <a:latin typeface="Montserrat"/>
                <a:ea typeface="Montserrat"/>
                <a:cs typeface="Montserrat"/>
                <a:sym typeface="Montserrat"/>
              </a:defRPr>
            </a:lvl8pPr>
            <a:lvl9pPr lvl="8" rtl="0">
              <a:spcBef>
                <a:spcPts val="1600"/>
              </a:spcBef>
              <a:spcAft>
                <a:spcPts val="1600"/>
              </a:spcAft>
              <a:buSzPts val="2000"/>
              <a:buFont typeface="Montserrat"/>
              <a:buNone/>
              <a:defRPr sz="2000">
                <a:latin typeface="Montserrat"/>
                <a:ea typeface="Montserrat"/>
                <a:cs typeface="Montserrat"/>
                <a:sym typeface="Montserrat"/>
              </a:defRPr>
            </a:lvl9pPr>
          </a:lstStyle>
          <a:p>
            <a:endParaRPr/>
          </a:p>
        </p:txBody>
      </p:sp>
      <p:cxnSp>
        <p:nvCxnSpPr>
          <p:cNvPr id="267" name="Google Shape;267;p13"/>
          <p:cNvCxnSpPr/>
          <p:nvPr/>
        </p:nvCxnSpPr>
        <p:spPr>
          <a:xfrm rot="10800000">
            <a:off x="730384" y="4663910"/>
            <a:ext cx="7703498"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268"/>
        <p:cNvGrpSpPr/>
        <p:nvPr/>
      </p:nvGrpSpPr>
      <p:grpSpPr>
        <a:xfrm>
          <a:off x="0" y="0"/>
          <a:ext cx="0" cy="0"/>
          <a:chOff x="0" y="0"/>
          <a:chExt cx="0" cy="0"/>
        </a:xfrm>
      </p:grpSpPr>
      <p:sp>
        <p:nvSpPr>
          <p:cNvPr id="269" name="Google Shape;269;p14"/>
          <p:cNvSpPr txBox="1">
            <a:spLocks noGrp="1"/>
          </p:cNvSpPr>
          <p:nvPr>
            <p:ph type="title"/>
          </p:nvPr>
        </p:nvSpPr>
        <p:spPr>
          <a:xfrm>
            <a:off x="2391900" y="3335213"/>
            <a:ext cx="4360200" cy="531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22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270" name="Google Shape;270;p14"/>
          <p:cNvSpPr txBox="1">
            <a:spLocks noGrp="1"/>
          </p:cNvSpPr>
          <p:nvPr>
            <p:ph type="subTitle" idx="1"/>
          </p:nvPr>
        </p:nvSpPr>
        <p:spPr>
          <a:xfrm>
            <a:off x="1896875" y="1230650"/>
            <a:ext cx="5350200" cy="17916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27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cxnSp>
        <p:nvCxnSpPr>
          <p:cNvPr id="271" name="Google Shape;271;p14"/>
          <p:cNvCxnSpPr/>
          <p:nvPr/>
        </p:nvCxnSpPr>
        <p:spPr>
          <a:xfrm rot="10800000">
            <a:off x="719677" y="4663910"/>
            <a:ext cx="7714368" cy="0"/>
          </a:xfrm>
          <a:prstGeom prst="straightConnector1">
            <a:avLst/>
          </a:prstGeom>
          <a:noFill/>
          <a:ln w="9525" cap="flat" cmpd="sng">
            <a:solidFill>
              <a:schemeClr val="dk1"/>
            </a:solidFill>
            <a:prstDash val="solid"/>
            <a:round/>
            <a:headEnd type="none" w="med" len="med"/>
            <a:tailEnd type="none" w="med" len="med"/>
          </a:ln>
        </p:spPr>
      </p:cxnSp>
      <p:grpSp>
        <p:nvGrpSpPr>
          <p:cNvPr id="272" name="Google Shape;272;p14"/>
          <p:cNvGrpSpPr/>
          <p:nvPr/>
        </p:nvGrpSpPr>
        <p:grpSpPr>
          <a:xfrm>
            <a:off x="720011" y="319100"/>
            <a:ext cx="1368528" cy="300900"/>
            <a:chOff x="7055224" y="4513500"/>
            <a:chExt cx="1368528" cy="300900"/>
          </a:xfrm>
        </p:grpSpPr>
        <p:grpSp>
          <p:nvGrpSpPr>
            <p:cNvPr id="273" name="Google Shape;273;p14"/>
            <p:cNvGrpSpPr/>
            <p:nvPr/>
          </p:nvGrpSpPr>
          <p:grpSpPr>
            <a:xfrm>
              <a:off x="7629309" y="4513500"/>
              <a:ext cx="794443" cy="300900"/>
              <a:chOff x="7310856" y="4513500"/>
              <a:chExt cx="1113132" cy="300900"/>
            </a:xfrm>
          </p:grpSpPr>
          <p:cxnSp>
            <p:nvCxnSpPr>
              <p:cNvPr id="274" name="Google Shape;274;p14"/>
              <p:cNvCxnSpPr/>
              <p:nvPr/>
            </p:nvCxnSpPr>
            <p:spPr>
              <a:xfrm>
                <a:off x="8423989"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75" name="Google Shape;275;p14"/>
              <p:cNvCxnSpPr/>
              <p:nvPr/>
            </p:nvCxnSpPr>
            <p:spPr>
              <a:xfrm>
                <a:off x="836886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76" name="Google Shape;276;p14"/>
              <p:cNvCxnSpPr/>
              <p:nvPr/>
            </p:nvCxnSpPr>
            <p:spPr>
              <a:xfrm>
                <a:off x="8302747"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277" name="Google Shape;277;p14"/>
              <p:cNvCxnSpPr/>
              <p:nvPr/>
            </p:nvCxnSpPr>
            <p:spPr>
              <a:xfrm>
                <a:off x="8236602"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78" name="Google Shape;278;p14"/>
              <p:cNvCxnSpPr/>
              <p:nvPr/>
            </p:nvCxnSpPr>
            <p:spPr>
              <a:xfrm>
                <a:off x="8170486"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79" name="Google Shape;279;p14"/>
              <p:cNvCxnSpPr/>
              <p:nvPr/>
            </p:nvCxnSpPr>
            <p:spPr>
              <a:xfrm>
                <a:off x="8093377"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280" name="Google Shape;280;p14"/>
              <p:cNvCxnSpPr/>
              <p:nvPr/>
            </p:nvCxnSpPr>
            <p:spPr>
              <a:xfrm>
                <a:off x="8027260"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81" name="Google Shape;281;p14"/>
              <p:cNvCxnSpPr/>
              <p:nvPr/>
            </p:nvCxnSpPr>
            <p:spPr>
              <a:xfrm>
                <a:off x="7961115"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282" name="Google Shape;282;p14"/>
              <p:cNvCxnSpPr/>
              <p:nvPr/>
            </p:nvCxnSpPr>
            <p:spPr>
              <a:xfrm>
                <a:off x="7894999"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83" name="Google Shape;283;p14"/>
              <p:cNvCxnSpPr/>
              <p:nvPr/>
            </p:nvCxnSpPr>
            <p:spPr>
              <a:xfrm>
                <a:off x="783987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84" name="Google Shape;284;p14"/>
              <p:cNvCxnSpPr/>
              <p:nvPr/>
            </p:nvCxnSpPr>
            <p:spPr>
              <a:xfrm>
                <a:off x="7773757" y="4513500"/>
                <a:ext cx="0" cy="300900"/>
              </a:xfrm>
              <a:prstGeom prst="straightConnector1">
                <a:avLst/>
              </a:prstGeom>
              <a:noFill/>
              <a:ln w="38100" cap="flat" cmpd="sng">
                <a:solidFill>
                  <a:schemeClr val="dk1"/>
                </a:solidFill>
                <a:prstDash val="solid"/>
                <a:round/>
                <a:headEnd type="none" w="med" len="med"/>
                <a:tailEnd type="none" w="med" len="med"/>
              </a:ln>
            </p:spPr>
          </p:cxnSp>
          <p:cxnSp>
            <p:nvCxnSpPr>
              <p:cNvPr id="285" name="Google Shape;285;p14"/>
              <p:cNvCxnSpPr/>
              <p:nvPr/>
            </p:nvCxnSpPr>
            <p:spPr>
              <a:xfrm>
                <a:off x="7707612"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86" name="Google Shape;286;p14"/>
              <p:cNvCxnSpPr/>
              <p:nvPr/>
            </p:nvCxnSpPr>
            <p:spPr>
              <a:xfrm>
                <a:off x="7641496" y="4513500"/>
                <a:ext cx="0" cy="300900"/>
              </a:xfrm>
              <a:prstGeom prst="straightConnector1">
                <a:avLst/>
              </a:prstGeom>
              <a:noFill/>
              <a:ln w="38100" cap="flat" cmpd="sng">
                <a:solidFill>
                  <a:schemeClr val="dk1"/>
                </a:solidFill>
                <a:prstDash val="solid"/>
                <a:round/>
                <a:headEnd type="none" w="med" len="med"/>
                <a:tailEnd type="none" w="med" len="med"/>
              </a:ln>
            </p:spPr>
          </p:cxnSp>
          <p:cxnSp>
            <p:nvCxnSpPr>
              <p:cNvPr id="287" name="Google Shape;287;p14"/>
              <p:cNvCxnSpPr/>
              <p:nvPr/>
            </p:nvCxnSpPr>
            <p:spPr>
              <a:xfrm>
                <a:off x="7575351"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288" name="Google Shape;288;p14"/>
              <p:cNvCxnSpPr/>
              <p:nvPr/>
            </p:nvCxnSpPr>
            <p:spPr>
              <a:xfrm>
                <a:off x="750923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89" name="Google Shape;289;p14"/>
              <p:cNvCxnSpPr/>
              <p:nvPr/>
            </p:nvCxnSpPr>
            <p:spPr>
              <a:xfrm>
                <a:off x="7443117"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90" name="Google Shape;290;p14"/>
              <p:cNvCxnSpPr/>
              <p:nvPr/>
            </p:nvCxnSpPr>
            <p:spPr>
              <a:xfrm>
                <a:off x="7377001"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91" name="Google Shape;291;p14"/>
              <p:cNvCxnSpPr/>
              <p:nvPr/>
            </p:nvCxnSpPr>
            <p:spPr>
              <a:xfrm>
                <a:off x="7310856" y="4513500"/>
                <a:ext cx="0" cy="300900"/>
              </a:xfrm>
              <a:prstGeom prst="straightConnector1">
                <a:avLst/>
              </a:prstGeom>
              <a:noFill/>
              <a:ln w="28575" cap="flat" cmpd="sng">
                <a:solidFill>
                  <a:schemeClr val="dk1"/>
                </a:solidFill>
                <a:prstDash val="solid"/>
                <a:round/>
                <a:headEnd type="none" w="med" len="med"/>
                <a:tailEnd type="none" w="med" len="med"/>
              </a:ln>
            </p:spPr>
          </p:cxnSp>
        </p:grpSp>
        <p:cxnSp>
          <p:nvCxnSpPr>
            <p:cNvPr id="292" name="Google Shape;292;p14"/>
            <p:cNvCxnSpPr/>
            <p:nvPr/>
          </p:nvCxnSpPr>
          <p:spPr>
            <a:xfrm>
              <a:off x="7566501"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93" name="Google Shape;293;p14"/>
            <p:cNvCxnSpPr/>
            <p:nvPr/>
          </p:nvCxnSpPr>
          <p:spPr>
            <a:xfrm>
              <a:off x="7527159"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94" name="Google Shape;294;p14"/>
            <p:cNvCxnSpPr/>
            <p:nvPr/>
          </p:nvCxnSpPr>
          <p:spPr>
            <a:xfrm>
              <a:off x="7479971"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295" name="Google Shape;295;p14"/>
            <p:cNvCxnSpPr/>
            <p:nvPr/>
          </p:nvCxnSpPr>
          <p:spPr>
            <a:xfrm>
              <a:off x="743276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96" name="Google Shape;296;p14"/>
            <p:cNvCxnSpPr/>
            <p:nvPr/>
          </p:nvCxnSpPr>
          <p:spPr>
            <a:xfrm>
              <a:off x="7385576"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97" name="Google Shape;297;p14"/>
            <p:cNvCxnSpPr/>
            <p:nvPr/>
          </p:nvCxnSpPr>
          <p:spPr>
            <a:xfrm>
              <a:off x="7330544"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298" name="Google Shape;298;p14"/>
            <p:cNvCxnSpPr/>
            <p:nvPr/>
          </p:nvCxnSpPr>
          <p:spPr>
            <a:xfrm>
              <a:off x="7283356"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299" name="Google Shape;299;p14"/>
            <p:cNvCxnSpPr/>
            <p:nvPr/>
          </p:nvCxnSpPr>
          <p:spPr>
            <a:xfrm>
              <a:off x="7236149"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300" name="Google Shape;300;p14"/>
            <p:cNvCxnSpPr/>
            <p:nvPr/>
          </p:nvCxnSpPr>
          <p:spPr>
            <a:xfrm>
              <a:off x="7188961"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301" name="Google Shape;301;p14"/>
            <p:cNvCxnSpPr/>
            <p:nvPr/>
          </p:nvCxnSpPr>
          <p:spPr>
            <a:xfrm>
              <a:off x="7149618"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302" name="Google Shape;302;p14"/>
            <p:cNvCxnSpPr/>
            <p:nvPr/>
          </p:nvCxnSpPr>
          <p:spPr>
            <a:xfrm>
              <a:off x="7102431" y="4513500"/>
              <a:ext cx="0" cy="300900"/>
            </a:xfrm>
            <a:prstGeom prst="straightConnector1">
              <a:avLst/>
            </a:prstGeom>
            <a:noFill/>
            <a:ln w="38100" cap="flat" cmpd="sng">
              <a:solidFill>
                <a:schemeClr val="dk1"/>
              </a:solidFill>
              <a:prstDash val="solid"/>
              <a:round/>
              <a:headEnd type="none" w="med" len="med"/>
              <a:tailEnd type="none" w="med" len="med"/>
            </a:ln>
          </p:spPr>
        </p:cxnSp>
        <p:cxnSp>
          <p:nvCxnSpPr>
            <p:cNvPr id="303" name="Google Shape;303;p14"/>
            <p:cNvCxnSpPr/>
            <p:nvPr/>
          </p:nvCxnSpPr>
          <p:spPr>
            <a:xfrm>
              <a:off x="7055224" y="4513500"/>
              <a:ext cx="0" cy="300900"/>
            </a:xfrm>
            <a:prstGeom prst="straightConnector1">
              <a:avLst/>
            </a:prstGeom>
            <a:noFill/>
            <a:ln w="9525" cap="flat" cmpd="sng">
              <a:solidFill>
                <a:schemeClr val="dk1"/>
              </a:solidFill>
              <a:prstDash val="solid"/>
              <a:round/>
              <a:headEnd type="none" w="med" len="med"/>
              <a:tailEnd type="none" w="med" len="med"/>
            </a:ln>
          </p:spPr>
        </p:cxnSp>
      </p:grpSp>
      <p:cxnSp>
        <p:nvCxnSpPr>
          <p:cNvPr id="304" name="Google Shape;304;p14"/>
          <p:cNvCxnSpPr/>
          <p:nvPr/>
        </p:nvCxnSpPr>
        <p:spPr>
          <a:xfrm rot="10800000">
            <a:off x="7760759" y="469548"/>
            <a:ext cx="673217"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
  <p:cSld name="ONE_COLUMN_TEXT_1">
    <p:spTree>
      <p:nvGrpSpPr>
        <p:cNvPr id="1" name="Shape 305"/>
        <p:cNvGrpSpPr/>
        <p:nvPr/>
      </p:nvGrpSpPr>
      <p:grpSpPr>
        <a:xfrm>
          <a:off x="0" y="0"/>
          <a:ext cx="0" cy="0"/>
          <a:chOff x="0" y="0"/>
          <a:chExt cx="0" cy="0"/>
        </a:xfrm>
      </p:grpSpPr>
      <p:sp>
        <p:nvSpPr>
          <p:cNvPr id="306" name="Google Shape;306;p15"/>
          <p:cNvSpPr txBox="1">
            <a:spLocks noGrp="1"/>
          </p:cNvSpPr>
          <p:nvPr>
            <p:ph type="title"/>
          </p:nvPr>
        </p:nvSpPr>
        <p:spPr>
          <a:xfrm>
            <a:off x="1980150" y="1257775"/>
            <a:ext cx="5183700" cy="1729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sz="10000"/>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307" name="Google Shape;307;p15"/>
          <p:cNvSpPr txBox="1">
            <a:spLocks noGrp="1"/>
          </p:cNvSpPr>
          <p:nvPr>
            <p:ph type="subTitle" idx="1"/>
          </p:nvPr>
        </p:nvSpPr>
        <p:spPr>
          <a:xfrm>
            <a:off x="1998150" y="3028075"/>
            <a:ext cx="5147700" cy="733200"/>
          </a:xfrm>
          <a:prstGeom prst="rect">
            <a:avLst/>
          </a:prstGeom>
          <a:solidFill>
            <a:schemeClr val="dk1"/>
          </a:solidFill>
          <a:ln w="762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solidFill>
                  <a:schemeClr val="dk2"/>
                </a:solidFill>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08" name="Google Shape;308;p15"/>
          <p:cNvSpPr txBox="1">
            <a:spLocks noGrp="1"/>
          </p:cNvSpPr>
          <p:nvPr>
            <p:ph type="subTitle" idx="2"/>
          </p:nvPr>
        </p:nvSpPr>
        <p:spPr>
          <a:xfrm>
            <a:off x="6087900" y="471975"/>
            <a:ext cx="2336100" cy="2187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000"/>
              <a:buNone/>
              <a:defRPr sz="1000"/>
            </a:lvl1pPr>
            <a:lvl2pPr lvl="1" algn="r" rtl="0">
              <a:spcBef>
                <a:spcPts val="0"/>
              </a:spcBef>
              <a:spcAft>
                <a:spcPts val="0"/>
              </a:spcAft>
              <a:buSzPts val="1000"/>
              <a:buNone/>
              <a:defRPr sz="1000"/>
            </a:lvl2pPr>
            <a:lvl3pPr lvl="2" algn="r" rtl="0">
              <a:spcBef>
                <a:spcPts val="0"/>
              </a:spcBef>
              <a:spcAft>
                <a:spcPts val="0"/>
              </a:spcAft>
              <a:buSzPts val="1000"/>
              <a:buNone/>
              <a:defRPr sz="1000"/>
            </a:lvl3pPr>
            <a:lvl4pPr lvl="3" algn="r" rtl="0">
              <a:spcBef>
                <a:spcPts val="0"/>
              </a:spcBef>
              <a:spcAft>
                <a:spcPts val="0"/>
              </a:spcAft>
              <a:buSzPts val="1000"/>
              <a:buNone/>
              <a:defRPr sz="1000"/>
            </a:lvl4pPr>
            <a:lvl5pPr lvl="4" algn="r" rtl="0">
              <a:spcBef>
                <a:spcPts val="0"/>
              </a:spcBef>
              <a:spcAft>
                <a:spcPts val="0"/>
              </a:spcAft>
              <a:buSzPts val="1000"/>
              <a:buNone/>
              <a:defRPr sz="1000"/>
            </a:lvl5pPr>
            <a:lvl6pPr lvl="5" algn="r" rtl="0">
              <a:spcBef>
                <a:spcPts val="0"/>
              </a:spcBef>
              <a:spcAft>
                <a:spcPts val="0"/>
              </a:spcAft>
              <a:buSzPts val="1000"/>
              <a:buNone/>
              <a:defRPr sz="1000"/>
            </a:lvl6pPr>
            <a:lvl7pPr lvl="6" algn="r" rtl="0">
              <a:spcBef>
                <a:spcPts val="0"/>
              </a:spcBef>
              <a:spcAft>
                <a:spcPts val="0"/>
              </a:spcAft>
              <a:buSzPts val="1000"/>
              <a:buNone/>
              <a:defRPr sz="1000"/>
            </a:lvl7pPr>
            <a:lvl8pPr lvl="7" algn="r" rtl="0">
              <a:spcBef>
                <a:spcPts val="0"/>
              </a:spcBef>
              <a:spcAft>
                <a:spcPts val="0"/>
              </a:spcAft>
              <a:buSzPts val="1000"/>
              <a:buNone/>
              <a:defRPr sz="1000"/>
            </a:lvl8pPr>
            <a:lvl9pPr lvl="8" algn="r" rtl="0">
              <a:spcBef>
                <a:spcPts val="0"/>
              </a:spcBef>
              <a:spcAft>
                <a:spcPts val="0"/>
              </a:spcAft>
              <a:buSzPts val="1000"/>
              <a:buNone/>
              <a:defRPr sz="1000"/>
            </a:lvl9pPr>
          </a:lstStyle>
          <a:p>
            <a:endParaRPr/>
          </a:p>
        </p:txBody>
      </p:sp>
      <p:sp>
        <p:nvSpPr>
          <p:cNvPr id="309" name="Google Shape;309;p15"/>
          <p:cNvSpPr txBox="1">
            <a:spLocks noGrp="1"/>
          </p:cNvSpPr>
          <p:nvPr>
            <p:ph type="subTitle" idx="3"/>
          </p:nvPr>
        </p:nvSpPr>
        <p:spPr>
          <a:xfrm>
            <a:off x="5604300" y="4697325"/>
            <a:ext cx="1368600" cy="124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000"/>
              <a:buNone/>
              <a:defRPr sz="1000"/>
            </a:lvl1pPr>
            <a:lvl2pPr lvl="1" algn="r" rtl="0">
              <a:spcBef>
                <a:spcPts val="0"/>
              </a:spcBef>
              <a:spcAft>
                <a:spcPts val="0"/>
              </a:spcAft>
              <a:buSzPts val="1000"/>
              <a:buNone/>
              <a:defRPr sz="1000"/>
            </a:lvl2pPr>
            <a:lvl3pPr lvl="2" algn="r" rtl="0">
              <a:spcBef>
                <a:spcPts val="0"/>
              </a:spcBef>
              <a:spcAft>
                <a:spcPts val="0"/>
              </a:spcAft>
              <a:buSzPts val="1000"/>
              <a:buNone/>
              <a:defRPr sz="1000"/>
            </a:lvl3pPr>
            <a:lvl4pPr lvl="3" algn="r" rtl="0">
              <a:spcBef>
                <a:spcPts val="0"/>
              </a:spcBef>
              <a:spcAft>
                <a:spcPts val="0"/>
              </a:spcAft>
              <a:buSzPts val="1000"/>
              <a:buNone/>
              <a:defRPr sz="1000"/>
            </a:lvl4pPr>
            <a:lvl5pPr lvl="4" algn="r" rtl="0">
              <a:spcBef>
                <a:spcPts val="0"/>
              </a:spcBef>
              <a:spcAft>
                <a:spcPts val="0"/>
              </a:spcAft>
              <a:buSzPts val="1000"/>
              <a:buNone/>
              <a:defRPr sz="1000"/>
            </a:lvl5pPr>
            <a:lvl6pPr lvl="5" algn="r" rtl="0">
              <a:spcBef>
                <a:spcPts val="0"/>
              </a:spcBef>
              <a:spcAft>
                <a:spcPts val="0"/>
              </a:spcAft>
              <a:buSzPts val="1000"/>
              <a:buNone/>
              <a:defRPr sz="1000"/>
            </a:lvl6pPr>
            <a:lvl7pPr lvl="6" algn="r" rtl="0">
              <a:spcBef>
                <a:spcPts val="0"/>
              </a:spcBef>
              <a:spcAft>
                <a:spcPts val="0"/>
              </a:spcAft>
              <a:buSzPts val="1000"/>
              <a:buNone/>
              <a:defRPr sz="1000"/>
            </a:lvl7pPr>
            <a:lvl8pPr lvl="7" algn="r" rtl="0">
              <a:spcBef>
                <a:spcPts val="0"/>
              </a:spcBef>
              <a:spcAft>
                <a:spcPts val="0"/>
              </a:spcAft>
              <a:buSzPts val="1000"/>
              <a:buNone/>
              <a:defRPr sz="1000"/>
            </a:lvl8pPr>
            <a:lvl9pPr lvl="8" algn="r" rtl="0">
              <a:spcBef>
                <a:spcPts val="0"/>
              </a:spcBef>
              <a:spcAft>
                <a:spcPts val="0"/>
              </a:spcAft>
              <a:buSzPts val="1000"/>
              <a:buNone/>
              <a:defRPr sz="1000"/>
            </a:lvl9pPr>
          </a:lstStyle>
          <a:p>
            <a:endParaRPr/>
          </a:p>
        </p:txBody>
      </p:sp>
      <p:grpSp>
        <p:nvGrpSpPr>
          <p:cNvPr id="310" name="Google Shape;310;p15"/>
          <p:cNvGrpSpPr/>
          <p:nvPr/>
        </p:nvGrpSpPr>
        <p:grpSpPr>
          <a:xfrm>
            <a:off x="7037461" y="4513500"/>
            <a:ext cx="1368528" cy="300900"/>
            <a:chOff x="7055224" y="4513500"/>
            <a:chExt cx="1368528" cy="300900"/>
          </a:xfrm>
        </p:grpSpPr>
        <p:grpSp>
          <p:nvGrpSpPr>
            <p:cNvPr id="311" name="Google Shape;311;p15"/>
            <p:cNvGrpSpPr/>
            <p:nvPr/>
          </p:nvGrpSpPr>
          <p:grpSpPr>
            <a:xfrm>
              <a:off x="7629309" y="4513500"/>
              <a:ext cx="794443" cy="300900"/>
              <a:chOff x="7310856" y="4513500"/>
              <a:chExt cx="1113132" cy="300900"/>
            </a:xfrm>
          </p:grpSpPr>
          <p:cxnSp>
            <p:nvCxnSpPr>
              <p:cNvPr id="312" name="Google Shape;312;p15"/>
              <p:cNvCxnSpPr/>
              <p:nvPr/>
            </p:nvCxnSpPr>
            <p:spPr>
              <a:xfrm>
                <a:off x="8423989"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313" name="Google Shape;313;p15"/>
              <p:cNvCxnSpPr/>
              <p:nvPr/>
            </p:nvCxnSpPr>
            <p:spPr>
              <a:xfrm>
                <a:off x="836886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314" name="Google Shape;314;p15"/>
              <p:cNvCxnSpPr/>
              <p:nvPr/>
            </p:nvCxnSpPr>
            <p:spPr>
              <a:xfrm>
                <a:off x="8302747"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315" name="Google Shape;315;p15"/>
              <p:cNvCxnSpPr/>
              <p:nvPr/>
            </p:nvCxnSpPr>
            <p:spPr>
              <a:xfrm>
                <a:off x="8236602"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316" name="Google Shape;316;p15"/>
              <p:cNvCxnSpPr/>
              <p:nvPr/>
            </p:nvCxnSpPr>
            <p:spPr>
              <a:xfrm>
                <a:off x="8170486"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317" name="Google Shape;317;p15"/>
              <p:cNvCxnSpPr/>
              <p:nvPr/>
            </p:nvCxnSpPr>
            <p:spPr>
              <a:xfrm>
                <a:off x="8093377"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318" name="Google Shape;318;p15"/>
              <p:cNvCxnSpPr/>
              <p:nvPr/>
            </p:nvCxnSpPr>
            <p:spPr>
              <a:xfrm>
                <a:off x="8027260"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319" name="Google Shape;319;p15"/>
              <p:cNvCxnSpPr/>
              <p:nvPr/>
            </p:nvCxnSpPr>
            <p:spPr>
              <a:xfrm>
                <a:off x="7961115"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320" name="Google Shape;320;p15"/>
              <p:cNvCxnSpPr/>
              <p:nvPr/>
            </p:nvCxnSpPr>
            <p:spPr>
              <a:xfrm>
                <a:off x="7894999"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321" name="Google Shape;321;p15"/>
              <p:cNvCxnSpPr/>
              <p:nvPr/>
            </p:nvCxnSpPr>
            <p:spPr>
              <a:xfrm>
                <a:off x="783987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322" name="Google Shape;322;p15"/>
              <p:cNvCxnSpPr/>
              <p:nvPr/>
            </p:nvCxnSpPr>
            <p:spPr>
              <a:xfrm>
                <a:off x="7773757" y="4513500"/>
                <a:ext cx="0" cy="300900"/>
              </a:xfrm>
              <a:prstGeom prst="straightConnector1">
                <a:avLst/>
              </a:prstGeom>
              <a:noFill/>
              <a:ln w="38100" cap="flat" cmpd="sng">
                <a:solidFill>
                  <a:schemeClr val="dk1"/>
                </a:solidFill>
                <a:prstDash val="solid"/>
                <a:round/>
                <a:headEnd type="none" w="med" len="med"/>
                <a:tailEnd type="none" w="med" len="med"/>
              </a:ln>
            </p:spPr>
          </p:cxnSp>
          <p:cxnSp>
            <p:nvCxnSpPr>
              <p:cNvPr id="323" name="Google Shape;323;p15"/>
              <p:cNvCxnSpPr/>
              <p:nvPr/>
            </p:nvCxnSpPr>
            <p:spPr>
              <a:xfrm>
                <a:off x="7707612"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324" name="Google Shape;324;p15"/>
              <p:cNvCxnSpPr/>
              <p:nvPr/>
            </p:nvCxnSpPr>
            <p:spPr>
              <a:xfrm>
                <a:off x="7641496" y="4513500"/>
                <a:ext cx="0" cy="300900"/>
              </a:xfrm>
              <a:prstGeom prst="straightConnector1">
                <a:avLst/>
              </a:prstGeom>
              <a:noFill/>
              <a:ln w="38100" cap="flat" cmpd="sng">
                <a:solidFill>
                  <a:schemeClr val="dk1"/>
                </a:solidFill>
                <a:prstDash val="solid"/>
                <a:round/>
                <a:headEnd type="none" w="med" len="med"/>
                <a:tailEnd type="none" w="med" len="med"/>
              </a:ln>
            </p:spPr>
          </p:cxnSp>
          <p:cxnSp>
            <p:nvCxnSpPr>
              <p:cNvPr id="325" name="Google Shape;325;p15"/>
              <p:cNvCxnSpPr/>
              <p:nvPr/>
            </p:nvCxnSpPr>
            <p:spPr>
              <a:xfrm>
                <a:off x="7575351"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326" name="Google Shape;326;p15"/>
              <p:cNvCxnSpPr/>
              <p:nvPr/>
            </p:nvCxnSpPr>
            <p:spPr>
              <a:xfrm>
                <a:off x="750923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327" name="Google Shape;327;p15"/>
              <p:cNvCxnSpPr/>
              <p:nvPr/>
            </p:nvCxnSpPr>
            <p:spPr>
              <a:xfrm>
                <a:off x="7443117"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328" name="Google Shape;328;p15"/>
              <p:cNvCxnSpPr/>
              <p:nvPr/>
            </p:nvCxnSpPr>
            <p:spPr>
              <a:xfrm>
                <a:off x="7377001"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329" name="Google Shape;329;p15"/>
              <p:cNvCxnSpPr/>
              <p:nvPr/>
            </p:nvCxnSpPr>
            <p:spPr>
              <a:xfrm>
                <a:off x="7310856" y="4513500"/>
                <a:ext cx="0" cy="300900"/>
              </a:xfrm>
              <a:prstGeom prst="straightConnector1">
                <a:avLst/>
              </a:prstGeom>
              <a:noFill/>
              <a:ln w="28575" cap="flat" cmpd="sng">
                <a:solidFill>
                  <a:schemeClr val="dk1"/>
                </a:solidFill>
                <a:prstDash val="solid"/>
                <a:round/>
                <a:headEnd type="none" w="med" len="med"/>
                <a:tailEnd type="none" w="med" len="med"/>
              </a:ln>
            </p:spPr>
          </p:cxnSp>
        </p:grpSp>
        <p:cxnSp>
          <p:nvCxnSpPr>
            <p:cNvPr id="330" name="Google Shape;330;p15"/>
            <p:cNvCxnSpPr/>
            <p:nvPr/>
          </p:nvCxnSpPr>
          <p:spPr>
            <a:xfrm>
              <a:off x="7566501"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331" name="Google Shape;331;p15"/>
            <p:cNvCxnSpPr/>
            <p:nvPr/>
          </p:nvCxnSpPr>
          <p:spPr>
            <a:xfrm>
              <a:off x="7527159"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332" name="Google Shape;332;p15"/>
            <p:cNvCxnSpPr/>
            <p:nvPr/>
          </p:nvCxnSpPr>
          <p:spPr>
            <a:xfrm>
              <a:off x="7479971"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333" name="Google Shape;333;p15"/>
            <p:cNvCxnSpPr/>
            <p:nvPr/>
          </p:nvCxnSpPr>
          <p:spPr>
            <a:xfrm>
              <a:off x="743276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334" name="Google Shape;334;p15"/>
            <p:cNvCxnSpPr/>
            <p:nvPr/>
          </p:nvCxnSpPr>
          <p:spPr>
            <a:xfrm>
              <a:off x="7385576"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335" name="Google Shape;335;p15"/>
            <p:cNvCxnSpPr/>
            <p:nvPr/>
          </p:nvCxnSpPr>
          <p:spPr>
            <a:xfrm>
              <a:off x="7330544"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336" name="Google Shape;336;p15"/>
            <p:cNvCxnSpPr/>
            <p:nvPr/>
          </p:nvCxnSpPr>
          <p:spPr>
            <a:xfrm>
              <a:off x="7283356"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337" name="Google Shape;337;p15"/>
            <p:cNvCxnSpPr/>
            <p:nvPr/>
          </p:nvCxnSpPr>
          <p:spPr>
            <a:xfrm>
              <a:off x="7236149"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338" name="Google Shape;338;p15"/>
            <p:cNvCxnSpPr/>
            <p:nvPr/>
          </p:nvCxnSpPr>
          <p:spPr>
            <a:xfrm>
              <a:off x="7188961"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339" name="Google Shape;339;p15"/>
            <p:cNvCxnSpPr/>
            <p:nvPr/>
          </p:nvCxnSpPr>
          <p:spPr>
            <a:xfrm>
              <a:off x="7149618"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340" name="Google Shape;340;p15"/>
            <p:cNvCxnSpPr/>
            <p:nvPr/>
          </p:nvCxnSpPr>
          <p:spPr>
            <a:xfrm>
              <a:off x="7102431" y="4513500"/>
              <a:ext cx="0" cy="300900"/>
            </a:xfrm>
            <a:prstGeom prst="straightConnector1">
              <a:avLst/>
            </a:prstGeom>
            <a:noFill/>
            <a:ln w="38100" cap="flat" cmpd="sng">
              <a:solidFill>
                <a:schemeClr val="dk1"/>
              </a:solidFill>
              <a:prstDash val="solid"/>
              <a:round/>
              <a:headEnd type="none" w="med" len="med"/>
              <a:tailEnd type="none" w="med" len="med"/>
            </a:ln>
          </p:spPr>
        </p:cxnSp>
        <p:cxnSp>
          <p:nvCxnSpPr>
            <p:cNvPr id="341" name="Google Shape;341;p15"/>
            <p:cNvCxnSpPr/>
            <p:nvPr/>
          </p:nvCxnSpPr>
          <p:spPr>
            <a:xfrm>
              <a:off x="7055224" y="4513500"/>
              <a:ext cx="0" cy="300900"/>
            </a:xfrm>
            <a:prstGeom prst="straightConnector1">
              <a:avLst/>
            </a:prstGeom>
            <a:noFill/>
            <a:ln w="9525" cap="flat" cmpd="sng">
              <a:solidFill>
                <a:schemeClr val="dk1"/>
              </a:solidFill>
              <a:prstDash val="solid"/>
              <a:round/>
              <a:headEnd type="none" w="med" len="med"/>
              <a:tailEnd type="none" w="med" len="med"/>
            </a:ln>
          </p:spPr>
        </p:cxnSp>
      </p:grpSp>
      <p:cxnSp>
        <p:nvCxnSpPr>
          <p:cNvPr id="342" name="Google Shape;342;p15"/>
          <p:cNvCxnSpPr/>
          <p:nvPr/>
        </p:nvCxnSpPr>
        <p:spPr>
          <a:xfrm rot="10800000">
            <a:off x="720009" y="4663948"/>
            <a:ext cx="673217"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1">
  <p:cSld name="TITLE_AND_BODY_1">
    <p:spTree>
      <p:nvGrpSpPr>
        <p:cNvPr id="1" name="Shape 343"/>
        <p:cNvGrpSpPr/>
        <p:nvPr/>
      </p:nvGrpSpPr>
      <p:grpSpPr>
        <a:xfrm>
          <a:off x="0" y="0"/>
          <a:ext cx="0" cy="0"/>
          <a:chOff x="0" y="0"/>
          <a:chExt cx="0" cy="0"/>
        </a:xfrm>
      </p:grpSpPr>
      <p:sp>
        <p:nvSpPr>
          <p:cNvPr id="344" name="Google Shape;344;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345" name="Google Shape;345;p16"/>
          <p:cNvSpPr txBox="1">
            <a:spLocks noGrp="1"/>
          </p:cNvSpPr>
          <p:nvPr>
            <p:ph type="body" idx="1"/>
          </p:nvPr>
        </p:nvSpPr>
        <p:spPr>
          <a:xfrm>
            <a:off x="720000" y="1215750"/>
            <a:ext cx="7704000" cy="14301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a:lvl1pPr>
            <a:lvl2pPr marL="914400" lvl="1" indent="-317500" rtl="0">
              <a:lnSpc>
                <a:spcPct val="100000"/>
              </a:lnSpc>
              <a:spcBef>
                <a:spcPts val="0"/>
              </a:spcBef>
              <a:spcAft>
                <a:spcPts val="0"/>
              </a:spcAft>
              <a:buSzPts val="1400"/>
              <a:buChar char="○"/>
              <a:defRPr/>
            </a:lvl2pPr>
            <a:lvl3pPr marL="1371600" lvl="2" indent="-317500" rtl="0">
              <a:lnSpc>
                <a:spcPct val="100000"/>
              </a:lnSpc>
              <a:spcBef>
                <a:spcPts val="1600"/>
              </a:spcBef>
              <a:spcAft>
                <a:spcPts val="0"/>
              </a:spcAft>
              <a:buSzPts val="1400"/>
              <a:buChar char="■"/>
              <a:defRPr/>
            </a:lvl3pPr>
            <a:lvl4pPr marL="1828800" lvl="3" indent="-317500" rtl="0">
              <a:lnSpc>
                <a:spcPct val="100000"/>
              </a:lnSpc>
              <a:spcBef>
                <a:spcPts val="1600"/>
              </a:spcBef>
              <a:spcAft>
                <a:spcPts val="0"/>
              </a:spcAft>
              <a:buSzPts val="1400"/>
              <a:buChar char="●"/>
              <a:defRPr/>
            </a:lvl4pPr>
            <a:lvl5pPr marL="2286000" lvl="4" indent="-317500" rtl="0">
              <a:lnSpc>
                <a:spcPct val="100000"/>
              </a:lnSpc>
              <a:spcBef>
                <a:spcPts val="1600"/>
              </a:spcBef>
              <a:spcAft>
                <a:spcPts val="0"/>
              </a:spcAft>
              <a:buSzPts val="1400"/>
              <a:buChar char="○"/>
              <a:defRPr/>
            </a:lvl5pPr>
            <a:lvl6pPr marL="2743200" lvl="5" indent="-317500" rtl="0">
              <a:lnSpc>
                <a:spcPct val="100000"/>
              </a:lnSpc>
              <a:spcBef>
                <a:spcPts val="1600"/>
              </a:spcBef>
              <a:spcAft>
                <a:spcPts val="0"/>
              </a:spcAft>
              <a:buSzPts val="1400"/>
              <a:buChar char="■"/>
              <a:defRPr/>
            </a:lvl6pPr>
            <a:lvl7pPr marL="3200400" lvl="6" indent="-317500" rtl="0">
              <a:lnSpc>
                <a:spcPct val="100000"/>
              </a:lnSpc>
              <a:spcBef>
                <a:spcPts val="1600"/>
              </a:spcBef>
              <a:spcAft>
                <a:spcPts val="0"/>
              </a:spcAft>
              <a:buSzPts val="1400"/>
              <a:buChar char="●"/>
              <a:defRPr/>
            </a:lvl7pPr>
            <a:lvl8pPr marL="3657600" lvl="7" indent="-317500" rtl="0">
              <a:lnSpc>
                <a:spcPct val="100000"/>
              </a:lnSpc>
              <a:spcBef>
                <a:spcPts val="1600"/>
              </a:spcBef>
              <a:spcAft>
                <a:spcPts val="0"/>
              </a:spcAft>
              <a:buSzPts val="1400"/>
              <a:buChar char="○"/>
              <a:defRPr/>
            </a:lvl8pPr>
            <a:lvl9pPr marL="4114800" lvl="8" indent="-317500" rtl="0">
              <a:lnSpc>
                <a:spcPct val="100000"/>
              </a:lnSpc>
              <a:spcBef>
                <a:spcPts val="1600"/>
              </a:spcBef>
              <a:spcAft>
                <a:spcPts val="1600"/>
              </a:spcAft>
              <a:buSzPts val="1400"/>
              <a:buChar char="■"/>
              <a:defRPr/>
            </a:lvl9pPr>
          </a:lstStyle>
          <a:p>
            <a:endParaRPr/>
          </a:p>
        </p:txBody>
      </p:sp>
      <p:cxnSp>
        <p:nvCxnSpPr>
          <p:cNvPr id="346" name="Google Shape;346;p16"/>
          <p:cNvCxnSpPr/>
          <p:nvPr/>
        </p:nvCxnSpPr>
        <p:spPr>
          <a:xfrm rot="10800000">
            <a:off x="730384" y="4663910"/>
            <a:ext cx="7703498"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2">
  <p:cSld name="ONE_COLUMN_TEXT_3">
    <p:spTree>
      <p:nvGrpSpPr>
        <p:cNvPr id="1" name="Shape 347"/>
        <p:cNvGrpSpPr/>
        <p:nvPr/>
      </p:nvGrpSpPr>
      <p:grpSpPr>
        <a:xfrm>
          <a:off x="0" y="0"/>
          <a:ext cx="0" cy="0"/>
          <a:chOff x="0" y="0"/>
          <a:chExt cx="0" cy="0"/>
        </a:xfrm>
      </p:grpSpPr>
      <p:sp>
        <p:nvSpPr>
          <p:cNvPr id="348" name="Google Shape;348;p17"/>
          <p:cNvSpPr txBox="1">
            <a:spLocks noGrp="1"/>
          </p:cNvSpPr>
          <p:nvPr>
            <p:ph type="title"/>
          </p:nvPr>
        </p:nvSpPr>
        <p:spPr>
          <a:xfrm>
            <a:off x="720000" y="1220250"/>
            <a:ext cx="4086900" cy="17715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349" name="Google Shape;349;p17"/>
          <p:cNvSpPr txBox="1">
            <a:spLocks noGrp="1"/>
          </p:cNvSpPr>
          <p:nvPr>
            <p:ph type="subTitle" idx="1"/>
          </p:nvPr>
        </p:nvSpPr>
        <p:spPr>
          <a:xfrm>
            <a:off x="720000" y="2991750"/>
            <a:ext cx="4086900" cy="931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50" name="Google Shape;350;p17"/>
          <p:cNvSpPr>
            <a:spLocks noGrp="1"/>
          </p:cNvSpPr>
          <p:nvPr>
            <p:ph type="pic" idx="2"/>
          </p:nvPr>
        </p:nvSpPr>
        <p:spPr>
          <a:xfrm>
            <a:off x="5245200" y="1020450"/>
            <a:ext cx="3102600" cy="3102600"/>
          </a:xfrm>
          <a:prstGeom prst="roundRect">
            <a:avLst>
              <a:gd name="adj" fmla="val 16667"/>
            </a:avLst>
          </a:prstGeom>
          <a:noFill/>
          <a:ln w="114300" cap="flat" cmpd="sng">
            <a:solidFill>
              <a:schemeClr val="dk1"/>
            </a:solidFill>
            <a:prstDash val="solid"/>
            <a:round/>
            <a:headEnd type="none" w="sm" len="sm"/>
            <a:tailEnd type="none" w="sm" len="sm"/>
          </a:ln>
        </p:spPr>
      </p:sp>
      <p:cxnSp>
        <p:nvCxnSpPr>
          <p:cNvPr id="351" name="Google Shape;351;p17"/>
          <p:cNvCxnSpPr/>
          <p:nvPr/>
        </p:nvCxnSpPr>
        <p:spPr>
          <a:xfrm rot="10800000">
            <a:off x="719677" y="4663910"/>
            <a:ext cx="7714368" cy="0"/>
          </a:xfrm>
          <a:prstGeom prst="straightConnector1">
            <a:avLst/>
          </a:prstGeom>
          <a:noFill/>
          <a:ln w="9525" cap="flat" cmpd="sng">
            <a:solidFill>
              <a:schemeClr val="dk1"/>
            </a:solidFill>
            <a:prstDash val="solid"/>
            <a:round/>
            <a:headEnd type="none" w="med" len="med"/>
            <a:tailEnd type="none" w="med" len="med"/>
          </a:ln>
        </p:spPr>
      </p:cxnSp>
      <p:cxnSp>
        <p:nvCxnSpPr>
          <p:cNvPr id="352" name="Google Shape;352;p17"/>
          <p:cNvCxnSpPr/>
          <p:nvPr/>
        </p:nvCxnSpPr>
        <p:spPr>
          <a:xfrm rot="10800000">
            <a:off x="7760775" y="469548"/>
            <a:ext cx="6732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3">
  <p:cSld name="CUSTOM_13_1_1">
    <p:spTree>
      <p:nvGrpSpPr>
        <p:cNvPr id="1" name="Shape 353"/>
        <p:cNvGrpSpPr/>
        <p:nvPr/>
      </p:nvGrpSpPr>
      <p:grpSpPr>
        <a:xfrm>
          <a:off x="0" y="0"/>
          <a:ext cx="0" cy="0"/>
          <a:chOff x="0" y="0"/>
          <a:chExt cx="0" cy="0"/>
        </a:xfrm>
      </p:grpSpPr>
      <p:sp>
        <p:nvSpPr>
          <p:cNvPr id="354" name="Google Shape;354;p18"/>
          <p:cNvSpPr txBox="1">
            <a:spLocks noGrp="1"/>
          </p:cNvSpPr>
          <p:nvPr>
            <p:ph type="title"/>
          </p:nvPr>
        </p:nvSpPr>
        <p:spPr>
          <a:xfrm>
            <a:off x="720000" y="1510975"/>
            <a:ext cx="3146100" cy="10767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355" name="Google Shape;355;p18"/>
          <p:cNvSpPr txBox="1">
            <a:spLocks noGrp="1"/>
          </p:cNvSpPr>
          <p:nvPr>
            <p:ph type="subTitle" idx="1"/>
          </p:nvPr>
        </p:nvSpPr>
        <p:spPr>
          <a:xfrm>
            <a:off x="720000" y="2691425"/>
            <a:ext cx="3146100" cy="1137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cxnSp>
        <p:nvCxnSpPr>
          <p:cNvPr id="356" name="Google Shape;356;p18"/>
          <p:cNvCxnSpPr/>
          <p:nvPr/>
        </p:nvCxnSpPr>
        <p:spPr>
          <a:xfrm rot="10800000">
            <a:off x="719677" y="4663910"/>
            <a:ext cx="7714368" cy="0"/>
          </a:xfrm>
          <a:prstGeom prst="straightConnector1">
            <a:avLst/>
          </a:prstGeom>
          <a:noFill/>
          <a:ln w="9525" cap="flat" cmpd="sng">
            <a:solidFill>
              <a:schemeClr val="dk1"/>
            </a:solidFill>
            <a:prstDash val="solid"/>
            <a:round/>
            <a:headEnd type="none" w="med" len="med"/>
            <a:tailEnd type="none" w="med" len="med"/>
          </a:ln>
        </p:spPr>
      </p:cxnSp>
      <p:cxnSp>
        <p:nvCxnSpPr>
          <p:cNvPr id="357" name="Google Shape;357;p18"/>
          <p:cNvCxnSpPr/>
          <p:nvPr/>
        </p:nvCxnSpPr>
        <p:spPr>
          <a:xfrm rot="10800000">
            <a:off x="7760775" y="469548"/>
            <a:ext cx="6732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4">
  <p:cSld name="CUSTOM_2_1">
    <p:spTree>
      <p:nvGrpSpPr>
        <p:cNvPr id="1" name="Shape 358"/>
        <p:cNvGrpSpPr/>
        <p:nvPr/>
      </p:nvGrpSpPr>
      <p:grpSpPr>
        <a:xfrm>
          <a:off x="0" y="0"/>
          <a:ext cx="0" cy="0"/>
          <a:chOff x="0" y="0"/>
          <a:chExt cx="0" cy="0"/>
        </a:xfrm>
      </p:grpSpPr>
      <p:sp>
        <p:nvSpPr>
          <p:cNvPr id="359" name="Google Shape;359;p19"/>
          <p:cNvSpPr txBox="1">
            <a:spLocks noGrp="1"/>
          </p:cNvSpPr>
          <p:nvPr>
            <p:ph type="title"/>
          </p:nvPr>
        </p:nvSpPr>
        <p:spPr>
          <a:xfrm>
            <a:off x="4985725" y="1719600"/>
            <a:ext cx="3198000" cy="5727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360" name="Google Shape;360;p19"/>
          <p:cNvSpPr txBox="1">
            <a:spLocks noGrp="1"/>
          </p:cNvSpPr>
          <p:nvPr>
            <p:ph type="subTitle" idx="1"/>
          </p:nvPr>
        </p:nvSpPr>
        <p:spPr>
          <a:xfrm>
            <a:off x="4985800" y="2379450"/>
            <a:ext cx="3198000" cy="1154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cxnSp>
        <p:nvCxnSpPr>
          <p:cNvPr id="361" name="Google Shape;361;p19"/>
          <p:cNvCxnSpPr/>
          <p:nvPr/>
        </p:nvCxnSpPr>
        <p:spPr>
          <a:xfrm rot="10800000">
            <a:off x="719677" y="4663910"/>
            <a:ext cx="7714368" cy="0"/>
          </a:xfrm>
          <a:prstGeom prst="straightConnector1">
            <a:avLst/>
          </a:prstGeom>
          <a:noFill/>
          <a:ln w="9525" cap="flat" cmpd="sng">
            <a:solidFill>
              <a:schemeClr val="dk1"/>
            </a:solidFill>
            <a:prstDash val="solid"/>
            <a:round/>
            <a:headEnd type="none" w="med" len="med"/>
            <a:tailEnd type="none" w="med" len="med"/>
          </a:ln>
        </p:spPr>
      </p:cxnSp>
      <p:cxnSp>
        <p:nvCxnSpPr>
          <p:cNvPr id="362" name="Google Shape;362;p19"/>
          <p:cNvCxnSpPr/>
          <p:nvPr/>
        </p:nvCxnSpPr>
        <p:spPr>
          <a:xfrm rot="10800000">
            <a:off x="720025" y="469548"/>
            <a:ext cx="6732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5">
  <p:cSld name="CUSTOM_4_1">
    <p:spTree>
      <p:nvGrpSpPr>
        <p:cNvPr id="1" name="Shape 363"/>
        <p:cNvGrpSpPr/>
        <p:nvPr/>
      </p:nvGrpSpPr>
      <p:grpSpPr>
        <a:xfrm>
          <a:off x="0" y="0"/>
          <a:ext cx="0" cy="0"/>
          <a:chOff x="0" y="0"/>
          <a:chExt cx="0" cy="0"/>
        </a:xfrm>
      </p:grpSpPr>
      <p:sp>
        <p:nvSpPr>
          <p:cNvPr id="364" name="Google Shape;364;p20"/>
          <p:cNvSpPr txBox="1">
            <a:spLocks noGrp="1"/>
          </p:cNvSpPr>
          <p:nvPr>
            <p:ph type="title"/>
          </p:nvPr>
        </p:nvSpPr>
        <p:spPr>
          <a:xfrm>
            <a:off x="872400" y="1874450"/>
            <a:ext cx="3187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365" name="Google Shape;365;p20"/>
          <p:cNvSpPr txBox="1">
            <a:spLocks noGrp="1"/>
          </p:cNvSpPr>
          <p:nvPr>
            <p:ph type="subTitle" idx="1"/>
          </p:nvPr>
        </p:nvSpPr>
        <p:spPr>
          <a:xfrm>
            <a:off x="872400" y="2550450"/>
            <a:ext cx="3187800" cy="1131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cxnSp>
        <p:nvCxnSpPr>
          <p:cNvPr id="366" name="Google Shape;366;p20"/>
          <p:cNvCxnSpPr/>
          <p:nvPr/>
        </p:nvCxnSpPr>
        <p:spPr>
          <a:xfrm rot="10800000">
            <a:off x="719677" y="4663910"/>
            <a:ext cx="7714368" cy="0"/>
          </a:xfrm>
          <a:prstGeom prst="straightConnector1">
            <a:avLst/>
          </a:prstGeom>
          <a:noFill/>
          <a:ln w="9525" cap="flat" cmpd="sng">
            <a:solidFill>
              <a:schemeClr val="dk1"/>
            </a:solidFill>
            <a:prstDash val="solid"/>
            <a:round/>
            <a:headEnd type="none" w="med" len="med"/>
            <a:tailEnd type="none" w="med" len="med"/>
          </a:ln>
        </p:spPr>
      </p:cxnSp>
      <p:cxnSp>
        <p:nvCxnSpPr>
          <p:cNvPr id="367" name="Google Shape;367;p20"/>
          <p:cNvCxnSpPr/>
          <p:nvPr/>
        </p:nvCxnSpPr>
        <p:spPr>
          <a:xfrm rot="10800000">
            <a:off x="7760775" y="469548"/>
            <a:ext cx="6732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6">
  <p:cSld name="TITLE_AND_BODY_1_1">
    <p:spTree>
      <p:nvGrpSpPr>
        <p:cNvPr id="1" name="Shape 368"/>
        <p:cNvGrpSpPr/>
        <p:nvPr/>
      </p:nvGrpSpPr>
      <p:grpSpPr>
        <a:xfrm>
          <a:off x="0" y="0"/>
          <a:ext cx="0" cy="0"/>
          <a:chOff x="0" y="0"/>
          <a:chExt cx="0" cy="0"/>
        </a:xfrm>
      </p:grpSpPr>
      <p:sp>
        <p:nvSpPr>
          <p:cNvPr id="369" name="Google Shape;369;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370" name="Google Shape;370;p21"/>
          <p:cNvSpPr txBox="1">
            <a:spLocks noGrp="1"/>
          </p:cNvSpPr>
          <p:nvPr>
            <p:ph type="body" idx="1"/>
          </p:nvPr>
        </p:nvSpPr>
        <p:spPr>
          <a:xfrm>
            <a:off x="720000" y="1215750"/>
            <a:ext cx="7704000" cy="32979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a:lvl1pPr>
            <a:lvl2pPr marL="914400" lvl="1" indent="-317500" rtl="0">
              <a:lnSpc>
                <a:spcPct val="100000"/>
              </a:lnSpc>
              <a:spcBef>
                <a:spcPts val="0"/>
              </a:spcBef>
              <a:spcAft>
                <a:spcPts val="0"/>
              </a:spcAft>
              <a:buSzPts val="1400"/>
              <a:buChar char="○"/>
              <a:defRPr/>
            </a:lvl2pPr>
            <a:lvl3pPr marL="1371600" lvl="2" indent="-317500" rtl="0">
              <a:lnSpc>
                <a:spcPct val="100000"/>
              </a:lnSpc>
              <a:spcBef>
                <a:spcPts val="1600"/>
              </a:spcBef>
              <a:spcAft>
                <a:spcPts val="0"/>
              </a:spcAft>
              <a:buSzPts val="1400"/>
              <a:buChar char="■"/>
              <a:defRPr/>
            </a:lvl3pPr>
            <a:lvl4pPr marL="1828800" lvl="3" indent="-317500" rtl="0">
              <a:lnSpc>
                <a:spcPct val="100000"/>
              </a:lnSpc>
              <a:spcBef>
                <a:spcPts val="1600"/>
              </a:spcBef>
              <a:spcAft>
                <a:spcPts val="0"/>
              </a:spcAft>
              <a:buSzPts val="1400"/>
              <a:buChar char="●"/>
              <a:defRPr/>
            </a:lvl4pPr>
            <a:lvl5pPr marL="2286000" lvl="4" indent="-317500" rtl="0">
              <a:lnSpc>
                <a:spcPct val="100000"/>
              </a:lnSpc>
              <a:spcBef>
                <a:spcPts val="1600"/>
              </a:spcBef>
              <a:spcAft>
                <a:spcPts val="0"/>
              </a:spcAft>
              <a:buSzPts val="1400"/>
              <a:buChar char="○"/>
              <a:defRPr/>
            </a:lvl5pPr>
            <a:lvl6pPr marL="2743200" lvl="5" indent="-317500" rtl="0">
              <a:lnSpc>
                <a:spcPct val="100000"/>
              </a:lnSpc>
              <a:spcBef>
                <a:spcPts val="1600"/>
              </a:spcBef>
              <a:spcAft>
                <a:spcPts val="0"/>
              </a:spcAft>
              <a:buSzPts val="1400"/>
              <a:buChar char="■"/>
              <a:defRPr/>
            </a:lvl6pPr>
            <a:lvl7pPr marL="3200400" lvl="6" indent="-317500" rtl="0">
              <a:lnSpc>
                <a:spcPct val="100000"/>
              </a:lnSpc>
              <a:spcBef>
                <a:spcPts val="1600"/>
              </a:spcBef>
              <a:spcAft>
                <a:spcPts val="0"/>
              </a:spcAft>
              <a:buSzPts val="1400"/>
              <a:buChar char="●"/>
              <a:defRPr/>
            </a:lvl7pPr>
            <a:lvl8pPr marL="3657600" lvl="7" indent="-317500" rtl="0">
              <a:lnSpc>
                <a:spcPct val="100000"/>
              </a:lnSpc>
              <a:spcBef>
                <a:spcPts val="1600"/>
              </a:spcBef>
              <a:spcAft>
                <a:spcPts val="0"/>
              </a:spcAft>
              <a:buSzPts val="1400"/>
              <a:buChar char="○"/>
              <a:defRPr/>
            </a:lvl8pPr>
            <a:lvl9pPr marL="4114800" lvl="8" indent="-317500" rtl="0">
              <a:lnSpc>
                <a:spcPct val="100000"/>
              </a:lnSpc>
              <a:spcBef>
                <a:spcPts val="1600"/>
              </a:spcBef>
              <a:spcAft>
                <a:spcPts val="1600"/>
              </a:spcAft>
              <a:buSzPts val="1400"/>
              <a:buChar char="■"/>
              <a:defRPr/>
            </a:lvl9pPr>
          </a:lstStyle>
          <a:p>
            <a:endParaRPr/>
          </a:p>
        </p:txBody>
      </p:sp>
      <p:cxnSp>
        <p:nvCxnSpPr>
          <p:cNvPr id="371" name="Google Shape;371;p21"/>
          <p:cNvCxnSpPr/>
          <p:nvPr/>
        </p:nvCxnSpPr>
        <p:spPr>
          <a:xfrm rot="10800000">
            <a:off x="730384" y="4663910"/>
            <a:ext cx="7703498"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wo columns 1">
  <p:cSld name="CUSTOM_11_1">
    <p:spTree>
      <p:nvGrpSpPr>
        <p:cNvPr id="1" name="Shape 372"/>
        <p:cNvGrpSpPr/>
        <p:nvPr/>
      </p:nvGrpSpPr>
      <p:grpSpPr>
        <a:xfrm>
          <a:off x="0" y="0"/>
          <a:ext cx="0" cy="0"/>
          <a:chOff x="0" y="0"/>
          <a:chExt cx="0" cy="0"/>
        </a:xfrm>
      </p:grpSpPr>
      <p:sp>
        <p:nvSpPr>
          <p:cNvPr id="373" name="Google Shape;373;p22"/>
          <p:cNvSpPr txBox="1">
            <a:spLocks noGrp="1"/>
          </p:cNvSpPr>
          <p:nvPr>
            <p:ph type="body" idx="1"/>
          </p:nvPr>
        </p:nvSpPr>
        <p:spPr>
          <a:xfrm>
            <a:off x="3290680" y="1766725"/>
            <a:ext cx="5143200" cy="8157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374" name="Google Shape;374;p22"/>
          <p:cNvSpPr txBox="1">
            <a:spLocks noGrp="1"/>
          </p:cNvSpPr>
          <p:nvPr>
            <p:ph type="body" idx="2"/>
          </p:nvPr>
        </p:nvSpPr>
        <p:spPr>
          <a:xfrm>
            <a:off x="3290680" y="3203925"/>
            <a:ext cx="5143200" cy="8157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375" name="Google Shape;375;p22"/>
          <p:cNvSpPr txBox="1">
            <a:spLocks noGrp="1"/>
          </p:cNvSpPr>
          <p:nvPr>
            <p:ph type="subTitle" idx="3"/>
          </p:nvPr>
        </p:nvSpPr>
        <p:spPr>
          <a:xfrm>
            <a:off x="3290675" y="1369100"/>
            <a:ext cx="5143200" cy="4260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2"/>
              </a:buClr>
              <a:buSzPts val="2200"/>
              <a:buFont typeface="Alata"/>
              <a:buNone/>
              <a:defRPr sz="2200">
                <a:solidFill>
                  <a:schemeClr val="dk1"/>
                </a:solidFill>
                <a:latin typeface="Lexend ExtraBold"/>
                <a:ea typeface="Lexend ExtraBold"/>
                <a:cs typeface="Lexend ExtraBold"/>
                <a:sym typeface="Lexend ExtraBold"/>
              </a:defRPr>
            </a:lvl1pPr>
            <a:lvl2pPr lvl="1" rtl="0">
              <a:spcBef>
                <a:spcPts val="0"/>
              </a:spcBef>
              <a:spcAft>
                <a:spcPts val="0"/>
              </a:spcAft>
              <a:buClr>
                <a:schemeClr val="lt2"/>
              </a:buClr>
              <a:buSzPts val="2200"/>
              <a:buFont typeface="Alata"/>
              <a:buNone/>
              <a:defRPr sz="2200" b="1">
                <a:solidFill>
                  <a:schemeClr val="lt2"/>
                </a:solidFill>
                <a:latin typeface="Alata"/>
                <a:ea typeface="Alata"/>
                <a:cs typeface="Alata"/>
                <a:sym typeface="Alata"/>
              </a:defRPr>
            </a:lvl2pPr>
            <a:lvl3pPr lvl="2"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3pPr>
            <a:lvl4pPr lvl="3"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4pPr>
            <a:lvl5pPr lvl="4"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5pPr>
            <a:lvl6pPr lvl="5"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6pPr>
            <a:lvl7pPr lvl="6"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7pPr>
            <a:lvl8pPr lvl="7"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8pPr>
            <a:lvl9pPr lvl="8" rtl="0">
              <a:spcBef>
                <a:spcPts val="1600"/>
              </a:spcBef>
              <a:spcAft>
                <a:spcPts val="1600"/>
              </a:spcAft>
              <a:buClr>
                <a:schemeClr val="lt2"/>
              </a:buClr>
              <a:buSzPts val="2200"/>
              <a:buFont typeface="Alata"/>
              <a:buNone/>
              <a:defRPr sz="2200" b="1">
                <a:solidFill>
                  <a:schemeClr val="lt2"/>
                </a:solidFill>
                <a:latin typeface="Alata"/>
                <a:ea typeface="Alata"/>
                <a:cs typeface="Alata"/>
                <a:sym typeface="Alata"/>
              </a:defRPr>
            </a:lvl9pPr>
          </a:lstStyle>
          <a:p>
            <a:endParaRPr/>
          </a:p>
        </p:txBody>
      </p:sp>
      <p:sp>
        <p:nvSpPr>
          <p:cNvPr id="376" name="Google Shape;376;p22"/>
          <p:cNvSpPr txBox="1">
            <a:spLocks noGrp="1"/>
          </p:cNvSpPr>
          <p:nvPr>
            <p:ph type="subTitle" idx="4"/>
          </p:nvPr>
        </p:nvSpPr>
        <p:spPr>
          <a:xfrm>
            <a:off x="3290675" y="2805148"/>
            <a:ext cx="5143200" cy="4260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2"/>
              </a:buClr>
              <a:buSzPts val="2200"/>
              <a:buFont typeface="Alata"/>
              <a:buNone/>
              <a:defRPr sz="2200">
                <a:solidFill>
                  <a:schemeClr val="dk1"/>
                </a:solidFill>
                <a:latin typeface="Lexend ExtraBold"/>
                <a:ea typeface="Lexend ExtraBold"/>
                <a:cs typeface="Lexend ExtraBold"/>
                <a:sym typeface="Lexend ExtraBold"/>
              </a:defRPr>
            </a:lvl1pPr>
            <a:lvl2pPr lvl="1" rtl="0">
              <a:spcBef>
                <a:spcPts val="0"/>
              </a:spcBef>
              <a:spcAft>
                <a:spcPts val="0"/>
              </a:spcAft>
              <a:buClr>
                <a:schemeClr val="lt2"/>
              </a:buClr>
              <a:buSzPts val="2200"/>
              <a:buFont typeface="Alata"/>
              <a:buNone/>
              <a:defRPr sz="2200" b="1">
                <a:solidFill>
                  <a:schemeClr val="lt2"/>
                </a:solidFill>
                <a:latin typeface="Alata"/>
                <a:ea typeface="Alata"/>
                <a:cs typeface="Alata"/>
                <a:sym typeface="Alata"/>
              </a:defRPr>
            </a:lvl2pPr>
            <a:lvl3pPr lvl="2"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3pPr>
            <a:lvl4pPr lvl="3"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4pPr>
            <a:lvl5pPr lvl="4"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5pPr>
            <a:lvl6pPr lvl="5"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6pPr>
            <a:lvl7pPr lvl="6"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7pPr>
            <a:lvl8pPr lvl="7"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8pPr>
            <a:lvl9pPr lvl="8" rtl="0">
              <a:spcBef>
                <a:spcPts val="1600"/>
              </a:spcBef>
              <a:spcAft>
                <a:spcPts val="1600"/>
              </a:spcAft>
              <a:buClr>
                <a:schemeClr val="lt2"/>
              </a:buClr>
              <a:buSzPts val="2200"/>
              <a:buFont typeface="Alata"/>
              <a:buNone/>
              <a:defRPr sz="2200" b="1">
                <a:solidFill>
                  <a:schemeClr val="lt2"/>
                </a:solidFill>
                <a:latin typeface="Alata"/>
                <a:ea typeface="Alata"/>
                <a:cs typeface="Alata"/>
                <a:sym typeface="Alata"/>
              </a:defRPr>
            </a:lvl9pPr>
          </a:lstStyle>
          <a:p>
            <a:endParaRPr/>
          </a:p>
        </p:txBody>
      </p:sp>
      <p:sp>
        <p:nvSpPr>
          <p:cNvPr id="377" name="Google Shape;377;p22"/>
          <p:cNvSpPr txBox="1">
            <a:spLocks noGrp="1"/>
          </p:cNvSpPr>
          <p:nvPr>
            <p:ph type="title"/>
          </p:nvPr>
        </p:nvSpPr>
        <p:spPr>
          <a:xfrm>
            <a:off x="720000" y="445222"/>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cxnSp>
        <p:nvCxnSpPr>
          <p:cNvPr id="378" name="Google Shape;378;p22"/>
          <p:cNvCxnSpPr/>
          <p:nvPr/>
        </p:nvCxnSpPr>
        <p:spPr>
          <a:xfrm rot="10800000">
            <a:off x="730384" y="4663910"/>
            <a:ext cx="7703498"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_1_1">
    <p:spTree>
      <p:nvGrpSpPr>
        <p:cNvPr id="1" name="Shape 379"/>
        <p:cNvGrpSpPr/>
        <p:nvPr/>
      </p:nvGrpSpPr>
      <p:grpSpPr>
        <a:xfrm>
          <a:off x="0" y="0"/>
          <a:ext cx="0" cy="0"/>
          <a:chOff x="0" y="0"/>
          <a:chExt cx="0" cy="0"/>
        </a:xfrm>
      </p:grpSpPr>
      <p:sp>
        <p:nvSpPr>
          <p:cNvPr id="380" name="Google Shape;380;p2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381" name="Google Shape;381;p23"/>
          <p:cNvSpPr txBox="1">
            <a:spLocks noGrp="1"/>
          </p:cNvSpPr>
          <p:nvPr>
            <p:ph type="subTitle" idx="1"/>
          </p:nvPr>
        </p:nvSpPr>
        <p:spPr>
          <a:xfrm>
            <a:off x="4766982" y="1439025"/>
            <a:ext cx="3264300" cy="27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82" name="Google Shape;382;p23"/>
          <p:cNvSpPr txBox="1">
            <a:spLocks noGrp="1"/>
          </p:cNvSpPr>
          <p:nvPr>
            <p:ph type="subTitle" idx="2"/>
          </p:nvPr>
        </p:nvSpPr>
        <p:spPr>
          <a:xfrm>
            <a:off x="1112712" y="1439025"/>
            <a:ext cx="3264300" cy="27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cxnSp>
        <p:nvCxnSpPr>
          <p:cNvPr id="383" name="Google Shape;383;p23"/>
          <p:cNvCxnSpPr/>
          <p:nvPr/>
        </p:nvCxnSpPr>
        <p:spPr>
          <a:xfrm rot="10800000">
            <a:off x="730384" y="4663910"/>
            <a:ext cx="7703498"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384"/>
        <p:cNvGrpSpPr/>
        <p:nvPr/>
      </p:nvGrpSpPr>
      <p:grpSpPr>
        <a:xfrm>
          <a:off x="0" y="0"/>
          <a:ext cx="0" cy="0"/>
          <a:chOff x="0" y="0"/>
          <a:chExt cx="0" cy="0"/>
        </a:xfrm>
      </p:grpSpPr>
      <p:sp>
        <p:nvSpPr>
          <p:cNvPr id="385" name="Google Shape;385;p24"/>
          <p:cNvSpPr txBox="1">
            <a:spLocks noGrp="1"/>
          </p:cNvSpPr>
          <p:nvPr>
            <p:ph type="title"/>
          </p:nvPr>
        </p:nvSpPr>
        <p:spPr>
          <a:xfrm>
            <a:off x="720000" y="44661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386" name="Google Shape;386;p24"/>
          <p:cNvSpPr txBox="1">
            <a:spLocks noGrp="1"/>
          </p:cNvSpPr>
          <p:nvPr>
            <p:ph type="subTitle" idx="1"/>
          </p:nvPr>
        </p:nvSpPr>
        <p:spPr>
          <a:xfrm>
            <a:off x="751275" y="3195474"/>
            <a:ext cx="2407500" cy="869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87" name="Google Shape;387;p24"/>
          <p:cNvSpPr txBox="1">
            <a:spLocks noGrp="1"/>
          </p:cNvSpPr>
          <p:nvPr>
            <p:ph type="subTitle" idx="2"/>
          </p:nvPr>
        </p:nvSpPr>
        <p:spPr>
          <a:xfrm>
            <a:off x="3368232" y="3195474"/>
            <a:ext cx="2407500" cy="869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88" name="Google Shape;388;p24"/>
          <p:cNvSpPr txBox="1">
            <a:spLocks noGrp="1"/>
          </p:cNvSpPr>
          <p:nvPr>
            <p:ph type="subTitle" idx="3"/>
          </p:nvPr>
        </p:nvSpPr>
        <p:spPr>
          <a:xfrm>
            <a:off x="5985189" y="3195474"/>
            <a:ext cx="2407500" cy="869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89" name="Google Shape;389;p24"/>
          <p:cNvSpPr txBox="1">
            <a:spLocks noGrp="1"/>
          </p:cNvSpPr>
          <p:nvPr>
            <p:ph type="subTitle" idx="4"/>
          </p:nvPr>
        </p:nvSpPr>
        <p:spPr>
          <a:xfrm>
            <a:off x="751275" y="2712804"/>
            <a:ext cx="2407500" cy="527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2"/>
              </a:buClr>
              <a:buSzPts val="2200"/>
              <a:buFont typeface="Alata"/>
              <a:buNone/>
              <a:defRPr sz="2200">
                <a:solidFill>
                  <a:schemeClr val="dk1"/>
                </a:solidFill>
                <a:latin typeface="Lexend ExtraBold"/>
                <a:ea typeface="Lexend ExtraBold"/>
                <a:cs typeface="Lexend ExtraBold"/>
                <a:sym typeface="Lexend ExtraBold"/>
              </a:defRPr>
            </a:lvl1pPr>
            <a:lvl2pPr lvl="1" algn="ctr" rtl="0">
              <a:spcBef>
                <a:spcPts val="0"/>
              </a:spcBef>
              <a:spcAft>
                <a:spcPts val="0"/>
              </a:spcAft>
              <a:buClr>
                <a:schemeClr val="lt2"/>
              </a:buClr>
              <a:buSzPts val="2200"/>
              <a:buFont typeface="Alata"/>
              <a:buNone/>
              <a:defRPr sz="2200" b="1">
                <a:solidFill>
                  <a:schemeClr val="lt2"/>
                </a:solidFill>
                <a:latin typeface="Alata"/>
                <a:ea typeface="Alata"/>
                <a:cs typeface="Alata"/>
                <a:sym typeface="Alata"/>
              </a:defRPr>
            </a:lvl2pPr>
            <a:lvl3pPr lvl="2"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3pPr>
            <a:lvl4pPr lvl="3"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4pPr>
            <a:lvl5pPr lvl="4"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5pPr>
            <a:lvl6pPr lvl="5"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6pPr>
            <a:lvl7pPr lvl="6"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7pPr>
            <a:lvl8pPr lvl="7"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8pPr>
            <a:lvl9pPr lvl="8" algn="ctr" rtl="0">
              <a:spcBef>
                <a:spcPts val="1600"/>
              </a:spcBef>
              <a:spcAft>
                <a:spcPts val="1600"/>
              </a:spcAft>
              <a:buClr>
                <a:schemeClr val="lt2"/>
              </a:buClr>
              <a:buSzPts val="2200"/>
              <a:buFont typeface="Alata"/>
              <a:buNone/>
              <a:defRPr sz="2200" b="1">
                <a:solidFill>
                  <a:schemeClr val="lt2"/>
                </a:solidFill>
                <a:latin typeface="Alata"/>
                <a:ea typeface="Alata"/>
                <a:cs typeface="Alata"/>
                <a:sym typeface="Alata"/>
              </a:defRPr>
            </a:lvl9pPr>
          </a:lstStyle>
          <a:p>
            <a:endParaRPr/>
          </a:p>
        </p:txBody>
      </p:sp>
      <p:sp>
        <p:nvSpPr>
          <p:cNvPr id="390" name="Google Shape;390;p24"/>
          <p:cNvSpPr txBox="1">
            <a:spLocks noGrp="1"/>
          </p:cNvSpPr>
          <p:nvPr>
            <p:ph type="subTitle" idx="5"/>
          </p:nvPr>
        </p:nvSpPr>
        <p:spPr>
          <a:xfrm>
            <a:off x="3368232" y="2712804"/>
            <a:ext cx="2407500" cy="527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2"/>
              </a:buClr>
              <a:buSzPts val="2200"/>
              <a:buFont typeface="Alata"/>
              <a:buNone/>
              <a:defRPr sz="2200">
                <a:solidFill>
                  <a:schemeClr val="dk1"/>
                </a:solidFill>
                <a:latin typeface="Lexend ExtraBold"/>
                <a:ea typeface="Lexend ExtraBold"/>
                <a:cs typeface="Lexend ExtraBold"/>
                <a:sym typeface="Lexend ExtraBold"/>
              </a:defRPr>
            </a:lvl1pPr>
            <a:lvl2pPr lvl="1" algn="ctr" rtl="0">
              <a:spcBef>
                <a:spcPts val="0"/>
              </a:spcBef>
              <a:spcAft>
                <a:spcPts val="0"/>
              </a:spcAft>
              <a:buClr>
                <a:schemeClr val="lt2"/>
              </a:buClr>
              <a:buSzPts val="2200"/>
              <a:buFont typeface="Alata"/>
              <a:buNone/>
              <a:defRPr sz="2200" b="1">
                <a:solidFill>
                  <a:schemeClr val="lt2"/>
                </a:solidFill>
                <a:latin typeface="Alata"/>
                <a:ea typeface="Alata"/>
                <a:cs typeface="Alata"/>
                <a:sym typeface="Alata"/>
              </a:defRPr>
            </a:lvl2pPr>
            <a:lvl3pPr lvl="2"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3pPr>
            <a:lvl4pPr lvl="3"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4pPr>
            <a:lvl5pPr lvl="4"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5pPr>
            <a:lvl6pPr lvl="5"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6pPr>
            <a:lvl7pPr lvl="6"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7pPr>
            <a:lvl8pPr lvl="7"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8pPr>
            <a:lvl9pPr lvl="8" algn="ctr" rtl="0">
              <a:spcBef>
                <a:spcPts val="1600"/>
              </a:spcBef>
              <a:spcAft>
                <a:spcPts val="1600"/>
              </a:spcAft>
              <a:buClr>
                <a:schemeClr val="lt2"/>
              </a:buClr>
              <a:buSzPts val="2200"/>
              <a:buFont typeface="Alata"/>
              <a:buNone/>
              <a:defRPr sz="2200" b="1">
                <a:solidFill>
                  <a:schemeClr val="lt2"/>
                </a:solidFill>
                <a:latin typeface="Alata"/>
                <a:ea typeface="Alata"/>
                <a:cs typeface="Alata"/>
                <a:sym typeface="Alata"/>
              </a:defRPr>
            </a:lvl9pPr>
          </a:lstStyle>
          <a:p>
            <a:endParaRPr/>
          </a:p>
        </p:txBody>
      </p:sp>
      <p:sp>
        <p:nvSpPr>
          <p:cNvPr id="391" name="Google Shape;391;p24"/>
          <p:cNvSpPr txBox="1">
            <a:spLocks noGrp="1"/>
          </p:cNvSpPr>
          <p:nvPr>
            <p:ph type="subTitle" idx="6"/>
          </p:nvPr>
        </p:nvSpPr>
        <p:spPr>
          <a:xfrm>
            <a:off x="5985189" y="2712804"/>
            <a:ext cx="2407500" cy="527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2"/>
              </a:buClr>
              <a:buSzPts val="2200"/>
              <a:buFont typeface="Alata"/>
              <a:buNone/>
              <a:defRPr sz="2200">
                <a:solidFill>
                  <a:schemeClr val="dk1"/>
                </a:solidFill>
                <a:latin typeface="Lexend ExtraBold"/>
                <a:ea typeface="Lexend ExtraBold"/>
                <a:cs typeface="Lexend ExtraBold"/>
                <a:sym typeface="Lexend ExtraBold"/>
              </a:defRPr>
            </a:lvl1pPr>
            <a:lvl2pPr lvl="1" algn="ctr" rtl="0">
              <a:spcBef>
                <a:spcPts val="0"/>
              </a:spcBef>
              <a:spcAft>
                <a:spcPts val="0"/>
              </a:spcAft>
              <a:buClr>
                <a:schemeClr val="lt2"/>
              </a:buClr>
              <a:buSzPts val="2200"/>
              <a:buFont typeface="Alata"/>
              <a:buNone/>
              <a:defRPr sz="2200" b="1">
                <a:solidFill>
                  <a:schemeClr val="lt2"/>
                </a:solidFill>
                <a:latin typeface="Alata"/>
                <a:ea typeface="Alata"/>
                <a:cs typeface="Alata"/>
                <a:sym typeface="Alata"/>
              </a:defRPr>
            </a:lvl2pPr>
            <a:lvl3pPr lvl="2"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3pPr>
            <a:lvl4pPr lvl="3"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4pPr>
            <a:lvl5pPr lvl="4"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5pPr>
            <a:lvl6pPr lvl="5"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6pPr>
            <a:lvl7pPr lvl="6"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7pPr>
            <a:lvl8pPr lvl="7"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8pPr>
            <a:lvl9pPr lvl="8" algn="ctr" rtl="0">
              <a:spcBef>
                <a:spcPts val="1600"/>
              </a:spcBef>
              <a:spcAft>
                <a:spcPts val="1600"/>
              </a:spcAft>
              <a:buClr>
                <a:schemeClr val="lt2"/>
              </a:buClr>
              <a:buSzPts val="2200"/>
              <a:buFont typeface="Alata"/>
              <a:buNone/>
              <a:defRPr sz="2200" b="1">
                <a:solidFill>
                  <a:schemeClr val="lt2"/>
                </a:solidFill>
                <a:latin typeface="Alata"/>
                <a:ea typeface="Alata"/>
                <a:cs typeface="Alata"/>
                <a:sym typeface="Alata"/>
              </a:defRPr>
            </a:lvl9pPr>
          </a:lstStyle>
          <a:p>
            <a:endParaRPr/>
          </a:p>
        </p:txBody>
      </p:sp>
      <p:cxnSp>
        <p:nvCxnSpPr>
          <p:cNvPr id="392" name="Google Shape;392;p24"/>
          <p:cNvCxnSpPr/>
          <p:nvPr/>
        </p:nvCxnSpPr>
        <p:spPr>
          <a:xfrm rot="10800000">
            <a:off x="730384" y="4663910"/>
            <a:ext cx="7703498"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hree columns 1">
  <p:cSld name="CUSTOM_6_2_1">
    <p:spTree>
      <p:nvGrpSpPr>
        <p:cNvPr id="1" name="Shape 393"/>
        <p:cNvGrpSpPr/>
        <p:nvPr/>
      </p:nvGrpSpPr>
      <p:grpSpPr>
        <a:xfrm>
          <a:off x="0" y="0"/>
          <a:ext cx="0" cy="0"/>
          <a:chOff x="0" y="0"/>
          <a:chExt cx="0" cy="0"/>
        </a:xfrm>
      </p:grpSpPr>
      <p:sp>
        <p:nvSpPr>
          <p:cNvPr id="394" name="Google Shape;394;p25"/>
          <p:cNvSpPr txBox="1">
            <a:spLocks noGrp="1"/>
          </p:cNvSpPr>
          <p:nvPr>
            <p:ph type="title"/>
          </p:nvPr>
        </p:nvSpPr>
        <p:spPr>
          <a:xfrm>
            <a:off x="720000" y="445222"/>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395" name="Google Shape;395;p25"/>
          <p:cNvSpPr txBox="1">
            <a:spLocks noGrp="1"/>
          </p:cNvSpPr>
          <p:nvPr>
            <p:ph type="subTitle" idx="1"/>
          </p:nvPr>
        </p:nvSpPr>
        <p:spPr>
          <a:xfrm>
            <a:off x="937700" y="3567875"/>
            <a:ext cx="2175300" cy="63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96" name="Google Shape;396;p25"/>
          <p:cNvSpPr txBox="1">
            <a:spLocks noGrp="1"/>
          </p:cNvSpPr>
          <p:nvPr>
            <p:ph type="subTitle" idx="2"/>
          </p:nvPr>
        </p:nvSpPr>
        <p:spPr>
          <a:xfrm>
            <a:off x="3484422" y="3567875"/>
            <a:ext cx="2175300" cy="63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97" name="Google Shape;397;p25"/>
          <p:cNvSpPr txBox="1">
            <a:spLocks noGrp="1"/>
          </p:cNvSpPr>
          <p:nvPr>
            <p:ph type="subTitle" idx="3"/>
          </p:nvPr>
        </p:nvSpPr>
        <p:spPr>
          <a:xfrm>
            <a:off x="6031150" y="3567875"/>
            <a:ext cx="2175300" cy="638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98" name="Google Shape;398;p25"/>
          <p:cNvSpPr txBox="1">
            <a:spLocks noGrp="1"/>
          </p:cNvSpPr>
          <p:nvPr>
            <p:ph type="subTitle" idx="4"/>
          </p:nvPr>
        </p:nvSpPr>
        <p:spPr>
          <a:xfrm>
            <a:off x="937700" y="3142930"/>
            <a:ext cx="2175300" cy="4536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2200"/>
              <a:buFont typeface="Alata"/>
              <a:buNone/>
              <a:defRPr sz="2200">
                <a:solidFill>
                  <a:schemeClr val="dk1"/>
                </a:solidFill>
                <a:latin typeface="Lexend ExtraBold"/>
                <a:ea typeface="Lexend ExtraBold"/>
                <a:cs typeface="Lexend ExtraBold"/>
                <a:sym typeface="Lexend ExtraBold"/>
              </a:defRPr>
            </a:lvl1pPr>
            <a:lvl2pPr lvl="1" algn="ctr" rtl="0">
              <a:spcBef>
                <a:spcPts val="0"/>
              </a:spcBef>
              <a:spcAft>
                <a:spcPts val="0"/>
              </a:spcAft>
              <a:buClr>
                <a:schemeClr val="lt2"/>
              </a:buClr>
              <a:buSzPts val="2200"/>
              <a:buFont typeface="Alata"/>
              <a:buNone/>
              <a:defRPr sz="2200" b="1">
                <a:solidFill>
                  <a:schemeClr val="lt2"/>
                </a:solidFill>
                <a:latin typeface="Alata"/>
                <a:ea typeface="Alata"/>
                <a:cs typeface="Alata"/>
                <a:sym typeface="Alata"/>
              </a:defRPr>
            </a:lvl2pPr>
            <a:lvl3pPr lvl="2"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3pPr>
            <a:lvl4pPr lvl="3"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4pPr>
            <a:lvl5pPr lvl="4"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5pPr>
            <a:lvl6pPr lvl="5"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6pPr>
            <a:lvl7pPr lvl="6"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7pPr>
            <a:lvl8pPr lvl="7"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8pPr>
            <a:lvl9pPr lvl="8" algn="ctr" rtl="0">
              <a:spcBef>
                <a:spcPts val="1600"/>
              </a:spcBef>
              <a:spcAft>
                <a:spcPts val="1600"/>
              </a:spcAft>
              <a:buClr>
                <a:schemeClr val="lt2"/>
              </a:buClr>
              <a:buSzPts val="2200"/>
              <a:buFont typeface="Alata"/>
              <a:buNone/>
              <a:defRPr sz="2200" b="1">
                <a:solidFill>
                  <a:schemeClr val="lt2"/>
                </a:solidFill>
                <a:latin typeface="Alata"/>
                <a:ea typeface="Alata"/>
                <a:cs typeface="Alata"/>
                <a:sym typeface="Alata"/>
              </a:defRPr>
            </a:lvl9pPr>
          </a:lstStyle>
          <a:p>
            <a:endParaRPr/>
          </a:p>
        </p:txBody>
      </p:sp>
      <p:sp>
        <p:nvSpPr>
          <p:cNvPr id="399" name="Google Shape;399;p25"/>
          <p:cNvSpPr txBox="1">
            <a:spLocks noGrp="1"/>
          </p:cNvSpPr>
          <p:nvPr>
            <p:ph type="subTitle" idx="5"/>
          </p:nvPr>
        </p:nvSpPr>
        <p:spPr>
          <a:xfrm>
            <a:off x="3477488" y="3142930"/>
            <a:ext cx="2175300" cy="4536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2200"/>
              <a:buFont typeface="Alata"/>
              <a:buNone/>
              <a:defRPr sz="2200">
                <a:solidFill>
                  <a:schemeClr val="dk1"/>
                </a:solidFill>
                <a:latin typeface="Lexend ExtraBold"/>
                <a:ea typeface="Lexend ExtraBold"/>
                <a:cs typeface="Lexend ExtraBold"/>
                <a:sym typeface="Lexend ExtraBold"/>
              </a:defRPr>
            </a:lvl1pPr>
            <a:lvl2pPr lvl="1" algn="ctr" rtl="0">
              <a:spcBef>
                <a:spcPts val="0"/>
              </a:spcBef>
              <a:spcAft>
                <a:spcPts val="0"/>
              </a:spcAft>
              <a:buClr>
                <a:schemeClr val="lt2"/>
              </a:buClr>
              <a:buSzPts val="2200"/>
              <a:buFont typeface="Alata"/>
              <a:buNone/>
              <a:defRPr sz="2200" b="1">
                <a:solidFill>
                  <a:schemeClr val="lt2"/>
                </a:solidFill>
                <a:latin typeface="Alata"/>
                <a:ea typeface="Alata"/>
                <a:cs typeface="Alata"/>
                <a:sym typeface="Alata"/>
              </a:defRPr>
            </a:lvl2pPr>
            <a:lvl3pPr lvl="2"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3pPr>
            <a:lvl4pPr lvl="3"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4pPr>
            <a:lvl5pPr lvl="4"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5pPr>
            <a:lvl6pPr lvl="5"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6pPr>
            <a:lvl7pPr lvl="6"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7pPr>
            <a:lvl8pPr lvl="7"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8pPr>
            <a:lvl9pPr lvl="8" algn="ctr" rtl="0">
              <a:spcBef>
                <a:spcPts val="1600"/>
              </a:spcBef>
              <a:spcAft>
                <a:spcPts val="1600"/>
              </a:spcAft>
              <a:buClr>
                <a:schemeClr val="lt2"/>
              </a:buClr>
              <a:buSzPts val="2200"/>
              <a:buFont typeface="Alata"/>
              <a:buNone/>
              <a:defRPr sz="2200" b="1">
                <a:solidFill>
                  <a:schemeClr val="lt2"/>
                </a:solidFill>
                <a:latin typeface="Alata"/>
                <a:ea typeface="Alata"/>
                <a:cs typeface="Alata"/>
                <a:sym typeface="Alata"/>
              </a:defRPr>
            </a:lvl9pPr>
          </a:lstStyle>
          <a:p>
            <a:endParaRPr/>
          </a:p>
        </p:txBody>
      </p:sp>
      <p:sp>
        <p:nvSpPr>
          <p:cNvPr id="400" name="Google Shape;400;p25"/>
          <p:cNvSpPr txBox="1">
            <a:spLocks noGrp="1"/>
          </p:cNvSpPr>
          <p:nvPr>
            <p:ph type="subTitle" idx="6"/>
          </p:nvPr>
        </p:nvSpPr>
        <p:spPr>
          <a:xfrm>
            <a:off x="6031138" y="3142930"/>
            <a:ext cx="2175300" cy="4536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2200"/>
              <a:buFont typeface="Alata"/>
              <a:buNone/>
              <a:defRPr sz="2200">
                <a:solidFill>
                  <a:schemeClr val="dk1"/>
                </a:solidFill>
                <a:latin typeface="Lexend ExtraBold"/>
                <a:ea typeface="Lexend ExtraBold"/>
                <a:cs typeface="Lexend ExtraBold"/>
                <a:sym typeface="Lexend ExtraBold"/>
              </a:defRPr>
            </a:lvl1pPr>
            <a:lvl2pPr lvl="1" algn="ctr" rtl="0">
              <a:spcBef>
                <a:spcPts val="0"/>
              </a:spcBef>
              <a:spcAft>
                <a:spcPts val="0"/>
              </a:spcAft>
              <a:buClr>
                <a:schemeClr val="lt2"/>
              </a:buClr>
              <a:buSzPts val="2200"/>
              <a:buFont typeface="Alata"/>
              <a:buNone/>
              <a:defRPr sz="2200" b="1">
                <a:solidFill>
                  <a:schemeClr val="lt2"/>
                </a:solidFill>
                <a:latin typeface="Alata"/>
                <a:ea typeface="Alata"/>
                <a:cs typeface="Alata"/>
                <a:sym typeface="Alata"/>
              </a:defRPr>
            </a:lvl2pPr>
            <a:lvl3pPr lvl="2"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3pPr>
            <a:lvl4pPr lvl="3"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4pPr>
            <a:lvl5pPr lvl="4"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5pPr>
            <a:lvl6pPr lvl="5"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6pPr>
            <a:lvl7pPr lvl="6"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7pPr>
            <a:lvl8pPr lvl="7"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8pPr>
            <a:lvl9pPr lvl="8" algn="ctr" rtl="0">
              <a:spcBef>
                <a:spcPts val="1600"/>
              </a:spcBef>
              <a:spcAft>
                <a:spcPts val="1600"/>
              </a:spcAft>
              <a:buClr>
                <a:schemeClr val="lt2"/>
              </a:buClr>
              <a:buSzPts val="2200"/>
              <a:buFont typeface="Alata"/>
              <a:buNone/>
              <a:defRPr sz="2200" b="1">
                <a:solidFill>
                  <a:schemeClr val="lt2"/>
                </a:solidFill>
                <a:latin typeface="Alata"/>
                <a:ea typeface="Alata"/>
                <a:cs typeface="Alata"/>
                <a:sym typeface="Alata"/>
              </a:defRPr>
            </a:lvl9pPr>
          </a:lstStyle>
          <a:p>
            <a:endParaRPr/>
          </a:p>
        </p:txBody>
      </p:sp>
      <p:cxnSp>
        <p:nvCxnSpPr>
          <p:cNvPr id="401" name="Google Shape;401;p25"/>
          <p:cNvCxnSpPr/>
          <p:nvPr/>
        </p:nvCxnSpPr>
        <p:spPr>
          <a:xfrm rot="10800000">
            <a:off x="730384" y="4663910"/>
            <a:ext cx="7703498"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402"/>
        <p:cNvGrpSpPr/>
        <p:nvPr/>
      </p:nvGrpSpPr>
      <p:grpSpPr>
        <a:xfrm>
          <a:off x="0" y="0"/>
          <a:ext cx="0" cy="0"/>
          <a:chOff x="0" y="0"/>
          <a:chExt cx="0" cy="0"/>
        </a:xfrm>
      </p:grpSpPr>
      <p:sp>
        <p:nvSpPr>
          <p:cNvPr id="403" name="Google Shape;403;p26"/>
          <p:cNvSpPr txBox="1">
            <a:spLocks noGrp="1"/>
          </p:cNvSpPr>
          <p:nvPr>
            <p:ph type="subTitle" idx="1"/>
          </p:nvPr>
        </p:nvSpPr>
        <p:spPr>
          <a:xfrm>
            <a:off x="1960625" y="1853663"/>
            <a:ext cx="2387700" cy="4584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2"/>
              </a:buClr>
              <a:buSzPts val="2200"/>
              <a:buFont typeface="Alata"/>
              <a:buNone/>
              <a:defRPr sz="2200">
                <a:solidFill>
                  <a:schemeClr val="dk1"/>
                </a:solidFill>
                <a:latin typeface="Lexend ExtraBold"/>
                <a:ea typeface="Lexend ExtraBold"/>
                <a:cs typeface="Lexend ExtraBold"/>
                <a:sym typeface="Lexend ExtraBold"/>
              </a:defRPr>
            </a:lvl1pPr>
            <a:lvl2pPr lvl="1" rtl="0">
              <a:spcBef>
                <a:spcPts val="0"/>
              </a:spcBef>
              <a:spcAft>
                <a:spcPts val="0"/>
              </a:spcAft>
              <a:buClr>
                <a:schemeClr val="lt2"/>
              </a:buClr>
              <a:buSzPts val="2200"/>
              <a:buFont typeface="Alata"/>
              <a:buNone/>
              <a:defRPr sz="2200" b="1">
                <a:solidFill>
                  <a:schemeClr val="lt2"/>
                </a:solidFill>
                <a:latin typeface="Alata"/>
                <a:ea typeface="Alata"/>
                <a:cs typeface="Alata"/>
                <a:sym typeface="Alata"/>
              </a:defRPr>
            </a:lvl2pPr>
            <a:lvl3pPr lvl="2"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3pPr>
            <a:lvl4pPr lvl="3"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4pPr>
            <a:lvl5pPr lvl="4"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5pPr>
            <a:lvl6pPr lvl="5"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6pPr>
            <a:lvl7pPr lvl="6"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7pPr>
            <a:lvl8pPr lvl="7"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8pPr>
            <a:lvl9pPr lvl="8" rtl="0">
              <a:spcBef>
                <a:spcPts val="1600"/>
              </a:spcBef>
              <a:spcAft>
                <a:spcPts val="1600"/>
              </a:spcAft>
              <a:buClr>
                <a:schemeClr val="lt2"/>
              </a:buClr>
              <a:buSzPts val="2200"/>
              <a:buFont typeface="Alata"/>
              <a:buNone/>
              <a:defRPr sz="2200" b="1">
                <a:solidFill>
                  <a:schemeClr val="lt2"/>
                </a:solidFill>
                <a:latin typeface="Alata"/>
                <a:ea typeface="Alata"/>
                <a:cs typeface="Alata"/>
                <a:sym typeface="Alata"/>
              </a:defRPr>
            </a:lvl9pPr>
          </a:lstStyle>
          <a:p>
            <a:endParaRPr/>
          </a:p>
        </p:txBody>
      </p:sp>
      <p:sp>
        <p:nvSpPr>
          <p:cNvPr id="404" name="Google Shape;404;p26"/>
          <p:cNvSpPr txBox="1">
            <a:spLocks noGrp="1"/>
          </p:cNvSpPr>
          <p:nvPr>
            <p:ph type="subTitle" idx="2"/>
          </p:nvPr>
        </p:nvSpPr>
        <p:spPr>
          <a:xfrm>
            <a:off x="1960625" y="3119882"/>
            <a:ext cx="2387700" cy="4584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2"/>
              </a:buClr>
              <a:buSzPts val="2200"/>
              <a:buFont typeface="Alata"/>
              <a:buNone/>
              <a:defRPr sz="2200">
                <a:solidFill>
                  <a:schemeClr val="dk1"/>
                </a:solidFill>
                <a:latin typeface="Lexend ExtraBold"/>
                <a:ea typeface="Lexend ExtraBold"/>
                <a:cs typeface="Lexend ExtraBold"/>
                <a:sym typeface="Lexend ExtraBold"/>
              </a:defRPr>
            </a:lvl1pPr>
            <a:lvl2pPr lvl="1" rtl="0">
              <a:spcBef>
                <a:spcPts val="0"/>
              </a:spcBef>
              <a:spcAft>
                <a:spcPts val="0"/>
              </a:spcAft>
              <a:buClr>
                <a:schemeClr val="lt2"/>
              </a:buClr>
              <a:buSzPts val="2200"/>
              <a:buFont typeface="Alata"/>
              <a:buNone/>
              <a:defRPr sz="2200" b="1">
                <a:solidFill>
                  <a:schemeClr val="lt2"/>
                </a:solidFill>
                <a:latin typeface="Alata"/>
                <a:ea typeface="Alata"/>
                <a:cs typeface="Alata"/>
                <a:sym typeface="Alata"/>
              </a:defRPr>
            </a:lvl2pPr>
            <a:lvl3pPr lvl="2"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3pPr>
            <a:lvl4pPr lvl="3"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4pPr>
            <a:lvl5pPr lvl="4"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5pPr>
            <a:lvl6pPr lvl="5"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6pPr>
            <a:lvl7pPr lvl="6"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7pPr>
            <a:lvl8pPr lvl="7"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8pPr>
            <a:lvl9pPr lvl="8" rtl="0">
              <a:spcBef>
                <a:spcPts val="1600"/>
              </a:spcBef>
              <a:spcAft>
                <a:spcPts val="1600"/>
              </a:spcAft>
              <a:buClr>
                <a:schemeClr val="lt2"/>
              </a:buClr>
              <a:buSzPts val="2200"/>
              <a:buFont typeface="Alata"/>
              <a:buNone/>
              <a:defRPr sz="2200" b="1">
                <a:solidFill>
                  <a:schemeClr val="lt2"/>
                </a:solidFill>
                <a:latin typeface="Alata"/>
                <a:ea typeface="Alata"/>
                <a:cs typeface="Alata"/>
                <a:sym typeface="Alata"/>
              </a:defRPr>
            </a:lvl9pPr>
          </a:lstStyle>
          <a:p>
            <a:endParaRPr/>
          </a:p>
        </p:txBody>
      </p:sp>
      <p:sp>
        <p:nvSpPr>
          <p:cNvPr id="405" name="Google Shape;405;p26"/>
          <p:cNvSpPr txBox="1">
            <a:spLocks noGrp="1"/>
          </p:cNvSpPr>
          <p:nvPr>
            <p:ph type="subTitle" idx="3"/>
          </p:nvPr>
        </p:nvSpPr>
        <p:spPr>
          <a:xfrm>
            <a:off x="5751765" y="1853663"/>
            <a:ext cx="2387700" cy="4584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2"/>
              </a:buClr>
              <a:buSzPts val="2200"/>
              <a:buFont typeface="Alata"/>
              <a:buNone/>
              <a:defRPr sz="2200">
                <a:solidFill>
                  <a:schemeClr val="dk1"/>
                </a:solidFill>
                <a:latin typeface="Lexend ExtraBold"/>
                <a:ea typeface="Lexend ExtraBold"/>
                <a:cs typeface="Lexend ExtraBold"/>
                <a:sym typeface="Lexend ExtraBold"/>
              </a:defRPr>
            </a:lvl1pPr>
            <a:lvl2pPr lvl="1" algn="r" rtl="0">
              <a:spcBef>
                <a:spcPts val="0"/>
              </a:spcBef>
              <a:spcAft>
                <a:spcPts val="0"/>
              </a:spcAft>
              <a:buClr>
                <a:schemeClr val="lt2"/>
              </a:buClr>
              <a:buSzPts val="2200"/>
              <a:buFont typeface="Alata"/>
              <a:buNone/>
              <a:defRPr sz="2200" b="1">
                <a:solidFill>
                  <a:schemeClr val="lt2"/>
                </a:solidFill>
                <a:latin typeface="Alata"/>
                <a:ea typeface="Alata"/>
                <a:cs typeface="Alata"/>
                <a:sym typeface="Alata"/>
              </a:defRPr>
            </a:lvl2pPr>
            <a:lvl3pPr lvl="2" algn="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3pPr>
            <a:lvl4pPr lvl="3" algn="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4pPr>
            <a:lvl5pPr lvl="4" algn="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5pPr>
            <a:lvl6pPr lvl="5" algn="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6pPr>
            <a:lvl7pPr lvl="6" algn="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7pPr>
            <a:lvl8pPr lvl="7" algn="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8pPr>
            <a:lvl9pPr lvl="8" algn="r" rtl="0">
              <a:spcBef>
                <a:spcPts val="1600"/>
              </a:spcBef>
              <a:spcAft>
                <a:spcPts val="1600"/>
              </a:spcAft>
              <a:buClr>
                <a:schemeClr val="lt2"/>
              </a:buClr>
              <a:buSzPts val="2200"/>
              <a:buFont typeface="Alata"/>
              <a:buNone/>
              <a:defRPr sz="2200" b="1">
                <a:solidFill>
                  <a:schemeClr val="lt2"/>
                </a:solidFill>
                <a:latin typeface="Alata"/>
                <a:ea typeface="Alata"/>
                <a:cs typeface="Alata"/>
                <a:sym typeface="Alata"/>
              </a:defRPr>
            </a:lvl9pPr>
          </a:lstStyle>
          <a:p>
            <a:endParaRPr/>
          </a:p>
        </p:txBody>
      </p:sp>
      <p:sp>
        <p:nvSpPr>
          <p:cNvPr id="406" name="Google Shape;406;p26"/>
          <p:cNvSpPr txBox="1">
            <a:spLocks noGrp="1"/>
          </p:cNvSpPr>
          <p:nvPr>
            <p:ph type="subTitle" idx="4"/>
          </p:nvPr>
        </p:nvSpPr>
        <p:spPr>
          <a:xfrm>
            <a:off x="5751765" y="3119882"/>
            <a:ext cx="2387700" cy="4584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2"/>
              </a:buClr>
              <a:buSzPts val="2200"/>
              <a:buFont typeface="Alata"/>
              <a:buNone/>
              <a:defRPr sz="2200">
                <a:solidFill>
                  <a:schemeClr val="dk1"/>
                </a:solidFill>
                <a:latin typeface="Lexend ExtraBold"/>
                <a:ea typeface="Lexend ExtraBold"/>
                <a:cs typeface="Lexend ExtraBold"/>
                <a:sym typeface="Lexend ExtraBold"/>
              </a:defRPr>
            </a:lvl1pPr>
            <a:lvl2pPr lvl="1" algn="r" rtl="0">
              <a:spcBef>
                <a:spcPts val="0"/>
              </a:spcBef>
              <a:spcAft>
                <a:spcPts val="0"/>
              </a:spcAft>
              <a:buClr>
                <a:schemeClr val="lt2"/>
              </a:buClr>
              <a:buSzPts val="2200"/>
              <a:buFont typeface="Alata"/>
              <a:buNone/>
              <a:defRPr sz="2200" b="1">
                <a:solidFill>
                  <a:schemeClr val="lt2"/>
                </a:solidFill>
                <a:latin typeface="Alata"/>
                <a:ea typeface="Alata"/>
                <a:cs typeface="Alata"/>
                <a:sym typeface="Alata"/>
              </a:defRPr>
            </a:lvl2pPr>
            <a:lvl3pPr lvl="2" algn="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3pPr>
            <a:lvl4pPr lvl="3" algn="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4pPr>
            <a:lvl5pPr lvl="4" algn="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5pPr>
            <a:lvl6pPr lvl="5" algn="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6pPr>
            <a:lvl7pPr lvl="6" algn="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7pPr>
            <a:lvl8pPr lvl="7" algn="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8pPr>
            <a:lvl9pPr lvl="8" algn="r" rtl="0">
              <a:spcBef>
                <a:spcPts val="1600"/>
              </a:spcBef>
              <a:spcAft>
                <a:spcPts val="1600"/>
              </a:spcAft>
              <a:buClr>
                <a:schemeClr val="lt2"/>
              </a:buClr>
              <a:buSzPts val="2200"/>
              <a:buFont typeface="Alata"/>
              <a:buNone/>
              <a:defRPr sz="2200" b="1">
                <a:solidFill>
                  <a:schemeClr val="lt2"/>
                </a:solidFill>
                <a:latin typeface="Alata"/>
                <a:ea typeface="Alata"/>
                <a:cs typeface="Alata"/>
                <a:sym typeface="Alata"/>
              </a:defRPr>
            </a:lvl9pPr>
          </a:lstStyle>
          <a:p>
            <a:endParaRPr/>
          </a:p>
        </p:txBody>
      </p:sp>
      <p:sp>
        <p:nvSpPr>
          <p:cNvPr id="407" name="Google Shape;407;p26"/>
          <p:cNvSpPr txBox="1">
            <a:spLocks noGrp="1"/>
          </p:cNvSpPr>
          <p:nvPr>
            <p:ph type="title"/>
          </p:nvPr>
        </p:nvSpPr>
        <p:spPr>
          <a:xfrm>
            <a:off x="720000" y="446600"/>
            <a:ext cx="4434300" cy="11076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408" name="Google Shape;408;p26"/>
          <p:cNvSpPr txBox="1">
            <a:spLocks noGrp="1"/>
          </p:cNvSpPr>
          <p:nvPr>
            <p:ph type="subTitle" idx="5"/>
          </p:nvPr>
        </p:nvSpPr>
        <p:spPr>
          <a:xfrm>
            <a:off x="1960625" y="2278711"/>
            <a:ext cx="2387700" cy="53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09" name="Google Shape;409;p26"/>
          <p:cNvSpPr txBox="1">
            <a:spLocks noGrp="1"/>
          </p:cNvSpPr>
          <p:nvPr>
            <p:ph type="subTitle" idx="6"/>
          </p:nvPr>
        </p:nvSpPr>
        <p:spPr>
          <a:xfrm>
            <a:off x="5751764" y="2278711"/>
            <a:ext cx="2387700" cy="53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10" name="Google Shape;410;p26"/>
          <p:cNvSpPr txBox="1">
            <a:spLocks noGrp="1"/>
          </p:cNvSpPr>
          <p:nvPr>
            <p:ph type="subTitle" idx="7"/>
          </p:nvPr>
        </p:nvSpPr>
        <p:spPr>
          <a:xfrm>
            <a:off x="1960625" y="3545072"/>
            <a:ext cx="2387700" cy="53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11" name="Google Shape;411;p26"/>
          <p:cNvSpPr txBox="1">
            <a:spLocks noGrp="1"/>
          </p:cNvSpPr>
          <p:nvPr>
            <p:ph type="subTitle" idx="8"/>
          </p:nvPr>
        </p:nvSpPr>
        <p:spPr>
          <a:xfrm>
            <a:off x="5751764" y="3545072"/>
            <a:ext cx="2387700" cy="53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cxnSp>
        <p:nvCxnSpPr>
          <p:cNvPr id="412" name="Google Shape;412;p26"/>
          <p:cNvCxnSpPr/>
          <p:nvPr/>
        </p:nvCxnSpPr>
        <p:spPr>
          <a:xfrm rot="10800000">
            <a:off x="730384" y="4663910"/>
            <a:ext cx="7703498"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four columns 1">
  <p:cSld name="CUSTOM_5_1_1">
    <p:spTree>
      <p:nvGrpSpPr>
        <p:cNvPr id="1" name="Shape 413"/>
        <p:cNvGrpSpPr/>
        <p:nvPr/>
      </p:nvGrpSpPr>
      <p:grpSpPr>
        <a:xfrm>
          <a:off x="0" y="0"/>
          <a:ext cx="0" cy="0"/>
          <a:chOff x="0" y="0"/>
          <a:chExt cx="0" cy="0"/>
        </a:xfrm>
      </p:grpSpPr>
      <p:sp>
        <p:nvSpPr>
          <p:cNvPr id="414" name="Google Shape;414;p27"/>
          <p:cNvSpPr txBox="1">
            <a:spLocks noGrp="1"/>
          </p:cNvSpPr>
          <p:nvPr>
            <p:ph type="title"/>
          </p:nvPr>
        </p:nvSpPr>
        <p:spPr>
          <a:xfrm>
            <a:off x="720000" y="445222"/>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415" name="Google Shape;415;p27"/>
          <p:cNvSpPr txBox="1">
            <a:spLocks noGrp="1"/>
          </p:cNvSpPr>
          <p:nvPr>
            <p:ph type="subTitle" idx="1"/>
          </p:nvPr>
        </p:nvSpPr>
        <p:spPr>
          <a:xfrm>
            <a:off x="3757400" y="1509913"/>
            <a:ext cx="2206500" cy="6951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2"/>
              </a:buClr>
              <a:buSzPts val="2200"/>
              <a:buFont typeface="Alata"/>
              <a:buNone/>
              <a:defRPr sz="2200">
                <a:solidFill>
                  <a:schemeClr val="dk1"/>
                </a:solidFill>
                <a:latin typeface="Lexend ExtraBold"/>
                <a:ea typeface="Lexend ExtraBold"/>
                <a:cs typeface="Lexend ExtraBold"/>
                <a:sym typeface="Lexend ExtraBold"/>
              </a:defRPr>
            </a:lvl1pPr>
            <a:lvl2pPr lvl="1" rtl="0">
              <a:spcBef>
                <a:spcPts val="0"/>
              </a:spcBef>
              <a:spcAft>
                <a:spcPts val="0"/>
              </a:spcAft>
              <a:buClr>
                <a:schemeClr val="lt2"/>
              </a:buClr>
              <a:buSzPts val="2200"/>
              <a:buFont typeface="Alata"/>
              <a:buNone/>
              <a:defRPr sz="2200" b="1">
                <a:solidFill>
                  <a:schemeClr val="lt2"/>
                </a:solidFill>
                <a:latin typeface="Alata"/>
                <a:ea typeface="Alata"/>
                <a:cs typeface="Alata"/>
                <a:sym typeface="Alata"/>
              </a:defRPr>
            </a:lvl2pPr>
            <a:lvl3pPr lvl="2"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3pPr>
            <a:lvl4pPr lvl="3"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4pPr>
            <a:lvl5pPr lvl="4"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5pPr>
            <a:lvl6pPr lvl="5"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6pPr>
            <a:lvl7pPr lvl="6"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7pPr>
            <a:lvl8pPr lvl="7"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8pPr>
            <a:lvl9pPr lvl="8" rtl="0">
              <a:spcBef>
                <a:spcPts val="1600"/>
              </a:spcBef>
              <a:spcAft>
                <a:spcPts val="1600"/>
              </a:spcAft>
              <a:buClr>
                <a:schemeClr val="lt2"/>
              </a:buClr>
              <a:buSzPts val="2200"/>
              <a:buFont typeface="Alata"/>
              <a:buNone/>
              <a:defRPr sz="2200" b="1">
                <a:solidFill>
                  <a:schemeClr val="lt2"/>
                </a:solidFill>
                <a:latin typeface="Alata"/>
                <a:ea typeface="Alata"/>
                <a:cs typeface="Alata"/>
                <a:sym typeface="Alata"/>
              </a:defRPr>
            </a:lvl9pPr>
          </a:lstStyle>
          <a:p>
            <a:endParaRPr/>
          </a:p>
        </p:txBody>
      </p:sp>
      <p:sp>
        <p:nvSpPr>
          <p:cNvPr id="416" name="Google Shape;416;p27"/>
          <p:cNvSpPr txBox="1">
            <a:spLocks noGrp="1"/>
          </p:cNvSpPr>
          <p:nvPr>
            <p:ph type="subTitle" idx="2"/>
          </p:nvPr>
        </p:nvSpPr>
        <p:spPr>
          <a:xfrm>
            <a:off x="3757400" y="2982063"/>
            <a:ext cx="2206500" cy="6951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2"/>
              </a:buClr>
              <a:buSzPts val="2200"/>
              <a:buFont typeface="Alata"/>
              <a:buNone/>
              <a:defRPr sz="2200">
                <a:solidFill>
                  <a:schemeClr val="dk1"/>
                </a:solidFill>
                <a:latin typeface="Lexend ExtraBold"/>
                <a:ea typeface="Lexend ExtraBold"/>
                <a:cs typeface="Lexend ExtraBold"/>
                <a:sym typeface="Lexend ExtraBold"/>
              </a:defRPr>
            </a:lvl1pPr>
            <a:lvl2pPr lvl="1" rtl="0">
              <a:spcBef>
                <a:spcPts val="0"/>
              </a:spcBef>
              <a:spcAft>
                <a:spcPts val="0"/>
              </a:spcAft>
              <a:buClr>
                <a:schemeClr val="lt2"/>
              </a:buClr>
              <a:buSzPts val="2200"/>
              <a:buFont typeface="Alata"/>
              <a:buNone/>
              <a:defRPr sz="2200" b="1">
                <a:solidFill>
                  <a:schemeClr val="lt2"/>
                </a:solidFill>
                <a:latin typeface="Alata"/>
                <a:ea typeface="Alata"/>
                <a:cs typeface="Alata"/>
                <a:sym typeface="Alata"/>
              </a:defRPr>
            </a:lvl2pPr>
            <a:lvl3pPr lvl="2"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3pPr>
            <a:lvl4pPr lvl="3"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4pPr>
            <a:lvl5pPr lvl="4"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5pPr>
            <a:lvl6pPr lvl="5"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6pPr>
            <a:lvl7pPr lvl="6"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7pPr>
            <a:lvl8pPr lvl="7"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8pPr>
            <a:lvl9pPr lvl="8" rtl="0">
              <a:spcBef>
                <a:spcPts val="1600"/>
              </a:spcBef>
              <a:spcAft>
                <a:spcPts val="1600"/>
              </a:spcAft>
              <a:buClr>
                <a:schemeClr val="lt2"/>
              </a:buClr>
              <a:buSzPts val="2200"/>
              <a:buFont typeface="Alata"/>
              <a:buNone/>
              <a:defRPr sz="2200" b="1">
                <a:solidFill>
                  <a:schemeClr val="lt2"/>
                </a:solidFill>
                <a:latin typeface="Alata"/>
                <a:ea typeface="Alata"/>
                <a:cs typeface="Alata"/>
                <a:sym typeface="Alata"/>
              </a:defRPr>
            </a:lvl9pPr>
          </a:lstStyle>
          <a:p>
            <a:endParaRPr/>
          </a:p>
        </p:txBody>
      </p:sp>
      <p:sp>
        <p:nvSpPr>
          <p:cNvPr id="417" name="Google Shape;417;p27"/>
          <p:cNvSpPr txBox="1">
            <a:spLocks noGrp="1"/>
          </p:cNvSpPr>
          <p:nvPr>
            <p:ph type="subTitle" idx="3"/>
          </p:nvPr>
        </p:nvSpPr>
        <p:spPr>
          <a:xfrm>
            <a:off x="6217488" y="1509913"/>
            <a:ext cx="2206500" cy="6951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2"/>
              </a:buClr>
              <a:buSzPts val="2200"/>
              <a:buFont typeface="Alata"/>
              <a:buNone/>
              <a:defRPr sz="2200">
                <a:solidFill>
                  <a:schemeClr val="dk1"/>
                </a:solidFill>
                <a:latin typeface="Lexend ExtraBold"/>
                <a:ea typeface="Lexend ExtraBold"/>
                <a:cs typeface="Lexend ExtraBold"/>
                <a:sym typeface="Lexend ExtraBold"/>
              </a:defRPr>
            </a:lvl1pPr>
            <a:lvl2pPr lvl="1" algn="r" rtl="0">
              <a:spcBef>
                <a:spcPts val="0"/>
              </a:spcBef>
              <a:spcAft>
                <a:spcPts val="0"/>
              </a:spcAft>
              <a:buClr>
                <a:schemeClr val="lt2"/>
              </a:buClr>
              <a:buSzPts val="2200"/>
              <a:buFont typeface="Alata"/>
              <a:buNone/>
              <a:defRPr sz="2200" b="1">
                <a:solidFill>
                  <a:schemeClr val="lt2"/>
                </a:solidFill>
                <a:latin typeface="Alata"/>
                <a:ea typeface="Alata"/>
                <a:cs typeface="Alata"/>
                <a:sym typeface="Alata"/>
              </a:defRPr>
            </a:lvl2pPr>
            <a:lvl3pPr lvl="2" algn="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3pPr>
            <a:lvl4pPr lvl="3" algn="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4pPr>
            <a:lvl5pPr lvl="4" algn="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5pPr>
            <a:lvl6pPr lvl="5" algn="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6pPr>
            <a:lvl7pPr lvl="6" algn="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7pPr>
            <a:lvl8pPr lvl="7" algn="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8pPr>
            <a:lvl9pPr lvl="8" algn="r" rtl="0">
              <a:spcBef>
                <a:spcPts val="1600"/>
              </a:spcBef>
              <a:spcAft>
                <a:spcPts val="1600"/>
              </a:spcAft>
              <a:buClr>
                <a:schemeClr val="lt2"/>
              </a:buClr>
              <a:buSzPts val="2200"/>
              <a:buFont typeface="Alata"/>
              <a:buNone/>
              <a:defRPr sz="2200" b="1">
                <a:solidFill>
                  <a:schemeClr val="lt2"/>
                </a:solidFill>
                <a:latin typeface="Alata"/>
                <a:ea typeface="Alata"/>
                <a:cs typeface="Alata"/>
                <a:sym typeface="Alata"/>
              </a:defRPr>
            </a:lvl9pPr>
          </a:lstStyle>
          <a:p>
            <a:endParaRPr/>
          </a:p>
        </p:txBody>
      </p:sp>
      <p:sp>
        <p:nvSpPr>
          <p:cNvPr id="418" name="Google Shape;418;p27"/>
          <p:cNvSpPr txBox="1">
            <a:spLocks noGrp="1"/>
          </p:cNvSpPr>
          <p:nvPr>
            <p:ph type="subTitle" idx="4"/>
          </p:nvPr>
        </p:nvSpPr>
        <p:spPr>
          <a:xfrm>
            <a:off x="6217488" y="2982063"/>
            <a:ext cx="2206500" cy="6951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2"/>
              </a:buClr>
              <a:buSzPts val="2200"/>
              <a:buFont typeface="Alata"/>
              <a:buNone/>
              <a:defRPr sz="2200">
                <a:solidFill>
                  <a:schemeClr val="dk1"/>
                </a:solidFill>
                <a:latin typeface="Lexend ExtraBold"/>
                <a:ea typeface="Lexend ExtraBold"/>
                <a:cs typeface="Lexend ExtraBold"/>
                <a:sym typeface="Lexend ExtraBold"/>
              </a:defRPr>
            </a:lvl1pPr>
            <a:lvl2pPr lvl="1" algn="r" rtl="0">
              <a:spcBef>
                <a:spcPts val="0"/>
              </a:spcBef>
              <a:spcAft>
                <a:spcPts val="0"/>
              </a:spcAft>
              <a:buClr>
                <a:schemeClr val="lt2"/>
              </a:buClr>
              <a:buSzPts val="2200"/>
              <a:buFont typeface="Alata"/>
              <a:buNone/>
              <a:defRPr sz="2200" b="1">
                <a:solidFill>
                  <a:schemeClr val="lt2"/>
                </a:solidFill>
                <a:latin typeface="Alata"/>
                <a:ea typeface="Alata"/>
                <a:cs typeface="Alata"/>
                <a:sym typeface="Alata"/>
              </a:defRPr>
            </a:lvl2pPr>
            <a:lvl3pPr lvl="2" algn="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3pPr>
            <a:lvl4pPr lvl="3" algn="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4pPr>
            <a:lvl5pPr lvl="4" algn="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5pPr>
            <a:lvl6pPr lvl="5" algn="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6pPr>
            <a:lvl7pPr lvl="6" algn="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7pPr>
            <a:lvl8pPr lvl="7" algn="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8pPr>
            <a:lvl9pPr lvl="8" algn="r" rtl="0">
              <a:spcBef>
                <a:spcPts val="1600"/>
              </a:spcBef>
              <a:spcAft>
                <a:spcPts val="1600"/>
              </a:spcAft>
              <a:buClr>
                <a:schemeClr val="lt2"/>
              </a:buClr>
              <a:buSzPts val="2200"/>
              <a:buFont typeface="Alata"/>
              <a:buNone/>
              <a:defRPr sz="2200" b="1">
                <a:solidFill>
                  <a:schemeClr val="lt2"/>
                </a:solidFill>
                <a:latin typeface="Alata"/>
                <a:ea typeface="Alata"/>
                <a:cs typeface="Alata"/>
                <a:sym typeface="Alata"/>
              </a:defRPr>
            </a:lvl9pPr>
          </a:lstStyle>
          <a:p>
            <a:endParaRPr/>
          </a:p>
        </p:txBody>
      </p:sp>
      <p:sp>
        <p:nvSpPr>
          <p:cNvPr id="419" name="Google Shape;419;p27"/>
          <p:cNvSpPr txBox="1">
            <a:spLocks noGrp="1"/>
          </p:cNvSpPr>
          <p:nvPr>
            <p:ph type="body" idx="5"/>
          </p:nvPr>
        </p:nvSpPr>
        <p:spPr>
          <a:xfrm>
            <a:off x="3757400" y="2146250"/>
            <a:ext cx="2206500" cy="6177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420" name="Google Shape;420;p27"/>
          <p:cNvSpPr txBox="1">
            <a:spLocks noGrp="1"/>
          </p:cNvSpPr>
          <p:nvPr>
            <p:ph type="body" idx="6"/>
          </p:nvPr>
        </p:nvSpPr>
        <p:spPr>
          <a:xfrm>
            <a:off x="3757400" y="3600950"/>
            <a:ext cx="2206500" cy="6177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421" name="Google Shape;421;p27"/>
          <p:cNvSpPr txBox="1">
            <a:spLocks noGrp="1"/>
          </p:cNvSpPr>
          <p:nvPr>
            <p:ph type="body" idx="7"/>
          </p:nvPr>
        </p:nvSpPr>
        <p:spPr>
          <a:xfrm>
            <a:off x="6217488" y="2146250"/>
            <a:ext cx="2206500" cy="6177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lvl1pPr>
            <a:lvl2pPr marL="914400" lvl="1" indent="-317500" algn="r" rtl="0">
              <a:spcBef>
                <a:spcPts val="0"/>
              </a:spcBef>
              <a:spcAft>
                <a:spcPts val="0"/>
              </a:spcAft>
              <a:buSzPts val="1400"/>
              <a:buChar char="○"/>
              <a:defRPr/>
            </a:lvl2pPr>
            <a:lvl3pPr marL="1371600" lvl="2" indent="-317500" algn="r" rtl="0">
              <a:spcBef>
                <a:spcPts val="0"/>
              </a:spcBef>
              <a:spcAft>
                <a:spcPts val="0"/>
              </a:spcAft>
              <a:buSzPts val="1400"/>
              <a:buChar char="■"/>
              <a:defRPr/>
            </a:lvl3pPr>
            <a:lvl4pPr marL="1828800" lvl="3" indent="-317500" algn="r" rtl="0">
              <a:spcBef>
                <a:spcPts val="0"/>
              </a:spcBef>
              <a:spcAft>
                <a:spcPts val="0"/>
              </a:spcAft>
              <a:buSzPts val="1400"/>
              <a:buChar char="●"/>
              <a:defRPr/>
            </a:lvl4pPr>
            <a:lvl5pPr marL="2286000" lvl="4" indent="-317500" algn="r" rtl="0">
              <a:spcBef>
                <a:spcPts val="0"/>
              </a:spcBef>
              <a:spcAft>
                <a:spcPts val="0"/>
              </a:spcAft>
              <a:buSzPts val="1400"/>
              <a:buChar char="○"/>
              <a:defRPr/>
            </a:lvl5pPr>
            <a:lvl6pPr marL="2743200" lvl="5" indent="-317500" algn="r" rtl="0">
              <a:spcBef>
                <a:spcPts val="0"/>
              </a:spcBef>
              <a:spcAft>
                <a:spcPts val="0"/>
              </a:spcAft>
              <a:buSzPts val="1400"/>
              <a:buChar char="■"/>
              <a:defRPr/>
            </a:lvl6pPr>
            <a:lvl7pPr marL="3200400" lvl="6" indent="-317500" algn="r" rtl="0">
              <a:spcBef>
                <a:spcPts val="0"/>
              </a:spcBef>
              <a:spcAft>
                <a:spcPts val="0"/>
              </a:spcAft>
              <a:buSzPts val="1400"/>
              <a:buChar char="●"/>
              <a:defRPr/>
            </a:lvl7pPr>
            <a:lvl8pPr marL="3657600" lvl="7" indent="-317500" algn="r" rtl="0">
              <a:spcBef>
                <a:spcPts val="0"/>
              </a:spcBef>
              <a:spcAft>
                <a:spcPts val="0"/>
              </a:spcAft>
              <a:buSzPts val="1400"/>
              <a:buChar char="○"/>
              <a:defRPr/>
            </a:lvl8pPr>
            <a:lvl9pPr marL="4114800" lvl="8" indent="-317500" algn="r" rtl="0">
              <a:spcBef>
                <a:spcPts val="0"/>
              </a:spcBef>
              <a:spcAft>
                <a:spcPts val="0"/>
              </a:spcAft>
              <a:buSzPts val="1400"/>
              <a:buChar char="■"/>
              <a:defRPr/>
            </a:lvl9pPr>
          </a:lstStyle>
          <a:p>
            <a:endParaRPr/>
          </a:p>
        </p:txBody>
      </p:sp>
      <p:sp>
        <p:nvSpPr>
          <p:cNvPr id="422" name="Google Shape;422;p27"/>
          <p:cNvSpPr txBox="1">
            <a:spLocks noGrp="1"/>
          </p:cNvSpPr>
          <p:nvPr>
            <p:ph type="body" idx="8"/>
          </p:nvPr>
        </p:nvSpPr>
        <p:spPr>
          <a:xfrm>
            <a:off x="6217488" y="3600950"/>
            <a:ext cx="2206500" cy="6177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lvl1pPr>
            <a:lvl2pPr marL="914400" lvl="1" indent="-317500" algn="r" rtl="0">
              <a:spcBef>
                <a:spcPts val="0"/>
              </a:spcBef>
              <a:spcAft>
                <a:spcPts val="0"/>
              </a:spcAft>
              <a:buSzPts val="1400"/>
              <a:buChar char="○"/>
              <a:defRPr/>
            </a:lvl2pPr>
            <a:lvl3pPr marL="1371600" lvl="2" indent="-317500" algn="r" rtl="0">
              <a:spcBef>
                <a:spcPts val="0"/>
              </a:spcBef>
              <a:spcAft>
                <a:spcPts val="0"/>
              </a:spcAft>
              <a:buSzPts val="1400"/>
              <a:buChar char="■"/>
              <a:defRPr/>
            </a:lvl3pPr>
            <a:lvl4pPr marL="1828800" lvl="3" indent="-317500" algn="r" rtl="0">
              <a:spcBef>
                <a:spcPts val="0"/>
              </a:spcBef>
              <a:spcAft>
                <a:spcPts val="0"/>
              </a:spcAft>
              <a:buSzPts val="1400"/>
              <a:buChar char="●"/>
              <a:defRPr/>
            </a:lvl4pPr>
            <a:lvl5pPr marL="2286000" lvl="4" indent="-317500" algn="r" rtl="0">
              <a:spcBef>
                <a:spcPts val="0"/>
              </a:spcBef>
              <a:spcAft>
                <a:spcPts val="0"/>
              </a:spcAft>
              <a:buSzPts val="1400"/>
              <a:buChar char="○"/>
              <a:defRPr/>
            </a:lvl5pPr>
            <a:lvl6pPr marL="2743200" lvl="5" indent="-317500" algn="r" rtl="0">
              <a:spcBef>
                <a:spcPts val="0"/>
              </a:spcBef>
              <a:spcAft>
                <a:spcPts val="0"/>
              </a:spcAft>
              <a:buSzPts val="1400"/>
              <a:buChar char="■"/>
              <a:defRPr/>
            </a:lvl6pPr>
            <a:lvl7pPr marL="3200400" lvl="6" indent="-317500" algn="r" rtl="0">
              <a:spcBef>
                <a:spcPts val="0"/>
              </a:spcBef>
              <a:spcAft>
                <a:spcPts val="0"/>
              </a:spcAft>
              <a:buSzPts val="1400"/>
              <a:buChar char="●"/>
              <a:defRPr/>
            </a:lvl7pPr>
            <a:lvl8pPr marL="3657600" lvl="7" indent="-317500" algn="r" rtl="0">
              <a:spcBef>
                <a:spcPts val="0"/>
              </a:spcBef>
              <a:spcAft>
                <a:spcPts val="0"/>
              </a:spcAft>
              <a:buSzPts val="1400"/>
              <a:buChar char="○"/>
              <a:defRPr/>
            </a:lvl8pPr>
            <a:lvl9pPr marL="4114800" lvl="8" indent="-317500" algn="r" rtl="0">
              <a:spcBef>
                <a:spcPts val="0"/>
              </a:spcBef>
              <a:spcAft>
                <a:spcPts val="0"/>
              </a:spcAft>
              <a:buSzPts val="1400"/>
              <a:buChar char="■"/>
              <a:defRPr/>
            </a:lvl9pPr>
          </a:lstStyle>
          <a:p>
            <a:endParaRPr/>
          </a:p>
        </p:txBody>
      </p:sp>
      <p:cxnSp>
        <p:nvCxnSpPr>
          <p:cNvPr id="423" name="Google Shape;423;p27"/>
          <p:cNvCxnSpPr/>
          <p:nvPr/>
        </p:nvCxnSpPr>
        <p:spPr>
          <a:xfrm rot="10800000">
            <a:off x="730384" y="4663910"/>
            <a:ext cx="7703498"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424"/>
        <p:cNvGrpSpPr/>
        <p:nvPr/>
      </p:nvGrpSpPr>
      <p:grpSpPr>
        <a:xfrm>
          <a:off x="0" y="0"/>
          <a:ext cx="0" cy="0"/>
          <a:chOff x="0" y="0"/>
          <a:chExt cx="0" cy="0"/>
        </a:xfrm>
      </p:grpSpPr>
      <p:sp>
        <p:nvSpPr>
          <p:cNvPr id="425" name="Google Shape;425;p28"/>
          <p:cNvSpPr txBox="1">
            <a:spLocks noGrp="1"/>
          </p:cNvSpPr>
          <p:nvPr>
            <p:ph type="title"/>
          </p:nvPr>
        </p:nvSpPr>
        <p:spPr>
          <a:xfrm>
            <a:off x="720000" y="44661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426" name="Google Shape;426;p28"/>
          <p:cNvSpPr txBox="1">
            <a:spLocks noGrp="1"/>
          </p:cNvSpPr>
          <p:nvPr>
            <p:ph type="subTitle" idx="1"/>
          </p:nvPr>
        </p:nvSpPr>
        <p:spPr>
          <a:xfrm>
            <a:off x="971200" y="2147275"/>
            <a:ext cx="21783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27" name="Google Shape;427;p28"/>
          <p:cNvSpPr txBox="1">
            <a:spLocks noGrp="1"/>
          </p:cNvSpPr>
          <p:nvPr>
            <p:ph type="subTitle" idx="2"/>
          </p:nvPr>
        </p:nvSpPr>
        <p:spPr>
          <a:xfrm>
            <a:off x="3482875" y="2147275"/>
            <a:ext cx="21783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28" name="Google Shape;428;p28"/>
          <p:cNvSpPr txBox="1">
            <a:spLocks noGrp="1"/>
          </p:cNvSpPr>
          <p:nvPr>
            <p:ph type="subTitle" idx="3"/>
          </p:nvPr>
        </p:nvSpPr>
        <p:spPr>
          <a:xfrm>
            <a:off x="971200" y="3859300"/>
            <a:ext cx="21783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29" name="Google Shape;429;p28"/>
          <p:cNvSpPr txBox="1">
            <a:spLocks noGrp="1"/>
          </p:cNvSpPr>
          <p:nvPr>
            <p:ph type="subTitle" idx="4"/>
          </p:nvPr>
        </p:nvSpPr>
        <p:spPr>
          <a:xfrm>
            <a:off x="3482875" y="3859300"/>
            <a:ext cx="21783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30" name="Google Shape;430;p28"/>
          <p:cNvSpPr txBox="1">
            <a:spLocks noGrp="1"/>
          </p:cNvSpPr>
          <p:nvPr>
            <p:ph type="subTitle" idx="5"/>
          </p:nvPr>
        </p:nvSpPr>
        <p:spPr>
          <a:xfrm>
            <a:off x="5994536" y="2147275"/>
            <a:ext cx="21783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31" name="Google Shape;431;p28"/>
          <p:cNvSpPr txBox="1">
            <a:spLocks noGrp="1"/>
          </p:cNvSpPr>
          <p:nvPr>
            <p:ph type="subTitle" idx="6"/>
          </p:nvPr>
        </p:nvSpPr>
        <p:spPr>
          <a:xfrm>
            <a:off x="5994536" y="3859300"/>
            <a:ext cx="2178300" cy="48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32" name="Google Shape;432;p28"/>
          <p:cNvSpPr txBox="1">
            <a:spLocks noGrp="1"/>
          </p:cNvSpPr>
          <p:nvPr>
            <p:ph type="subTitle" idx="7"/>
          </p:nvPr>
        </p:nvSpPr>
        <p:spPr>
          <a:xfrm>
            <a:off x="971200" y="1861541"/>
            <a:ext cx="2178300" cy="400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2200"/>
              <a:buFont typeface="Alata"/>
              <a:buNone/>
              <a:defRPr sz="2200">
                <a:solidFill>
                  <a:schemeClr val="dk1"/>
                </a:solidFill>
                <a:latin typeface="Lexend ExtraBold"/>
                <a:ea typeface="Lexend ExtraBold"/>
                <a:cs typeface="Lexend ExtraBold"/>
                <a:sym typeface="Lexend ExtraBold"/>
              </a:defRPr>
            </a:lvl1pPr>
            <a:lvl2pPr lvl="1" algn="ctr" rtl="0">
              <a:spcBef>
                <a:spcPts val="0"/>
              </a:spcBef>
              <a:spcAft>
                <a:spcPts val="0"/>
              </a:spcAft>
              <a:buClr>
                <a:schemeClr val="lt2"/>
              </a:buClr>
              <a:buSzPts val="2200"/>
              <a:buFont typeface="Alata"/>
              <a:buNone/>
              <a:defRPr sz="2200" b="1">
                <a:solidFill>
                  <a:schemeClr val="lt2"/>
                </a:solidFill>
                <a:latin typeface="Alata"/>
                <a:ea typeface="Alata"/>
                <a:cs typeface="Alata"/>
                <a:sym typeface="Alata"/>
              </a:defRPr>
            </a:lvl2pPr>
            <a:lvl3pPr lvl="2"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3pPr>
            <a:lvl4pPr lvl="3"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4pPr>
            <a:lvl5pPr lvl="4"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5pPr>
            <a:lvl6pPr lvl="5"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6pPr>
            <a:lvl7pPr lvl="6"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7pPr>
            <a:lvl8pPr lvl="7"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8pPr>
            <a:lvl9pPr lvl="8" algn="ctr" rtl="0">
              <a:spcBef>
                <a:spcPts val="1600"/>
              </a:spcBef>
              <a:spcAft>
                <a:spcPts val="1600"/>
              </a:spcAft>
              <a:buClr>
                <a:schemeClr val="lt2"/>
              </a:buClr>
              <a:buSzPts val="2200"/>
              <a:buFont typeface="Alata"/>
              <a:buNone/>
              <a:defRPr sz="2200" b="1">
                <a:solidFill>
                  <a:schemeClr val="lt2"/>
                </a:solidFill>
                <a:latin typeface="Alata"/>
                <a:ea typeface="Alata"/>
                <a:cs typeface="Alata"/>
                <a:sym typeface="Alata"/>
              </a:defRPr>
            </a:lvl9pPr>
          </a:lstStyle>
          <a:p>
            <a:endParaRPr/>
          </a:p>
        </p:txBody>
      </p:sp>
      <p:sp>
        <p:nvSpPr>
          <p:cNvPr id="433" name="Google Shape;433;p28"/>
          <p:cNvSpPr txBox="1">
            <a:spLocks noGrp="1"/>
          </p:cNvSpPr>
          <p:nvPr>
            <p:ph type="subTitle" idx="8"/>
          </p:nvPr>
        </p:nvSpPr>
        <p:spPr>
          <a:xfrm>
            <a:off x="3482875" y="1861541"/>
            <a:ext cx="2178300" cy="400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2200"/>
              <a:buFont typeface="Alata"/>
              <a:buNone/>
              <a:defRPr sz="2200">
                <a:solidFill>
                  <a:schemeClr val="dk1"/>
                </a:solidFill>
                <a:latin typeface="Lexend ExtraBold"/>
                <a:ea typeface="Lexend ExtraBold"/>
                <a:cs typeface="Lexend ExtraBold"/>
                <a:sym typeface="Lexend ExtraBold"/>
              </a:defRPr>
            </a:lvl1pPr>
            <a:lvl2pPr lvl="1" algn="ctr" rtl="0">
              <a:spcBef>
                <a:spcPts val="0"/>
              </a:spcBef>
              <a:spcAft>
                <a:spcPts val="0"/>
              </a:spcAft>
              <a:buClr>
                <a:schemeClr val="lt2"/>
              </a:buClr>
              <a:buSzPts val="2200"/>
              <a:buFont typeface="Alata"/>
              <a:buNone/>
              <a:defRPr sz="2200" b="1">
                <a:solidFill>
                  <a:schemeClr val="lt2"/>
                </a:solidFill>
                <a:latin typeface="Alata"/>
                <a:ea typeface="Alata"/>
                <a:cs typeface="Alata"/>
                <a:sym typeface="Alata"/>
              </a:defRPr>
            </a:lvl2pPr>
            <a:lvl3pPr lvl="2"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3pPr>
            <a:lvl4pPr lvl="3"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4pPr>
            <a:lvl5pPr lvl="4"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5pPr>
            <a:lvl6pPr lvl="5"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6pPr>
            <a:lvl7pPr lvl="6"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7pPr>
            <a:lvl8pPr lvl="7"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8pPr>
            <a:lvl9pPr lvl="8" algn="ctr" rtl="0">
              <a:spcBef>
                <a:spcPts val="1600"/>
              </a:spcBef>
              <a:spcAft>
                <a:spcPts val="1600"/>
              </a:spcAft>
              <a:buClr>
                <a:schemeClr val="lt2"/>
              </a:buClr>
              <a:buSzPts val="2200"/>
              <a:buFont typeface="Alata"/>
              <a:buNone/>
              <a:defRPr sz="2200" b="1">
                <a:solidFill>
                  <a:schemeClr val="lt2"/>
                </a:solidFill>
                <a:latin typeface="Alata"/>
                <a:ea typeface="Alata"/>
                <a:cs typeface="Alata"/>
                <a:sym typeface="Alata"/>
              </a:defRPr>
            </a:lvl9pPr>
          </a:lstStyle>
          <a:p>
            <a:endParaRPr/>
          </a:p>
        </p:txBody>
      </p:sp>
      <p:sp>
        <p:nvSpPr>
          <p:cNvPr id="434" name="Google Shape;434;p28"/>
          <p:cNvSpPr txBox="1">
            <a:spLocks noGrp="1"/>
          </p:cNvSpPr>
          <p:nvPr>
            <p:ph type="subTitle" idx="9"/>
          </p:nvPr>
        </p:nvSpPr>
        <p:spPr>
          <a:xfrm>
            <a:off x="5994536" y="1861541"/>
            <a:ext cx="2178300" cy="400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2200"/>
              <a:buFont typeface="Alata"/>
              <a:buNone/>
              <a:defRPr sz="2200">
                <a:solidFill>
                  <a:schemeClr val="dk1"/>
                </a:solidFill>
                <a:latin typeface="Lexend ExtraBold"/>
                <a:ea typeface="Lexend ExtraBold"/>
                <a:cs typeface="Lexend ExtraBold"/>
                <a:sym typeface="Lexend ExtraBold"/>
              </a:defRPr>
            </a:lvl1pPr>
            <a:lvl2pPr lvl="1" algn="ctr" rtl="0">
              <a:spcBef>
                <a:spcPts val="0"/>
              </a:spcBef>
              <a:spcAft>
                <a:spcPts val="0"/>
              </a:spcAft>
              <a:buClr>
                <a:schemeClr val="lt2"/>
              </a:buClr>
              <a:buSzPts val="2200"/>
              <a:buFont typeface="Alata"/>
              <a:buNone/>
              <a:defRPr sz="2200" b="1">
                <a:solidFill>
                  <a:schemeClr val="lt2"/>
                </a:solidFill>
                <a:latin typeface="Alata"/>
                <a:ea typeface="Alata"/>
                <a:cs typeface="Alata"/>
                <a:sym typeface="Alata"/>
              </a:defRPr>
            </a:lvl2pPr>
            <a:lvl3pPr lvl="2"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3pPr>
            <a:lvl4pPr lvl="3"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4pPr>
            <a:lvl5pPr lvl="4"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5pPr>
            <a:lvl6pPr lvl="5"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6pPr>
            <a:lvl7pPr lvl="6"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7pPr>
            <a:lvl8pPr lvl="7"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8pPr>
            <a:lvl9pPr lvl="8" algn="ctr" rtl="0">
              <a:spcBef>
                <a:spcPts val="1600"/>
              </a:spcBef>
              <a:spcAft>
                <a:spcPts val="1600"/>
              </a:spcAft>
              <a:buClr>
                <a:schemeClr val="lt2"/>
              </a:buClr>
              <a:buSzPts val="2200"/>
              <a:buFont typeface="Alata"/>
              <a:buNone/>
              <a:defRPr sz="2200" b="1">
                <a:solidFill>
                  <a:schemeClr val="lt2"/>
                </a:solidFill>
                <a:latin typeface="Alata"/>
                <a:ea typeface="Alata"/>
                <a:cs typeface="Alata"/>
                <a:sym typeface="Alata"/>
              </a:defRPr>
            </a:lvl9pPr>
          </a:lstStyle>
          <a:p>
            <a:endParaRPr/>
          </a:p>
        </p:txBody>
      </p:sp>
      <p:sp>
        <p:nvSpPr>
          <p:cNvPr id="435" name="Google Shape;435;p28"/>
          <p:cNvSpPr txBox="1">
            <a:spLocks noGrp="1"/>
          </p:cNvSpPr>
          <p:nvPr>
            <p:ph type="subTitle" idx="13"/>
          </p:nvPr>
        </p:nvSpPr>
        <p:spPr>
          <a:xfrm>
            <a:off x="971200" y="3573566"/>
            <a:ext cx="2178300" cy="400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2200"/>
              <a:buFont typeface="Alata"/>
              <a:buNone/>
              <a:defRPr sz="2200">
                <a:solidFill>
                  <a:schemeClr val="dk1"/>
                </a:solidFill>
                <a:latin typeface="Lexend ExtraBold"/>
                <a:ea typeface="Lexend ExtraBold"/>
                <a:cs typeface="Lexend ExtraBold"/>
                <a:sym typeface="Lexend ExtraBold"/>
              </a:defRPr>
            </a:lvl1pPr>
            <a:lvl2pPr lvl="1" algn="ctr" rtl="0">
              <a:spcBef>
                <a:spcPts val="0"/>
              </a:spcBef>
              <a:spcAft>
                <a:spcPts val="0"/>
              </a:spcAft>
              <a:buClr>
                <a:schemeClr val="lt2"/>
              </a:buClr>
              <a:buSzPts val="2200"/>
              <a:buFont typeface="Alata"/>
              <a:buNone/>
              <a:defRPr sz="2200" b="1">
                <a:solidFill>
                  <a:schemeClr val="lt2"/>
                </a:solidFill>
                <a:latin typeface="Alata"/>
                <a:ea typeface="Alata"/>
                <a:cs typeface="Alata"/>
                <a:sym typeface="Alata"/>
              </a:defRPr>
            </a:lvl2pPr>
            <a:lvl3pPr lvl="2"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3pPr>
            <a:lvl4pPr lvl="3"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4pPr>
            <a:lvl5pPr lvl="4"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5pPr>
            <a:lvl6pPr lvl="5"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6pPr>
            <a:lvl7pPr lvl="6"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7pPr>
            <a:lvl8pPr lvl="7"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8pPr>
            <a:lvl9pPr lvl="8" algn="ctr" rtl="0">
              <a:spcBef>
                <a:spcPts val="1600"/>
              </a:spcBef>
              <a:spcAft>
                <a:spcPts val="1600"/>
              </a:spcAft>
              <a:buClr>
                <a:schemeClr val="lt2"/>
              </a:buClr>
              <a:buSzPts val="2200"/>
              <a:buFont typeface="Alata"/>
              <a:buNone/>
              <a:defRPr sz="2200" b="1">
                <a:solidFill>
                  <a:schemeClr val="lt2"/>
                </a:solidFill>
                <a:latin typeface="Alata"/>
                <a:ea typeface="Alata"/>
                <a:cs typeface="Alata"/>
                <a:sym typeface="Alata"/>
              </a:defRPr>
            </a:lvl9pPr>
          </a:lstStyle>
          <a:p>
            <a:endParaRPr/>
          </a:p>
        </p:txBody>
      </p:sp>
      <p:sp>
        <p:nvSpPr>
          <p:cNvPr id="436" name="Google Shape;436;p28"/>
          <p:cNvSpPr txBox="1">
            <a:spLocks noGrp="1"/>
          </p:cNvSpPr>
          <p:nvPr>
            <p:ph type="subTitle" idx="14"/>
          </p:nvPr>
        </p:nvSpPr>
        <p:spPr>
          <a:xfrm>
            <a:off x="3482875" y="3573566"/>
            <a:ext cx="2178300" cy="400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2200"/>
              <a:buFont typeface="Alata"/>
              <a:buNone/>
              <a:defRPr sz="2200">
                <a:solidFill>
                  <a:schemeClr val="dk1"/>
                </a:solidFill>
                <a:latin typeface="Lexend ExtraBold"/>
                <a:ea typeface="Lexend ExtraBold"/>
                <a:cs typeface="Lexend ExtraBold"/>
                <a:sym typeface="Lexend ExtraBold"/>
              </a:defRPr>
            </a:lvl1pPr>
            <a:lvl2pPr lvl="1" algn="ctr" rtl="0">
              <a:spcBef>
                <a:spcPts val="0"/>
              </a:spcBef>
              <a:spcAft>
                <a:spcPts val="0"/>
              </a:spcAft>
              <a:buClr>
                <a:schemeClr val="lt2"/>
              </a:buClr>
              <a:buSzPts val="2200"/>
              <a:buFont typeface="Alata"/>
              <a:buNone/>
              <a:defRPr sz="2200" b="1">
                <a:solidFill>
                  <a:schemeClr val="lt2"/>
                </a:solidFill>
                <a:latin typeface="Alata"/>
                <a:ea typeface="Alata"/>
                <a:cs typeface="Alata"/>
                <a:sym typeface="Alata"/>
              </a:defRPr>
            </a:lvl2pPr>
            <a:lvl3pPr lvl="2"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3pPr>
            <a:lvl4pPr lvl="3"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4pPr>
            <a:lvl5pPr lvl="4"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5pPr>
            <a:lvl6pPr lvl="5"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6pPr>
            <a:lvl7pPr lvl="6"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7pPr>
            <a:lvl8pPr lvl="7"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8pPr>
            <a:lvl9pPr lvl="8" algn="ctr" rtl="0">
              <a:spcBef>
                <a:spcPts val="1600"/>
              </a:spcBef>
              <a:spcAft>
                <a:spcPts val="1600"/>
              </a:spcAft>
              <a:buClr>
                <a:schemeClr val="lt2"/>
              </a:buClr>
              <a:buSzPts val="2200"/>
              <a:buFont typeface="Alata"/>
              <a:buNone/>
              <a:defRPr sz="2200" b="1">
                <a:solidFill>
                  <a:schemeClr val="lt2"/>
                </a:solidFill>
                <a:latin typeface="Alata"/>
                <a:ea typeface="Alata"/>
                <a:cs typeface="Alata"/>
                <a:sym typeface="Alata"/>
              </a:defRPr>
            </a:lvl9pPr>
          </a:lstStyle>
          <a:p>
            <a:endParaRPr/>
          </a:p>
        </p:txBody>
      </p:sp>
      <p:sp>
        <p:nvSpPr>
          <p:cNvPr id="437" name="Google Shape;437;p28"/>
          <p:cNvSpPr txBox="1">
            <a:spLocks noGrp="1"/>
          </p:cNvSpPr>
          <p:nvPr>
            <p:ph type="subTitle" idx="15"/>
          </p:nvPr>
        </p:nvSpPr>
        <p:spPr>
          <a:xfrm>
            <a:off x="5994536" y="3573566"/>
            <a:ext cx="2178300" cy="400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2200"/>
              <a:buFont typeface="Alata"/>
              <a:buNone/>
              <a:defRPr sz="2200">
                <a:solidFill>
                  <a:schemeClr val="dk1"/>
                </a:solidFill>
                <a:latin typeface="Lexend ExtraBold"/>
                <a:ea typeface="Lexend ExtraBold"/>
                <a:cs typeface="Lexend ExtraBold"/>
                <a:sym typeface="Lexend ExtraBold"/>
              </a:defRPr>
            </a:lvl1pPr>
            <a:lvl2pPr lvl="1" algn="ctr" rtl="0">
              <a:spcBef>
                <a:spcPts val="0"/>
              </a:spcBef>
              <a:spcAft>
                <a:spcPts val="0"/>
              </a:spcAft>
              <a:buClr>
                <a:schemeClr val="lt2"/>
              </a:buClr>
              <a:buSzPts val="2200"/>
              <a:buFont typeface="Alata"/>
              <a:buNone/>
              <a:defRPr sz="2200" b="1">
                <a:solidFill>
                  <a:schemeClr val="lt2"/>
                </a:solidFill>
                <a:latin typeface="Alata"/>
                <a:ea typeface="Alata"/>
                <a:cs typeface="Alata"/>
                <a:sym typeface="Alata"/>
              </a:defRPr>
            </a:lvl2pPr>
            <a:lvl3pPr lvl="2"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3pPr>
            <a:lvl4pPr lvl="3"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4pPr>
            <a:lvl5pPr lvl="4"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5pPr>
            <a:lvl6pPr lvl="5"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6pPr>
            <a:lvl7pPr lvl="6"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7pPr>
            <a:lvl8pPr lvl="7"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8pPr>
            <a:lvl9pPr lvl="8" algn="ctr" rtl="0">
              <a:spcBef>
                <a:spcPts val="1600"/>
              </a:spcBef>
              <a:spcAft>
                <a:spcPts val="1600"/>
              </a:spcAft>
              <a:buClr>
                <a:schemeClr val="lt2"/>
              </a:buClr>
              <a:buSzPts val="2200"/>
              <a:buFont typeface="Alata"/>
              <a:buNone/>
              <a:defRPr sz="2200" b="1">
                <a:solidFill>
                  <a:schemeClr val="lt2"/>
                </a:solidFill>
                <a:latin typeface="Alata"/>
                <a:ea typeface="Alata"/>
                <a:cs typeface="Alata"/>
                <a:sym typeface="Alata"/>
              </a:defRPr>
            </a:lvl9pPr>
          </a:lstStyle>
          <a:p>
            <a:endParaRPr/>
          </a:p>
        </p:txBody>
      </p:sp>
      <p:cxnSp>
        <p:nvCxnSpPr>
          <p:cNvPr id="438" name="Google Shape;438;p28"/>
          <p:cNvCxnSpPr/>
          <p:nvPr/>
        </p:nvCxnSpPr>
        <p:spPr>
          <a:xfrm rot="10800000">
            <a:off x="730384" y="4663910"/>
            <a:ext cx="7703498"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439"/>
        <p:cNvGrpSpPr/>
        <p:nvPr/>
      </p:nvGrpSpPr>
      <p:grpSpPr>
        <a:xfrm>
          <a:off x="0" y="0"/>
          <a:ext cx="0" cy="0"/>
          <a:chOff x="0" y="0"/>
          <a:chExt cx="0" cy="0"/>
        </a:xfrm>
      </p:grpSpPr>
      <p:sp>
        <p:nvSpPr>
          <p:cNvPr id="440" name="Google Shape;440;p29"/>
          <p:cNvSpPr txBox="1">
            <a:spLocks noGrp="1"/>
          </p:cNvSpPr>
          <p:nvPr>
            <p:ph type="title" hasCustomPrompt="1"/>
          </p:nvPr>
        </p:nvSpPr>
        <p:spPr>
          <a:xfrm>
            <a:off x="4025962" y="758300"/>
            <a:ext cx="4407900" cy="666900"/>
          </a:xfrm>
          <a:prstGeom prst="rect">
            <a:avLst/>
          </a:prstGeom>
        </p:spPr>
        <p:txBody>
          <a:bodyPr spcFirstLastPara="1" wrap="square" lIns="91425" tIns="91425" rIns="91425" bIns="91425" anchor="t" anchorCtr="0">
            <a:noAutofit/>
          </a:bodyPr>
          <a:lstStyle>
            <a:lvl1pPr lvl="0" algn="r" rtl="0">
              <a:spcBef>
                <a:spcPts val="0"/>
              </a:spcBef>
              <a:spcAft>
                <a:spcPts val="0"/>
              </a:spcAft>
              <a:buSzPts val="6000"/>
              <a:buNone/>
              <a:defRPr sz="42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41" name="Google Shape;441;p29"/>
          <p:cNvSpPr txBox="1">
            <a:spLocks noGrp="1"/>
          </p:cNvSpPr>
          <p:nvPr>
            <p:ph type="subTitle" idx="1"/>
          </p:nvPr>
        </p:nvSpPr>
        <p:spPr>
          <a:xfrm>
            <a:off x="4025950" y="1454175"/>
            <a:ext cx="4407900" cy="3129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400"/>
              <a:buFont typeface="PT Sans"/>
              <a:buNone/>
              <a:defRPr sz="1600"/>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442" name="Google Shape;442;p29"/>
          <p:cNvSpPr txBox="1">
            <a:spLocks noGrp="1"/>
          </p:cNvSpPr>
          <p:nvPr>
            <p:ph type="title" idx="2" hasCustomPrompt="1"/>
          </p:nvPr>
        </p:nvSpPr>
        <p:spPr>
          <a:xfrm>
            <a:off x="4025962" y="1948451"/>
            <a:ext cx="4407900" cy="666900"/>
          </a:xfrm>
          <a:prstGeom prst="rect">
            <a:avLst/>
          </a:prstGeom>
        </p:spPr>
        <p:txBody>
          <a:bodyPr spcFirstLastPara="1" wrap="square" lIns="91425" tIns="91425" rIns="91425" bIns="91425" anchor="t" anchorCtr="0">
            <a:noAutofit/>
          </a:bodyPr>
          <a:lstStyle>
            <a:lvl1pPr lvl="0" algn="r" rtl="0">
              <a:spcBef>
                <a:spcPts val="0"/>
              </a:spcBef>
              <a:spcAft>
                <a:spcPts val="0"/>
              </a:spcAft>
              <a:buSzPts val="6000"/>
              <a:buNone/>
              <a:defRPr sz="42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43" name="Google Shape;443;p29"/>
          <p:cNvSpPr txBox="1">
            <a:spLocks noGrp="1"/>
          </p:cNvSpPr>
          <p:nvPr>
            <p:ph type="subTitle" idx="3"/>
          </p:nvPr>
        </p:nvSpPr>
        <p:spPr>
          <a:xfrm>
            <a:off x="4025950" y="2644325"/>
            <a:ext cx="4407900" cy="3129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400"/>
              <a:buFont typeface="PT Sans"/>
              <a:buNone/>
              <a:defRPr sz="1600"/>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444" name="Google Shape;444;p29"/>
          <p:cNvSpPr txBox="1">
            <a:spLocks noGrp="1"/>
          </p:cNvSpPr>
          <p:nvPr>
            <p:ph type="title" idx="4" hasCustomPrompt="1"/>
          </p:nvPr>
        </p:nvSpPr>
        <p:spPr>
          <a:xfrm>
            <a:off x="4025962" y="3138602"/>
            <a:ext cx="4407900" cy="666900"/>
          </a:xfrm>
          <a:prstGeom prst="rect">
            <a:avLst/>
          </a:prstGeom>
        </p:spPr>
        <p:txBody>
          <a:bodyPr spcFirstLastPara="1" wrap="square" lIns="91425" tIns="91425" rIns="91425" bIns="91425" anchor="t" anchorCtr="0">
            <a:noAutofit/>
          </a:bodyPr>
          <a:lstStyle>
            <a:lvl1pPr lvl="0" algn="r" rtl="0">
              <a:spcBef>
                <a:spcPts val="0"/>
              </a:spcBef>
              <a:spcAft>
                <a:spcPts val="0"/>
              </a:spcAft>
              <a:buSzPts val="6000"/>
              <a:buNone/>
              <a:defRPr sz="42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45" name="Google Shape;445;p29"/>
          <p:cNvSpPr txBox="1">
            <a:spLocks noGrp="1"/>
          </p:cNvSpPr>
          <p:nvPr>
            <p:ph type="subTitle" idx="5"/>
          </p:nvPr>
        </p:nvSpPr>
        <p:spPr>
          <a:xfrm>
            <a:off x="4025950" y="3834476"/>
            <a:ext cx="4407900" cy="3129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2400"/>
              <a:buFont typeface="PT Sans"/>
              <a:buNone/>
              <a:defRPr sz="1600"/>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cxnSp>
        <p:nvCxnSpPr>
          <p:cNvPr id="446" name="Google Shape;446;p29"/>
          <p:cNvCxnSpPr/>
          <p:nvPr/>
        </p:nvCxnSpPr>
        <p:spPr>
          <a:xfrm rot="10800000">
            <a:off x="719677" y="4663910"/>
            <a:ext cx="7714368" cy="0"/>
          </a:xfrm>
          <a:prstGeom prst="straightConnector1">
            <a:avLst/>
          </a:prstGeom>
          <a:noFill/>
          <a:ln w="9525" cap="flat" cmpd="sng">
            <a:solidFill>
              <a:schemeClr val="dk1"/>
            </a:solidFill>
            <a:prstDash val="solid"/>
            <a:round/>
            <a:headEnd type="none" w="med" len="med"/>
            <a:tailEnd type="none" w="med" len="med"/>
          </a:ln>
        </p:spPr>
      </p:cxnSp>
      <p:cxnSp>
        <p:nvCxnSpPr>
          <p:cNvPr id="447" name="Google Shape;447;p29"/>
          <p:cNvCxnSpPr/>
          <p:nvPr/>
        </p:nvCxnSpPr>
        <p:spPr>
          <a:xfrm rot="10800000">
            <a:off x="7760775" y="469548"/>
            <a:ext cx="6732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Numbers and text 1">
  <p:cSld name="CUSTOM_8_1">
    <p:spTree>
      <p:nvGrpSpPr>
        <p:cNvPr id="1" name="Shape 448"/>
        <p:cNvGrpSpPr/>
        <p:nvPr/>
      </p:nvGrpSpPr>
      <p:grpSpPr>
        <a:xfrm>
          <a:off x="0" y="0"/>
          <a:ext cx="0" cy="0"/>
          <a:chOff x="0" y="0"/>
          <a:chExt cx="0" cy="0"/>
        </a:xfrm>
      </p:grpSpPr>
      <p:sp>
        <p:nvSpPr>
          <p:cNvPr id="449" name="Google Shape;449;p30"/>
          <p:cNvSpPr txBox="1">
            <a:spLocks noGrp="1"/>
          </p:cNvSpPr>
          <p:nvPr>
            <p:ph type="subTitle" idx="1"/>
          </p:nvPr>
        </p:nvSpPr>
        <p:spPr>
          <a:xfrm>
            <a:off x="1329775" y="3459975"/>
            <a:ext cx="1986000" cy="406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200"/>
              <a:buFont typeface="Alata"/>
              <a:buNone/>
              <a:defRPr sz="2200">
                <a:solidFill>
                  <a:schemeClr val="dk1"/>
                </a:solidFill>
                <a:latin typeface="Lexend ExtraBold"/>
                <a:ea typeface="Lexend ExtraBold"/>
                <a:cs typeface="Lexend ExtraBold"/>
                <a:sym typeface="Lexend ExtraBold"/>
              </a:defRPr>
            </a:lvl1pPr>
            <a:lvl2pPr lvl="1" algn="ctr" rtl="0">
              <a:spcBef>
                <a:spcPts val="0"/>
              </a:spcBef>
              <a:spcAft>
                <a:spcPts val="0"/>
              </a:spcAft>
              <a:buClr>
                <a:schemeClr val="dk1"/>
              </a:buClr>
              <a:buSzPts val="2200"/>
              <a:buFont typeface="Alata"/>
              <a:buNone/>
              <a:defRPr sz="2200" b="1">
                <a:solidFill>
                  <a:schemeClr val="dk1"/>
                </a:solidFill>
                <a:latin typeface="Alata"/>
                <a:ea typeface="Alata"/>
                <a:cs typeface="Alata"/>
                <a:sym typeface="Alata"/>
              </a:defRPr>
            </a:lvl2pPr>
            <a:lvl3pPr lvl="2" algn="ctr" rtl="0">
              <a:spcBef>
                <a:spcPts val="1600"/>
              </a:spcBef>
              <a:spcAft>
                <a:spcPts val="0"/>
              </a:spcAft>
              <a:buClr>
                <a:schemeClr val="dk1"/>
              </a:buClr>
              <a:buSzPts val="2200"/>
              <a:buFont typeface="Alata"/>
              <a:buNone/>
              <a:defRPr sz="2200" b="1">
                <a:solidFill>
                  <a:schemeClr val="dk1"/>
                </a:solidFill>
                <a:latin typeface="Alata"/>
                <a:ea typeface="Alata"/>
                <a:cs typeface="Alata"/>
                <a:sym typeface="Alata"/>
              </a:defRPr>
            </a:lvl3pPr>
            <a:lvl4pPr lvl="3" algn="ctr" rtl="0">
              <a:spcBef>
                <a:spcPts val="1600"/>
              </a:spcBef>
              <a:spcAft>
                <a:spcPts val="0"/>
              </a:spcAft>
              <a:buClr>
                <a:schemeClr val="dk1"/>
              </a:buClr>
              <a:buSzPts val="2200"/>
              <a:buFont typeface="Alata"/>
              <a:buNone/>
              <a:defRPr sz="2200" b="1">
                <a:solidFill>
                  <a:schemeClr val="dk1"/>
                </a:solidFill>
                <a:latin typeface="Alata"/>
                <a:ea typeface="Alata"/>
                <a:cs typeface="Alata"/>
                <a:sym typeface="Alata"/>
              </a:defRPr>
            </a:lvl4pPr>
            <a:lvl5pPr lvl="4" algn="ctr" rtl="0">
              <a:spcBef>
                <a:spcPts val="1600"/>
              </a:spcBef>
              <a:spcAft>
                <a:spcPts val="0"/>
              </a:spcAft>
              <a:buClr>
                <a:schemeClr val="dk1"/>
              </a:buClr>
              <a:buSzPts val="2200"/>
              <a:buFont typeface="Alata"/>
              <a:buNone/>
              <a:defRPr sz="2200" b="1">
                <a:solidFill>
                  <a:schemeClr val="dk1"/>
                </a:solidFill>
                <a:latin typeface="Alata"/>
                <a:ea typeface="Alata"/>
                <a:cs typeface="Alata"/>
                <a:sym typeface="Alata"/>
              </a:defRPr>
            </a:lvl5pPr>
            <a:lvl6pPr lvl="5" algn="ctr" rtl="0">
              <a:spcBef>
                <a:spcPts val="1600"/>
              </a:spcBef>
              <a:spcAft>
                <a:spcPts val="0"/>
              </a:spcAft>
              <a:buClr>
                <a:schemeClr val="dk1"/>
              </a:buClr>
              <a:buSzPts val="2200"/>
              <a:buFont typeface="Alata"/>
              <a:buNone/>
              <a:defRPr sz="2200" b="1">
                <a:solidFill>
                  <a:schemeClr val="dk1"/>
                </a:solidFill>
                <a:latin typeface="Alata"/>
                <a:ea typeface="Alata"/>
                <a:cs typeface="Alata"/>
                <a:sym typeface="Alata"/>
              </a:defRPr>
            </a:lvl6pPr>
            <a:lvl7pPr lvl="6" algn="ctr" rtl="0">
              <a:spcBef>
                <a:spcPts val="1600"/>
              </a:spcBef>
              <a:spcAft>
                <a:spcPts val="0"/>
              </a:spcAft>
              <a:buClr>
                <a:schemeClr val="dk1"/>
              </a:buClr>
              <a:buSzPts val="2200"/>
              <a:buFont typeface="Alata"/>
              <a:buNone/>
              <a:defRPr sz="2200" b="1">
                <a:solidFill>
                  <a:schemeClr val="dk1"/>
                </a:solidFill>
                <a:latin typeface="Alata"/>
                <a:ea typeface="Alata"/>
                <a:cs typeface="Alata"/>
                <a:sym typeface="Alata"/>
              </a:defRPr>
            </a:lvl7pPr>
            <a:lvl8pPr lvl="7" algn="ctr" rtl="0">
              <a:spcBef>
                <a:spcPts val="1600"/>
              </a:spcBef>
              <a:spcAft>
                <a:spcPts val="0"/>
              </a:spcAft>
              <a:buClr>
                <a:schemeClr val="dk1"/>
              </a:buClr>
              <a:buSzPts val="2200"/>
              <a:buFont typeface="Alata"/>
              <a:buNone/>
              <a:defRPr sz="2200" b="1">
                <a:solidFill>
                  <a:schemeClr val="dk1"/>
                </a:solidFill>
                <a:latin typeface="Alata"/>
                <a:ea typeface="Alata"/>
                <a:cs typeface="Alata"/>
                <a:sym typeface="Alata"/>
              </a:defRPr>
            </a:lvl8pPr>
            <a:lvl9pPr lvl="8" algn="ctr" rtl="0">
              <a:spcBef>
                <a:spcPts val="1600"/>
              </a:spcBef>
              <a:spcAft>
                <a:spcPts val="1600"/>
              </a:spcAft>
              <a:buClr>
                <a:schemeClr val="dk1"/>
              </a:buClr>
              <a:buSzPts val="2200"/>
              <a:buFont typeface="Alata"/>
              <a:buNone/>
              <a:defRPr sz="2200" b="1">
                <a:solidFill>
                  <a:schemeClr val="dk1"/>
                </a:solidFill>
                <a:latin typeface="Alata"/>
                <a:ea typeface="Alata"/>
                <a:cs typeface="Alata"/>
                <a:sym typeface="Alata"/>
              </a:defRPr>
            </a:lvl9pPr>
          </a:lstStyle>
          <a:p>
            <a:endParaRPr/>
          </a:p>
        </p:txBody>
      </p:sp>
      <p:sp>
        <p:nvSpPr>
          <p:cNvPr id="450" name="Google Shape;450;p30"/>
          <p:cNvSpPr txBox="1">
            <a:spLocks noGrp="1"/>
          </p:cNvSpPr>
          <p:nvPr>
            <p:ph type="subTitle" idx="2"/>
          </p:nvPr>
        </p:nvSpPr>
        <p:spPr>
          <a:xfrm>
            <a:off x="3579025" y="3459975"/>
            <a:ext cx="1986000" cy="406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200"/>
              <a:buFont typeface="Alata"/>
              <a:buNone/>
              <a:defRPr sz="2200">
                <a:solidFill>
                  <a:schemeClr val="dk1"/>
                </a:solidFill>
                <a:latin typeface="Lexend ExtraBold"/>
                <a:ea typeface="Lexend ExtraBold"/>
                <a:cs typeface="Lexend ExtraBold"/>
                <a:sym typeface="Lexend ExtraBold"/>
              </a:defRPr>
            </a:lvl1pPr>
            <a:lvl2pPr lvl="1" algn="ctr" rtl="0">
              <a:spcBef>
                <a:spcPts val="0"/>
              </a:spcBef>
              <a:spcAft>
                <a:spcPts val="0"/>
              </a:spcAft>
              <a:buClr>
                <a:schemeClr val="dk1"/>
              </a:buClr>
              <a:buSzPts val="2200"/>
              <a:buFont typeface="Alata"/>
              <a:buNone/>
              <a:defRPr sz="2200" b="1">
                <a:solidFill>
                  <a:schemeClr val="dk1"/>
                </a:solidFill>
                <a:latin typeface="Alata"/>
                <a:ea typeface="Alata"/>
                <a:cs typeface="Alata"/>
                <a:sym typeface="Alata"/>
              </a:defRPr>
            </a:lvl2pPr>
            <a:lvl3pPr lvl="2" algn="ctr" rtl="0">
              <a:spcBef>
                <a:spcPts val="1600"/>
              </a:spcBef>
              <a:spcAft>
                <a:spcPts val="0"/>
              </a:spcAft>
              <a:buClr>
                <a:schemeClr val="dk1"/>
              </a:buClr>
              <a:buSzPts val="2200"/>
              <a:buFont typeface="Alata"/>
              <a:buNone/>
              <a:defRPr sz="2200" b="1">
                <a:solidFill>
                  <a:schemeClr val="dk1"/>
                </a:solidFill>
                <a:latin typeface="Alata"/>
                <a:ea typeface="Alata"/>
                <a:cs typeface="Alata"/>
                <a:sym typeface="Alata"/>
              </a:defRPr>
            </a:lvl3pPr>
            <a:lvl4pPr lvl="3" algn="ctr" rtl="0">
              <a:spcBef>
                <a:spcPts val="1600"/>
              </a:spcBef>
              <a:spcAft>
                <a:spcPts val="0"/>
              </a:spcAft>
              <a:buClr>
                <a:schemeClr val="dk1"/>
              </a:buClr>
              <a:buSzPts val="2200"/>
              <a:buFont typeface="Alata"/>
              <a:buNone/>
              <a:defRPr sz="2200" b="1">
                <a:solidFill>
                  <a:schemeClr val="dk1"/>
                </a:solidFill>
                <a:latin typeface="Alata"/>
                <a:ea typeface="Alata"/>
                <a:cs typeface="Alata"/>
                <a:sym typeface="Alata"/>
              </a:defRPr>
            </a:lvl4pPr>
            <a:lvl5pPr lvl="4" algn="ctr" rtl="0">
              <a:spcBef>
                <a:spcPts val="1600"/>
              </a:spcBef>
              <a:spcAft>
                <a:spcPts val="0"/>
              </a:spcAft>
              <a:buClr>
                <a:schemeClr val="dk1"/>
              </a:buClr>
              <a:buSzPts val="2200"/>
              <a:buFont typeface="Alata"/>
              <a:buNone/>
              <a:defRPr sz="2200" b="1">
                <a:solidFill>
                  <a:schemeClr val="dk1"/>
                </a:solidFill>
                <a:latin typeface="Alata"/>
                <a:ea typeface="Alata"/>
                <a:cs typeface="Alata"/>
                <a:sym typeface="Alata"/>
              </a:defRPr>
            </a:lvl5pPr>
            <a:lvl6pPr lvl="5" algn="ctr" rtl="0">
              <a:spcBef>
                <a:spcPts val="1600"/>
              </a:spcBef>
              <a:spcAft>
                <a:spcPts val="0"/>
              </a:spcAft>
              <a:buClr>
                <a:schemeClr val="dk1"/>
              </a:buClr>
              <a:buSzPts val="2200"/>
              <a:buFont typeface="Alata"/>
              <a:buNone/>
              <a:defRPr sz="2200" b="1">
                <a:solidFill>
                  <a:schemeClr val="dk1"/>
                </a:solidFill>
                <a:latin typeface="Alata"/>
                <a:ea typeface="Alata"/>
                <a:cs typeface="Alata"/>
                <a:sym typeface="Alata"/>
              </a:defRPr>
            </a:lvl6pPr>
            <a:lvl7pPr lvl="6" algn="ctr" rtl="0">
              <a:spcBef>
                <a:spcPts val="1600"/>
              </a:spcBef>
              <a:spcAft>
                <a:spcPts val="0"/>
              </a:spcAft>
              <a:buClr>
                <a:schemeClr val="dk1"/>
              </a:buClr>
              <a:buSzPts val="2200"/>
              <a:buFont typeface="Alata"/>
              <a:buNone/>
              <a:defRPr sz="2200" b="1">
                <a:solidFill>
                  <a:schemeClr val="dk1"/>
                </a:solidFill>
                <a:latin typeface="Alata"/>
                <a:ea typeface="Alata"/>
                <a:cs typeface="Alata"/>
                <a:sym typeface="Alata"/>
              </a:defRPr>
            </a:lvl7pPr>
            <a:lvl8pPr lvl="7" algn="ctr" rtl="0">
              <a:spcBef>
                <a:spcPts val="1600"/>
              </a:spcBef>
              <a:spcAft>
                <a:spcPts val="0"/>
              </a:spcAft>
              <a:buClr>
                <a:schemeClr val="dk1"/>
              </a:buClr>
              <a:buSzPts val="2200"/>
              <a:buFont typeface="Alata"/>
              <a:buNone/>
              <a:defRPr sz="2200" b="1">
                <a:solidFill>
                  <a:schemeClr val="dk1"/>
                </a:solidFill>
                <a:latin typeface="Alata"/>
                <a:ea typeface="Alata"/>
                <a:cs typeface="Alata"/>
                <a:sym typeface="Alata"/>
              </a:defRPr>
            </a:lvl8pPr>
            <a:lvl9pPr lvl="8" algn="ctr" rtl="0">
              <a:spcBef>
                <a:spcPts val="1600"/>
              </a:spcBef>
              <a:spcAft>
                <a:spcPts val="1600"/>
              </a:spcAft>
              <a:buClr>
                <a:schemeClr val="dk1"/>
              </a:buClr>
              <a:buSzPts val="2200"/>
              <a:buFont typeface="Alata"/>
              <a:buNone/>
              <a:defRPr sz="2200" b="1">
                <a:solidFill>
                  <a:schemeClr val="dk1"/>
                </a:solidFill>
                <a:latin typeface="Alata"/>
                <a:ea typeface="Alata"/>
                <a:cs typeface="Alata"/>
                <a:sym typeface="Alata"/>
              </a:defRPr>
            </a:lvl9pPr>
          </a:lstStyle>
          <a:p>
            <a:endParaRPr/>
          </a:p>
        </p:txBody>
      </p:sp>
      <p:sp>
        <p:nvSpPr>
          <p:cNvPr id="451" name="Google Shape;451;p30"/>
          <p:cNvSpPr txBox="1">
            <a:spLocks noGrp="1"/>
          </p:cNvSpPr>
          <p:nvPr>
            <p:ph type="subTitle" idx="3"/>
          </p:nvPr>
        </p:nvSpPr>
        <p:spPr>
          <a:xfrm>
            <a:off x="5828225" y="3459975"/>
            <a:ext cx="1986000" cy="406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dk1"/>
              </a:buClr>
              <a:buSzPts val="2200"/>
              <a:buFont typeface="Alata"/>
              <a:buNone/>
              <a:defRPr sz="2200">
                <a:solidFill>
                  <a:schemeClr val="dk1"/>
                </a:solidFill>
                <a:latin typeface="Lexend ExtraBold"/>
                <a:ea typeface="Lexend ExtraBold"/>
                <a:cs typeface="Lexend ExtraBold"/>
                <a:sym typeface="Lexend ExtraBold"/>
              </a:defRPr>
            </a:lvl1pPr>
            <a:lvl2pPr lvl="1" algn="ctr" rtl="0">
              <a:spcBef>
                <a:spcPts val="0"/>
              </a:spcBef>
              <a:spcAft>
                <a:spcPts val="0"/>
              </a:spcAft>
              <a:buClr>
                <a:schemeClr val="dk1"/>
              </a:buClr>
              <a:buSzPts val="2200"/>
              <a:buFont typeface="Alata"/>
              <a:buNone/>
              <a:defRPr sz="2200" b="1">
                <a:solidFill>
                  <a:schemeClr val="dk1"/>
                </a:solidFill>
                <a:latin typeface="Alata"/>
                <a:ea typeface="Alata"/>
                <a:cs typeface="Alata"/>
                <a:sym typeface="Alata"/>
              </a:defRPr>
            </a:lvl2pPr>
            <a:lvl3pPr lvl="2" algn="ctr" rtl="0">
              <a:spcBef>
                <a:spcPts val="1600"/>
              </a:spcBef>
              <a:spcAft>
                <a:spcPts val="0"/>
              </a:spcAft>
              <a:buClr>
                <a:schemeClr val="dk1"/>
              </a:buClr>
              <a:buSzPts val="2200"/>
              <a:buFont typeface="Alata"/>
              <a:buNone/>
              <a:defRPr sz="2200" b="1">
                <a:solidFill>
                  <a:schemeClr val="dk1"/>
                </a:solidFill>
                <a:latin typeface="Alata"/>
                <a:ea typeface="Alata"/>
                <a:cs typeface="Alata"/>
                <a:sym typeface="Alata"/>
              </a:defRPr>
            </a:lvl3pPr>
            <a:lvl4pPr lvl="3" algn="ctr" rtl="0">
              <a:spcBef>
                <a:spcPts val="1600"/>
              </a:spcBef>
              <a:spcAft>
                <a:spcPts val="0"/>
              </a:spcAft>
              <a:buClr>
                <a:schemeClr val="dk1"/>
              </a:buClr>
              <a:buSzPts val="2200"/>
              <a:buFont typeface="Alata"/>
              <a:buNone/>
              <a:defRPr sz="2200" b="1">
                <a:solidFill>
                  <a:schemeClr val="dk1"/>
                </a:solidFill>
                <a:latin typeface="Alata"/>
                <a:ea typeface="Alata"/>
                <a:cs typeface="Alata"/>
                <a:sym typeface="Alata"/>
              </a:defRPr>
            </a:lvl4pPr>
            <a:lvl5pPr lvl="4" algn="ctr" rtl="0">
              <a:spcBef>
                <a:spcPts val="1600"/>
              </a:spcBef>
              <a:spcAft>
                <a:spcPts val="0"/>
              </a:spcAft>
              <a:buClr>
                <a:schemeClr val="dk1"/>
              </a:buClr>
              <a:buSzPts val="2200"/>
              <a:buFont typeface="Alata"/>
              <a:buNone/>
              <a:defRPr sz="2200" b="1">
                <a:solidFill>
                  <a:schemeClr val="dk1"/>
                </a:solidFill>
                <a:latin typeface="Alata"/>
                <a:ea typeface="Alata"/>
                <a:cs typeface="Alata"/>
                <a:sym typeface="Alata"/>
              </a:defRPr>
            </a:lvl5pPr>
            <a:lvl6pPr lvl="5" algn="ctr" rtl="0">
              <a:spcBef>
                <a:spcPts val="1600"/>
              </a:spcBef>
              <a:spcAft>
                <a:spcPts val="0"/>
              </a:spcAft>
              <a:buClr>
                <a:schemeClr val="dk1"/>
              </a:buClr>
              <a:buSzPts val="2200"/>
              <a:buFont typeface="Alata"/>
              <a:buNone/>
              <a:defRPr sz="2200" b="1">
                <a:solidFill>
                  <a:schemeClr val="dk1"/>
                </a:solidFill>
                <a:latin typeface="Alata"/>
                <a:ea typeface="Alata"/>
                <a:cs typeface="Alata"/>
                <a:sym typeface="Alata"/>
              </a:defRPr>
            </a:lvl6pPr>
            <a:lvl7pPr lvl="6" algn="ctr" rtl="0">
              <a:spcBef>
                <a:spcPts val="1600"/>
              </a:spcBef>
              <a:spcAft>
                <a:spcPts val="0"/>
              </a:spcAft>
              <a:buClr>
                <a:schemeClr val="dk1"/>
              </a:buClr>
              <a:buSzPts val="2200"/>
              <a:buFont typeface="Alata"/>
              <a:buNone/>
              <a:defRPr sz="2200" b="1">
                <a:solidFill>
                  <a:schemeClr val="dk1"/>
                </a:solidFill>
                <a:latin typeface="Alata"/>
                <a:ea typeface="Alata"/>
                <a:cs typeface="Alata"/>
                <a:sym typeface="Alata"/>
              </a:defRPr>
            </a:lvl7pPr>
            <a:lvl8pPr lvl="7" algn="ctr" rtl="0">
              <a:spcBef>
                <a:spcPts val="1600"/>
              </a:spcBef>
              <a:spcAft>
                <a:spcPts val="0"/>
              </a:spcAft>
              <a:buClr>
                <a:schemeClr val="dk1"/>
              </a:buClr>
              <a:buSzPts val="2200"/>
              <a:buFont typeface="Alata"/>
              <a:buNone/>
              <a:defRPr sz="2200" b="1">
                <a:solidFill>
                  <a:schemeClr val="dk1"/>
                </a:solidFill>
                <a:latin typeface="Alata"/>
                <a:ea typeface="Alata"/>
                <a:cs typeface="Alata"/>
                <a:sym typeface="Alata"/>
              </a:defRPr>
            </a:lvl8pPr>
            <a:lvl9pPr lvl="8" algn="ctr" rtl="0">
              <a:spcBef>
                <a:spcPts val="1600"/>
              </a:spcBef>
              <a:spcAft>
                <a:spcPts val="1600"/>
              </a:spcAft>
              <a:buClr>
                <a:schemeClr val="dk1"/>
              </a:buClr>
              <a:buSzPts val="2200"/>
              <a:buFont typeface="Alata"/>
              <a:buNone/>
              <a:defRPr sz="2200" b="1">
                <a:solidFill>
                  <a:schemeClr val="dk1"/>
                </a:solidFill>
                <a:latin typeface="Alata"/>
                <a:ea typeface="Alata"/>
                <a:cs typeface="Alata"/>
                <a:sym typeface="Alata"/>
              </a:defRPr>
            </a:lvl9pPr>
          </a:lstStyle>
          <a:p>
            <a:endParaRPr/>
          </a:p>
        </p:txBody>
      </p:sp>
      <p:sp>
        <p:nvSpPr>
          <p:cNvPr id="452" name="Google Shape;452;p30"/>
          <p:cNvSpPr txBox="1">
            <a:spLocks noGrp="1"/>
          </p:cNvSpPr>
          <p:nvPr>
            <p:ph type="subTitle" idx="4"/>
          </p:nvPr>
        </p:nvSpPr>
        <p:spPr>
          <a:xfrm>
            <a:off x="1329825" y="3866163"/>
            <a:ext cx="19860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53" name="Google Shape;453;p30"/>
          <p:cNvSpPr txBox="1">
            <a:spLocks noGrp="1"/>
          </p:cNvSpPr>
          <p:nvPr>
            <p:ph type="subTitle" idx="5"/>
          </p:nvPr>
        </p:nvSpPr>
        <p:spPr>
          <a:xfrm>
            <a:off x="3578997" y="3866163"/>
            <a:ext cx="19860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54" name="Google Shape;454;p30"/>
          <p:cNvSpPr txBox="1">
            <a:spLocks noGrp="1"/>
          </p:cNvSpPr>
          <p:nvPr>
            <p:ph type="subTitle" idx="6"/>
          </p:nvPr>
        </p:nvSpPr>
        <p:spPr>
          <a:xfrm>
            <a:off x="5828225" y="3866163"/>
            <a:ext cx="1986000" cy="48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55" name="Google Shape;455;p30"/>
          <p:cNvSpPr txBox="1">
            <a:spLocks noGrp="1"/>
          </p:cNvSpPr>
          <p:nvPr>
            <p:ph type="title" hasCustomPrompt="1"/>
          </p:nvPr>
        </p:nvSpPr>
        <p:spPr>
          <a:xfrm>
            <a:off x="1677475" y="1307188"/>
            <a:ext cx="1290600" cy="406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24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56" name="Google Shape;456;p30"/>
          <p:cNvSpPr txBox="1">
            <a:spLocks noGrp="1"/>
          </p:cNvSpPr>
          <p:nvPr>
            <p:ph type="title" idx="7" hasCustomPrompt="1"/>
          </p:nvPr>
        </p:nvSpPr>
        <p:spPr>
          <a:xfrm>
            <a:off x="3926700" y="1307188"/>
            <a:ext cx="1290600" cy="406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24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57" name="Google Shape;457;p30"/>
          <p:cNvSpPr txBox="1">
            <a:spLocks noGrp="1"/>
          </p:cNvSpPr>
          <p:nvPr>
            <p:ph type="title" idx="8" hasCustomPrompt="1"/>
          </p:nvPr>
        </p:nvSpPr>
        <p:spPr>
          <a:xfrm>
            <a:off x="6175925" y="1307188"/>
            <a:ext cx="1290600" cy="406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24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58" name="Google Shape;458;p30"/>
          <p:cNvSpPr txBox="1">
            <a:spLocks noGrp="1"/>
          </p:cNvSpPr>
          <p:nvPr>
            <p:ph type="title" idx="9"/>
          </p:nvPr>
        </p:nvSpPr>
        <p:spPr>
          <a:xfrm>
            <a:off x="720000" y="445222"/>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cxnSp>
        <p:nvCxnSpPr>
          <p:cNvPr id="459" name="Google Shape;459;p30"/>
          <p:cNvCxnSpPr/>
          <p:nvPr/>
        </p:nvCxnSpPr>
        <p:spPr>
          <a:xfrm rot="10800000">
            <a:off x="730384" y="4663910"/>
            <a:ext cx="7703498"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460"/>
        <p:cNvGrpSpPr/>
        <p:nvPr/>
      </p:nvGrpSpPr>
      <p:grpSpPr>
        <a:xfrm>
          <a:off x="0" y="0"/>
          <a:ext cx="0" cy="0"/>
          <a:chOff x="0" y="0"/>
          <a:chExt cx="0" cy="0"/>
        </a:xfrm>
      </p:grpSpPr>
      <p:sp>
        <p:nvSpPr>
          <p:cNvPr id="461" name="Google Shape;461;p31"/>
          <p:cNvSpPr txBox="1">
            <a:spLocks noGrp="1"/>
          </p:cNvSpPr>
          <p:nvPr>
            <p:ph type="title"/>
          </p:nvPr>
        </p:nvSpPr>
        <p:spPr>
          <a:xfrm>
            <a:off x="4684800" y="2184588"/>
            <a:ext cx="3739200" cy="1470300"/>
          </a:xfrm>
          <a:prstGeom prst="rect">
            <a:avLst/>
          </a:prstGeom>
        </p:spPr>
        <p:txBody>
          <a:bodyPr spcFirstLastPara="1" wrap="square" lIns="91425" tIns="91425" rIns="91425" bIns="91425" anchor="t" anchorCtr="0">
            <a:noAutofit/>
          </a:bodyPr>
          <a:lstStyle>
            <a:lvl1pPr lvl="0" algn="r" rtl="0">
              <a:lnSpc>
                <a:spcPct val="80000"/>
              </a:lnSpc>
              <a:spcBef>
                <a:spcPts val="0"/>
              </a:spcBef>
              <a:spcAft>
                <a:spcPts val="0"/>
              </a:spcAft>
              <a:buSzPts val="3600"/>
              <a:buNone/>
              <a:defRPr sz="5000"/>
            </a:lvl1pPr>
            <a:lvl2pPr lvl="1" algn="r" rtl="0">
              <a:spcBef>
                <a:spcPts val="0"/>
              </a:spcBef>
              <a:spcAft>
                <a:spcPts val="0"/>
              </a:spcAft>
              <a:buSzPts val="3600"/>
              <a:buNone/>
              <a:defRPr sz="3600"/>
            </a:lvl2pPr>
            <a:lvl3pPr lvl="2" algn="r" rtl="0">
              <a:spcBef>
                <a:spcPts val="0"/>
              </a:spcBef>
              <a:spcAft>
                <a:spcPts val="0"/>
              </a:spcAft>
              <a:buSzPts val="3600"/>
              <a:buNone/>
              <a:defRPr sz="3600"/>
            </a:lvl3pPr>
            <a:lvl4pPr lvl="3" algn="r" rtl="0">
              <a:spcBef>
                <a:spcPts val="0"/>
              </a:spcBef>
              <a:spcAft>
                <a:spcPts val="0"/>
              </a:spcAft>
              <a:buSzPts val="3600"/>
              <a:buNone/>
              <a:defRPr sz="3600"/>
            </a:lvl4pPr>
            <a:lvl5pPr lvl="4" algn="r" rtl="0">
              <a:spcBef>
                <a:spcPts val="0"/>
              </a:spcBef>
              <a:spcAft>
                <a:spcPts val="0"/>
              </a:spcAft>
              <a:buSzPts val="3600"/>
              <a:buNone/>
              <a:defRPr sz="3600"/>
            </a:lvl5pPr>
            <a:lvl6pPr lvl="5" algn="r" rtl="0">
              <a:spcBef>
                <a:spcPts val="0"/>
              </a:spcBef>
              <a:spcAft>
                <a:spcPts val="0"/>
              </a:spcAft>
              <a:buSzPts val="3600"/>
              <a:buNone/>
              <a:defRPr sz="3600"/>
            </a:lvl6pPr>
            <a:lvl7pPr lvl="6" algn="r" rtl="0">
              <a:spcBef>
                <a:spcPts val="0"/>
              </a:spcBef>
              <a:spcAft>
                <a:spcPts val="0"/>
              </a:spcAft>
              <a:buSzPts val="3600"/>
              <a:buNone/>
              <a:defRPr sz="3600"/>
            </a:lvl7pPr>
            <a:lvl8pPr lvl="7" algn="r" rtl="0">
              <a:spcBef>
                <a:spcPts val="0"/>
              </a:spcBef>
              <a:spcAft>
                <a:spcPts val="0"/>
              </a:spcAft>
              <a:buSzPts val="3600"/>
              <a:buNone/>
              <a:defRPr sz="3600"/>
            </a:lvl8pPr>
            <a:lvl9pPr lvl="8" algn="r" rtl="0">
              <a:spcBef>
                <a:spcPts val="0"/>
              </a:spcBef>
              <a:spcAft>
                <a:spcPts val="0"/>
              </a:spcAft>
              <a:buSzPts val="3600"/>
              <a:buNone/>
              <a:defRPr sz="3600"/>
            </a:lvl9pPr>
          </a:lstStyle>
          <a:p>
            <a:endParaRPr/>
          </a:p>
        </p:txBody>
      </p:sp>
      <p:sp>
        <p:nvSpPr>
          <p:cNvPr id="462" name="Google Shape;462;p31"/>
          <p:cNvSpPr txBox="1">
            <a:spLocks noGrp="1"/>
          </p:cNvSpPr>
          <p:nvPr>
            <p:ph type="title" idx="2" hasCustomPrompt="1"/>
          </p:nvPr>
        </p:nvSpPr>
        <p:spPr>
          <a:xfrm>
            <a:off x="7340200" y="975750"/>
            <a:ext cx="1007700" cy="983700"/>
          </a:xfrm>
          <a:prstGeom prst="rect">
            <a:avLst/>
          </a:prstGeom>
          <a:solidFill>
            <a:schemeClr val="dk1"/>
          </a:solidFill>
          <a:ln w="762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6000"/>
              <a:buNone/>
              <a:defRPr sz="4400">
                <a:solidFill>
                  <a:schemeClr val="dk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63" name="Google Shape;463;p31"/>
          <p:cNvSpPr txBox="1">
            <a:spLocks noGrp="1"/>
          </p:cNvSpPr>
          <p:nvPr>
            <p:ph type="subTitle" idx="1"/>
          </p:nvPr>
        </p:nvSpPr>
        <p:spPr>
          <a:xfrm>
            <a:off x="5999100" y="3606538"/>
            <a:ext cx="2424900" cy="713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lvl1pPr>
            <a:lvl2pPr lvl="1" algn="r" rtl="0">
              <a:lnSpc>
                <a:spcPct val="100000"/>
              </a:lnSpc>
              <a:spcBef>
                <a:spcPts val="1600"/>
              </a:spcBef>
              <a:spcAft>
                <a:spcPts val="0"/>
              </a:spcAft>
              <a:buSzPts val="1400"/>
              <a:buNone/>
              <a:defRPr/>
            </a:lvl2pPr>
            <a:lvl3pPr lvl="2" algn="r" rtl="0">
              <a:lnSpc>
                <a:spcPct val="100000"/>
              </a:lnSpc>
              <a:spcBef>
                <a:spcPts val="1600"/>
              </a:spcBef>
              <a:spcAft>
                <a:spcPts val="0"/>
              </a:spcAft>
              <a:buSzPts val="1400"/>
              <a:buNone/>
              <a:defRPr/>
            </a:lvl3pPr>
            <a:lvl4pPr lvl="3" algn="r" rtl="0">
              <a:lnSpc>
                <a:spcPct val="100000"/>
              </a:lnSpc>
              <a:spcBef>
                <a:spcPts val="1600"/>
              </a:spcBef>
              <a:spcAft>
                <a:spcPts val="0"/>
              </a:spcAft>
              <a:buSzPts val="1400"/>
              <a:buNone/>
              <a:defRPr/>
            </a:lvl4pPr>
            <a:lvl5pPr lvl="4" algn="r" rtl="0">
              <a:lnSpc>
                <a:spcPct val="100000"/>
              </a:lnSpc>
              <a:spcBef>
                <a:spcPts val="1600"/>
              </a:spcBef>
              <a:spcAft>
                <a:spcPts val="0"/>
              </a:spcAft>
              <a:buSzPts val="1400"/>
              <a:buNone/>
              <a:defRPr/>
            </a:lvl5pPr>
            <a:lvl6pPr lvl="5" algn="r" rtl="0">
              <a:lnSpc>
                <a:spcPct val="100000"/>
              </a:lnSpc>
              <a:spcBef>
                <a:spcPts val="1600"/>
              </a:spcBef>
              <a:spcAft>
                <a:spcPts val="0"/>
              </a:spcAft>
              <a:buSzPts val="1400"/>
              <a:buNone/>
              <a:defRPr/>
            </a:lvl6pPr>
            <a:lvl7pPr lvl="6" algn="r" rtl="0">
              <a:lnSpc>
                <a:spcPct val="100000"/>
              </a:lnSpc>
              <a:spcBef>
                <a:spcPts val="1600"/>
              </a:spcBef>
              <a:spcAft>
                <a:spcPts val="0"/>
              </a:spcAft>
              <a:buSzPts val="1400"/>
              <a:buNone/>
              <a:defRPr/>
            </a:lvl7pPr>
            <a:lvl8pPr lvl="7" algn="r" rtl="0">
              <a:lnSpc>
                <a:spcPct val="100000"/>
              </a:lnSpc>
              <a:spcBef>
                <a:spcPts val="1600"/>
              </a:spcBef>
              <a:spcAft>
                <a:spcPts val="0"/>
              </a:spcAft>
              <a:buSzPts val="1400"/>
              <a:buNone/>
              <a:defRPr/>
            </a:lvl8pPr>
            <a:lvl9pPr lvl="8" algn="r" rtl="0">
              <a:lnSpc>
                <a:spcPct val="100000"/>
              </a:lnSpc>
              <a:spcBef>
                <a:spcPts val="1600"/>
              </a:spcBef>
              <a:spcAft>
                <a:spcPts val="1600"/>
              </a:spcAft>
              <a:buSzPts val="1400"/>
              <a:buNone/>
              <a:defRPr/>
            </a:lvl9pPr>
          </a:lstStyle>
          <a:p>
            <a:endParaRPr/>
          </a:p>
        </p:txBody>
      </p:sp>
      <p:sp>
        <p:nvSpPr>
          <p:cNvPr id="464" name="Google Shape;464;p31"/>
          <p:cNvSpPr txBox="1">
            <a:spLocks noGrp="1"/>
          </p:cNvSpPr>
          <p:nvPr>
            <p:ph type="subTitle" idx="3"/>
          </p:nvPr>
        </p:nvSpPr>
        <p:spPr>
          <a:xfrm>
            <a:off x="6087900" y="471975"/>
            <a:ext cx="2336100" cy="2187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000"/>
              <a:buNone/>
              <a:defRPr sz="1000">
                <a:solidFill>
                  <a:srgbClr val="000000"/>
                </a:solidFill>
              </a:defRPr>
            </a:lvl1pPr>
            <a:lvl2pPr lvl="1" algn="r" rtl="0">
              <a:spcBef>
                <a:spcPts val="0"/>
              </a:spcBef>
              <a:spcAft>
                <a:spcPts val="0"/>
              </a:spcAft>
              <a:buSzPts val="1000"/>
              <a:buNone/>
              <a:defRPr sz="1000"/>
            </a:lvl2pPr>
            <a:lvl3pPr lvl="2" algn="r" rtl="0">
              <a:spcBef>
                <a:spcPts val="0"/>
              </a:spcBef>
              <a:spcAft>
                <a:spcPts val="0"/>
              </a:spcAft>
              <a:buSzPts val="1000"/>
              <a:buNone/>
              <a:defRPr sz="1000"/>
            </a:lvl3pPr>
            <a:lvl4pPr lvl="3" algn="r" rtl="0">
              <a:spcBef>
                <a:spcPts val="0"/>
              </a:spcBef>
              <a:spcAft>
                <a:spcPts val="0"/>
              </a:spcAft>
              <a:buSzPts val="1000"/>
              <a:buNone/>
              <a:defRPr sz="1000"/>
            </a:lvl4pPr>
            <a:lvl5pPr lvl="4" algn="r" rtl="0">
              <a:spcBef>
                <a:spcPts val="0"/>
              </a:spcBef>
              <a:spcAft>
                <a:spcPts val="0"/>
              </a:spcAft>
              <a:buSzPts val="1000"/>
              <a:buNone/>
              <a:defRPr sz="1000"/>
            </a:lvl5pPr>
            <a:lvl6pPr lvl="5" algn="r" rtl="0">
              <a:spcBef>
                <a:spcPts val="0"/>
              </a:spcBef>
              <a:spcAft>
                <a:spcPts val="0"/>
              </a:spcAft>
              <a:buSzPts val="1000"/>
              <a:buNone/>
              <a:defRPr sz="1000"/>
            </a:lvl6pPr>
            <a:lvl7pPr lvl="6" algn="r" rtl="0">
              <a:spcBef>
                <a:spcPts val="0"/>
              </a:spcBef>
              <a:spcAft>
                <a:spcPts val="0"/>
              </a:spcAft>
              <a:buSzPts val="1000"/>
              <a:buNone/>
              <a:defRPr sz="1000"/>
            </a:lvl7pPr>
            <a:lvl8pPr lvl="7" algn="r" rtl="0">
              <a:spcBef>
                <a:spcPts val="0"/>
              </a:spcBef>
              <a:spcAft>
                <a:spcPts val="0"/>
              </a:spcAft>
              <a:buSzPts val="1000"/>
              <a:buNone/>
              <a:defRPr sz="1000"/>
            </a:lvl8pPr>
            <a:lvl9pPr lvl="8" algn="r" rtl="0">
              <a:spcBef>
                <a:spcPts val="0"/>
              </a:spcBef>
              <a:spcAft>
                <a:spcPts val="0"/>
              </a:spcAft>
              <a:buSzPts val="1000"/>
              <a:buNone/>
              <a:defRPr sz="1000"/>
            </a:lvl9pPr>
          </a:lstStyle>
          <a:p>
            <a:endParaRPr/>
          </a:p>
        </p:txBody>
      </p:sp>
      <p:sp>
        <p:nvSpPr>
          <p:cNvPr id="465" name="Google Shape;465;p31"/>
          <p:cNvSpPr txBox="1">
            <a:spLocks noGrp="1"/>
          </p:cNvSpPr>
          <p:nvPr>
            <p:ph type="subTitle" idx="4"/>
          </p:nvPr>
        </p:nvSpPr>
        <p:spPr>
          <a:xfrm>
            <a:off x="5604300" y="4697325"/>
            <a:ext cx="1368600" cy="124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000"/>
              <a:buNone/>
              <a:defRPr sz="1000">
                <a:solidFill>
                  <a:srgbClr val="000000"/>
                </a:solidFill>
              </a:defRPr>
            </a:lvl1pPr>
            <a:lvl2pPr lvl="1" algn="r" rtl="0">
              <a:spcBef>
                <a:spcPts val="0"/>
              </a:spcBef>
              <a:spcAft>
                <a:spcPts val="0"/>
              </a:spcAft>
              <a:buSzPts val="1000"/>
              <a:buNone/>
              <a:defRPr sz="1000"/>
            </a:lvl2pPr>
            <a:lvl3pPr lvl="2" algn="r" rtl="0">
              <a:spcBef>
                <a:spcPts val="0"/>
              </a:spcBef>
              <a:spcAft>
                <a:spcPts val="0"/>
              </a:spcAft>
              <a:buSzPts val="1000"/>
              <a:buNone/>
              <a:defRPr sz="1000"/>
            </a:lvl3pPr>
            <a:lvl4pPr lvl="3" algn="r" rtl="0">
              <a:spcBef>
                <a:spcPts val="0"/>
              </a:spcBef>
              <a:spcAft>
                <a:spcPts val="0"/>
              </a:spcAft>
              <a:buSzPts val="1000"/>
              <a:buNone/>
              <a:defRPr sz="1000"/>
            </a:lvl4pPr>
            <a:lvl5pPr lvl="4" algn="r" rtl="0">
              <a:spcBef>
                <a:spcPts val="0"/>
              </a:spcBef>
              <a:spcAft>
                <a:spcPts val="0"/>
              </a:spcAft>
              <a:buSzPts val="1000"/>
              <a:buNone/>
              <a:defRPr sz="1000"/>
            </a:lvl5pPr>
            <a:lvl6pPr lvl="5" algn="r" rtl="0">
              <a:spcBef>
                <a:spcPts val="0"/>
              </a:spcBef>
              <a:spcAft>
                <a:spcPts val="0"/>
              </a:spcAft>
              <a:buSzPts val="1000"/>
              <a:buNone/>
              <a:defRPr sz="1000"/>
            </a:lvl6pPr>
            <a:lvl7pPr lvl="6" algn="r" rtl="0">
              <a:spcBef>
                <a:spcPts val="0"/>
              </a:spcBef>
              <a:spcAft>
                <a:spcPts val="0"/>
              </a:spcAft>
              <a:buSzPts val="1000"/>
              <a:buNone/>
              <a:defRPr sz="1000"/>
            </a:lvl7pPr>
            <a:lvl8pPr lvl="7" algn="r" rtl="0">
              <a:spcBef>
                <a:spcPts val="0"/>
              </a:spcBef>
              <a:spcAft>
                <a:spcPts val="0"/>
              </a:spcAft>
              <a:buSzPts val="1000"/>
              <a:buNone/>
              <a:defRPr sz="1000"/>
            </a:lvl8pPr>
            <a:lvl9pPr lvl="8" algn="r" rtl="0">
              <a:spcBef>
                <a:spcPts val="0"/>
              </a:spcBef>
              <a:spcAft>
                <a:spcPts val="0"/>
              </a:spcAft>
              <a:buSzPts val="1000"/>
              <a:buNone/>
              <a:defRPr sz="1000"/>
            </a:lvl9pPr>
          </a:lstStyle>
          <a:p>
            <a:endParaRPr/>
          </a:p>
        </p:txBody>
      </p:sp>
      <p:grpSp>
        <p:nvGrpSpPr>
          <p:cNvPr id="466" name="Google Shape;466;p31"/>
          <p:cNvGrpSpPr/>
          <p:nvPr/>
        </p:nvGrpSpPr>
        <p:grpSpPr>
          <a:xfrm>
            <a:off x="7037461" y="4513500"/>
            <a:ext cx="1368528" cy="300900"/>
            <a:chOff x="7055224" y="4513500"/>
            <a:chExt cx="1368528" cy="300900"/>
          </a:xfrm>
        </p:grpSpPr>
        <p:grpSp>
          <p:nvGrpSpPr>
            <p:cNvPr id="467" name="Google Shape;467;p31"/>
            <p:cNvGrpSpPr/>
            <p:nvPr/>
          </p:nvGrpSpPr>
          <p:grpSpPr>
            <a:xfrm>
              <a:off x="7629309" y="4513500"/>
              <a:ext cx="794443" cy="300900"/>
              <a:chOff x="7310856" y="4513500"/>
              <a:chExt cx="1113132" cy="300900"/>
            </a:xfrm>
          </p:grpSpPr>
          <p:cxnSp>
            <p:nvCxnSpPr>
              <p:cNvPr id="468" name="Google Shape;468;p31"/>
              <p:cNvCxnSpPr/>
              <p:nvPr/>
            </p:nvCxnSpPr>
            <p:spPr>
              <a:xfrm>
                <a:off x="8423989"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469" name="Google Shape;469;p31"/>
              <p:cNvCxnSpPr/>
              <p:nvPr/>
            </p:nvCxnSpPr>
            <p:spPr>
              <a:xfrm>
                <a:off x="836886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470" name="Google Shape;470;p31"/>
              <p:cNvCxnSpPr/>
              <p:nvPr/>
            </p:nvCxnSpPr>
            <p:spPr>
              <a:xfrm>
                <a:off x="8302747"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471" name="Google Shape;471;p31"/>
              <p:cNvCxnSpPr/>
              <p:nvPr/>
            </p:nvCxnSpPr>
            <p:spPr>
              <a:xfrm>
                <a:off x="8236602"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472" name="Google Shape;472;p31"/>
              <p:cNvCxnSpPr/>
              <p:nvPr/>
            </p:nvCxnSpPr>
            <p:spPr>
              <a:xfrm>
                <a:off x="8170486"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473" name="Google Shape;473;p31"/>
              <p:cNvCxnSpPr/>
              <p:nvPr/>
            </p:nvCxnSpPr>
            <p:spPr>
              <a:xfrm>
                <a:off x="8093377"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474" name="Google Shape;474;p31"/>
              <p:cNvCxnSpPr/>
              <p:nvPr/>
            </p:nvCxnSpPr>
            <p:spPr>
              <a:xfrm>
                <a:off x="8027260"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475" name="Google Shape;475;p31"/>
              <p:cNvCxnSpPr/>
              <p:nvPr/>
            </p:nvCxnSpPr>
            <p:spPr>
              <a:xfrm>
                <a:off x="7961115"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476" name="Google Shape;476;p31"/>
              <p:cNvCxnSpPr/>
              <p:nvPr/>
            </p:nvCxnSpPr>
            <p:spPr>
              <a:xfrm>
                <a:off x="7894999"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477" name="Google Shape;477;p31"/>
              <p:cNvCxnSpPr/>
              <p:nvPr/>
            </p:nvCxnSpPr>
            <p:spPr>
              <a:xfrm>
                <a:off x="783987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478" name="Google Shape;478;p31"/>
              <p:cNvCxnSpPr/>
              <p:nvPr/>
            </p:nvCxnSpPr>
            <p:spPr>
              <a:xfrm>
                <a:off x="7773757" y="4513500"/>
                <a:ext cx="0" cy="300900"/>
              </a:xfrm>
              <a:prstGeom prst="straightConnector1">
                <a:avLst/>
              </a:prstGeom>
              <a:noFill/>
              <a:ln w="38100" cap="flat" cmpd="sng">
                <a:solidFill>
                  <a:schemeClr val="dk1"/>
                </a:solidFill>
                <a:prstDash val="solid"/>
                <a:round/>
                <a:headEnd type="none" w="med" len="med"/>
                <a:tailEnd type="none" w="med" len="med"/>
              </a:ln>
            </p:spPr>
          </p:cxnSp>
          <p:cxnSp>
            <p:nvCxnSpPr>
              <p:cNvPr id="479" name="Google Shape;479;p31"/>
              <p:cNvCxnSpPr/>
              <p:nvPr/>
            </p:nvCxnSpPr>
            <p:spPr>
              <a:xfrm>
                <a:off x="7707612"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480" name="Google Shape;480;p31"/>
              <p:cNvCxnSpPr/>
              <p:nvPr/>
            </p:nvCxnSpPr>
            <p:spPr>
              <a:xfrm>
                <a:off x="7641496" y="4513500"/>
                <a:ext cx="0" cy="300900"/>
              </a:xfrm>
              <a:prstGeom prst="straightConnector1">
                <a:avLst/>
              </a:prstGeom>
              <a:noFill/>
              <a:ln w="38100" cap="flat" cmpd="sng">
                <a:solidFill>
                  <a:schemeClr val="dk1"/>
                </a:solidFill>
                <a:prstDash val="solid"/>
                <a:round/>
                <a:headEnd type="none" w="med" len="med"/>
                <a:tailEnd type="none" w="med" len="med"/>
              </a:ln>
            </p:spPr>
          </p:cxnSp>
          <p:cxnSp>
            <p:nvCxnSpPr>
              <p:cNvPr id="481" name="Google Shape;481;p31"/>
              <p:cNvCxnSpPr/>
              <p:nvPr/>
            </p:nvCxnSpPr>
            <p:spPr>
              <a:xfrm>
                <a:off x="7575351"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482" name="Google Shape;482;p31"/>
              <p:cNvCxnSpPr/>
              <p:nvPr/>
            </p:nvCxnSpPr>
            <p:spPr>
              <a:xfrm>
                <a:off x="750923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483" name="Google Shape;483;p31"/>
              <p:cNvCxnSpPr/>
              <p:nvPr/>
            </p:nvCxnSpPr>
            <p:spPr>
              <a:xfrm>
                <a:off x="7443117"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484" name="Google Shape;484;p31"/>
              <p:cNvCxnSpPr/>
              <p:nvPr/>
            </p:nvCxnSpPr>
            <p:spPr>
              <a:xfrm>
                <a:off x="7377001"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485" name="Google Shape;485;p31"/>
              <p:cNvCxnSpPr/>
              <p:nvPr/>
            </p:nvCxnSpPr>
            <p:spPr>
              <a:xfrm>
                <a:off x="7310856" y="4513500"/>
                <a:ext cx="0" cy="300900"/>
              </a:xfrm>
              <a:prstGeom prst="straightConnector1">
                <a:avLst/>
              </a:prstGeom>
              <a:noFill/>
              <a:ln w="28575" cap="flat" cmpd="sng">
                <a:solidFill>
                  <a:schemeClr val="dk1"/>
                </a:solidFill>
                <a:prstDash val="solid"/>
                <a:round/>
                <a:headEnd type="none" w="med" len="med"/>
                <a:tailEnd type="none" w="med" len="med"/>
              </a:ln>
            </p:spPr>
          </p:cxnSp>
        </p:grpSp>
        <p:cxnSp>
          <p:nvCxnSpPr>
            <p:cNvPr id="486" name="Google Shape;486;p31"/>
            <p:cNvCxnSpPr/>
            <p:nvPr/>
          </p:nvCxnSpPr>
          <p:spPr>
            <a:xfrm>
              <a:off x="7566501"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487" name="Google Shape;487;p31"/>
            <p:cNvCxnSpPr/>
            <p:nvPr/>
          </p:nvCxnSpPr>
          <p:spPr>
            <a:xfrm>
              <a:off x="7527159"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488" name="Google Shape;488;p31"/>
            <p:cNvCxnSpPr/>
            <p:nvPr/>
          </p:nvCxnSpPr>
          <p:spPr>
            <a:xfrm>
              <a:off x="7479971"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489" name="Google Shape;489;p31"/>
            <p:cNvCxnSpPr/>
            <p:nvPr/>
          </p:nvCxnSpPr>
          <p:spPr>
            <a:xfrm>
              <a:off x="743276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490" name="Google Shape;490;p31"/>
            <p:cNvCxnSpPr/>
            <p:nvPr/>
          </p:nvCxnSpPr>
          <p:spPr>
            <a:xfrm>
              <a:off x="7385576"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491" name="Google Shape;491;p31"/>
            <p:cNvCxnSpPr/>
            <p:nvPr/>
          </p:nvCxnSpPr>
          <p:spPr>
            <a:xfrm>
              <a:off x="7330544"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492" name="Google Shape;492;p31"/>
            <p:cNvCxnSpPr/>
            <p:nvPr/>
          </p:nvCxnSpPr>
          <p:spPr>
            <a:xfrm>
              <a:off x="7283356"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493" name="Google Shape;493;p31"/>
            <p:cNvCxnSpPr/>
            <p:nvPr/>
          </p:nvCxnSpPr>
          <p:spPr>
            <a:xfrm>
              <a:off x="7236149"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494" name="Google Shape;494;p31"/>
            <p:cNvCxnSpPr/>
            <p:nvPr/>
          </p:nvCxnSpPr>
          <p:spPr>
            <a:xfrm>
              <a:off x="7188961"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495" name="Google Shape;495;p31"/>
            <p:cNvCxnSpPr/>
            <p:nvPr/>
          </p:nvCxnSpPr>
          <p:spPr>
            <a:xfrm>
              <a:off x="7149618"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496" name="Google Shape;496;p31"/>
            <p:cNvCxnSpPr/>
            <p:nvPr/>
          </p:nvCxnSpPr>
          <p:spPr>
            <a:xfrm>
              <a:off x="7102431" y="4513500"/>
              <a:ext cx="0" cy="300900"/>
            </a:xfrm>
            <a:prstGeom prst="straightConnector1">
              <a:avLst/>
            </a:prstGeom>
            <a:noFill/>
            <a:ln w="38100" cap="flat" cmpd="sng">
              <a:solidFill>
                <a:schemeClr val="dk1"/>
              </a:solidFill>
              <a:prstDash val="solid"/>
              <a:round/>
              <a:headEnd type="none" w="med" len="med"/>
              <a:tailEnd type="none" w="med" len="med"/>
            </a:ln>
          </p:spPr>
        </p:cxnSp>
        <p:cxnSp>
          <p:nvCxnSpPr>
            <p:cNvPr id="497" name="Google Shape;497;p31"/>
            <p:cNvCxnSpPr/>
            <p:nvPr/>
          </p:nvCxnSpPr>
          <p:spPr>
            <a:xfrm>
              <a:off x="7055224" y="4513500"/>
              <a:ext cx="0" cy="300900"/>
            </a:xfrm>
            <a:prstGeom prst="straightConnector1">
              <a:avLst/>
            </a:prstGeom>
            <a:noFill/>
            <a:ln w="9525" cap="flat" cmpd="sng">
              <a:solidFill>
                <a:schemeClr val="dk1"/>
              </a:solidFill>
              <a:prstDash val="solid"/>
              <a:round/>
              <a:headEnd type="none" w="med" len="med"/>
              <a:tailEnd type="none" w="med" len="med"/>
            </a:ln>
          </p:spPr>
        </p:cxnSp>
      </p:grpSp>
      <p:cxnSp>
        <p:nvCxnSpPr>
          <p:cNvPr id="498" name="Google Shape;498;p31"/>
          <p:cNvCxnSpPr/>
          <p:nvPr/>
        </p:nvCxnSpPr>
        <p:spPr>
          <a:xfrm rot="10800000">
            <a:off x="720009" y="4663948"/>
            <a:ext cx="673217"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499"/>
        <p:cNvGrpSpPr/>
        <p:nvPr/>
      </p:nvGrpSpPr>
      <p:grpSpPr>
        <a:xfrm>
          <a:off x="0" y="0"/>
          <a:ext cx="0" cy="0"/>
          <a:chOff x="0" y="0"/>
          <a:chExt cx="0" cy="0"/>
        </a:xfrm>
      </p:grpSpPr>
      <p:sp>
        <p:nvSpPr>
          <p:cNvPr id="500" name="Google Shape;500;p3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cxnSp>
        <p:nvCxnSpPr>
          <p:cNvPr id="501" name="Google Shape;501;p32"/>
          <p:cNvCxnSpPr/>
          <p:nvPr/>
        </p:nvCxnSpPr>
        <p:spPr>
          <a:xfrm rot="10800000">
            <a:off x="730384" y="4663910"/>
            <a:ext cx="7703498"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hanks">
  <p:cSld name="CUSTOM_3">
    <p:spTree>
      <p:nvGrpSpPr>
        <p:cNvPr id="1" name="Shape 502"/>
        <p:cNvGrpSpPr/>
        <p:nvPr/>
      </p:nvGrpSpPr>
      <p:grpSpPr>
        <a:xfrm>
          <a:off x="0" y="0"/>
          <a:ext cx="0" cy="0"/>
          <a:chOff x="0" y="0"/>
          <a:chExt cx="0" cy="0"/>
        </a:xfrm>
      </p:grpSpPr>
      <p:sp>
        <p:nvSpPr>
          <p:cNvPr id="503" name="Google Shape;503;p33"/>
          <p:cNvSpPr txBox="1">
            <a:spLocks noGrp="1"/>
          </p:cNvSpPr>
          <p:nvPr>
            <p:ph type="title"/>
          </p:nvPr>
        </p:nvSpPr>
        <p:spPr>
          <a:xfrm>
            <a:off x="720000" y="678237"/>
            <a:ext cx="4213200" cy="8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3400"/>
              <a:buNone/>
              <a:defRPr sz="6000"/>
            </a:lvl1pPr>
            <a:lvl2pPr lvl="1" algn="ctr" rtl="0">
              <a:spcBef>
                <a:spcPts val="0"/>
              </a:spcBef>
              <a:spcAft>
                <a:spcPts val="0"/>
              </a:spcAft>
              <a:buClr>
                <a:schemeClr val="dk2"/>
              </a:buClr>
              <a:buSzPts val="3400"/>
              <a:buNone/>
              <a:defRPr>
                <a:solidFill>
                  <a:schemeClr val="dk2"/>
                </a:solidFill>
              </a:defRPr>
            </a:lvl2pPr>
            <a:lvl3pPr lvl="2" algn="ctr" rtl="0">
              <a:spcBef>
                <a:spcPts val="0"/>
              </a:spcBef>
              <a:spcAft>
                <a:spcPts val="0"/>
              </a:spcAft>
              <a:buClr>
                <a:schemeClr val="dk2"/>
              </a:buClr>
              <a:buSzPts val="3400"/>
              <a:buNone/>
              <a:defRPr>
                <a:solidFill>
                  <a:schemeClr val="dk2"/>
                </a:solidFill>
              </a:defRPr>
            </a:lvl3pPr>
            <a:lvl4pPr lvl="3" algn="ctr" rtl="0">
              <a:spcBef>
                <a:spcPts val="0"/>
              </a:spcBef>
              <a:spcAft>
                <a:spcPts val="0"/>
              </a:spcAft>
              <a:buClr>
                <a:schemeClr val="dk2"/>
              </a:buClr>
              <a:buSzPts val="3400"/>
              <a:buNone/>
              <a:defRPr>
                <a:solidFill>
                  <a:schemeClr val="dk2"/>
                </a:solidFill>
              </a:defRPr>
            </a:lvl4pPr>
            <a:lvl5pPr lvl="4" algn="ctr" rtl="0">
              <a:spcBef>
                <a:spcPts val="0"/>
              </a:spcBef>
              <a:spcAft>
                <a:spcPts val="0"/>
              </a:spcAft>
              <a:buClr>
                <a:schemeClr val="dk2"/>
              </a:buClr>
              <a:buSzPts val="3400"/>
              <a:buNone/>
              <a:defRPr>
                <a:solidFill>
                  <a:schemeClr val="dk2"/>
                </a:solidFill>
              </a:defRPr>
            </a:lvl5pPr>
            <a:lvl6pPr lvl="5" algn="ctr" rtl="0">
              <a:spcBef>
                <a:spcPts val="0"/>
              </a:spcBef>
              <a:spcAft>
                <a:spcPts val="0"/>
              </a:spcAft>
              <a:buClr>
                <a:schemeClr val="dk2"/>
              </a:buClr>
              <a:buSzPts val="3400"/>
              <a:buNone/>
              <a:defRPr>
                <a:solidFill>
                  <a:schemeClr val="dk2"/>
                </a:solidFill>
              </a:defRPr>
            </a:lvl6pPr>
            <a:lvl7pPr lvl="6" algn="ctr" rtl="0">
              <a:spcBef>
                <a:spcPts val="0"/>
              </a:spcBef>
              <a:spcAft>
                <a:spcPts val="0"/>
              </a:spcAft>
              <a:buClr>
                <a:schemeClr val="dk2"/>
              </a:buClr>
              <a:buSzPts val="3400"/>
              <a:buNone/>
              <a:defRPr>
                <a:solidFill>
                  <a:schemeClr val="dk2"/>
                </a:solidFill>
              </a:defRPr>
            </a:lvl7pPr>
            <a:lvl8pPr lvl="7" algn="ctr" rtl="0">
              <a:spcBef>
                <a:spcPts val="0"/>
              </a:spcBef>
              <a:spcAft>
                <a:spcPts val="0"/>
              </a:spcAft>
              <a:buClr>
                <a:schemeClr val="dk2"/>
              </a:buClr>
              <a:buSzPts val="3400"/>
              <a:buNone/>
              <a:defRPr>
                <a:solidFill>
                  <a:schemeClr val="dk2"/>
                </a:solidFill>
              </a:defRPr>
            </a:lvl8pPr>
            <a:lvl9pPr lvl="8" algn="ctr" rtl="0">
              <a:spcBef>
                <a:spcPts val="0"/>
              </a:spcBef>
              <a:spcAft>
                <a:spcPts val="0"/>
              </a:spcAft>
              <a:buClr>
                <a:schemeClr val="dk2"/>
              </a:buClr>
              <a:buSzPts val="3400"/>
              <a:buNone/>
              <a:defRPr>
                <a:solidFill>
                  <a:schemeClr val="dk2"/>
                </a:solidFill>
              </a:defRPr>
            </a:lvl9pPr>
          </a:lstStyle>
          <a:p>
            <a:endParaRPr/>
          </a:p>
        </p:txBody>
      </p:sp>
      <p:sp>
        <p:nvSpPr>
          <p:cNvPr id="504" name="Google Shape;504;p33"/>
          <p:cNvSpPr txBox="1">
            <a:spLocks noGrp="1"/>
          </p:cNvSpPr>
          <p:nvPr>
            <p:ph type="subTitle" idx="1"/>
          </p:nvPr>
        </p:nvSpPr>
        <p:spPr>
          <a:xfrm>
            <a:off x="720000" y="1630913"/>
            <a:ext cx="4213200" cy="8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05" name="Google Shape;505;p33"/>
          <p:cNvSpPr txBox="1"/>
          <p:nvPr/>
        </p:nvSpPr>
        <p:spPr>
          <a:xfrm>
            <a:off x="720000" y="3243000"/>
            <a:ext cx="3566400" cy="719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DM Sans"/>
                <a:ea typeface="DM Sans"/>
                <a:cs typeface="DM Sans"/>
                <a:sym typeface="DM Sans"/>
              </a:rPr>
              <a:t>CREDITS: This presentation template was created by </a:t>
            </a:r>
            <a:r>
              <a:rPr lang="en" sz="1200" b="1">
                <a:solidFill>
                  <a:schemeClr val="dk1"/>
                </a:solidFill>
                <a:uFill>
                  <a:noFill/>
                </a:uFill>
                <a:latin typeface="DM Sans"/>
                <a:ea typeface="DM Sans"/>
                <a:cs typeface="DM Sans"/>
                <a:sym typeface="DM Sans"/>
                <a:hlinkClick r:id="rId2">
                  <a:extLst>
                    <a:ext uri="{A12FA001-AC4F-418D-AE19-62706E023703}">
                      <ahyp:hlinkClr xmlns:ahyp="http://schemas.microsoft.com/office/drawing/2018/hyperlinkcolor" val="tx"/>
                    </a:ext>
                  </a:extLst>
                </a:hlinkClick>
              </a:rPr>
              <a:t>Slidesgo</a:t>
            </a:r>
            <a:r>
              <a:rPr lang="en" sz="1200">
                <a:solidFill>
                  <a:schemeClr val="dk1"/>
                </a:solidFill>
                <a:latin typeface="DM Sans"/>
                <a:ea typeface="DM Sans"/>
                <a:cs typeface="DM Sans"/>
                <a:sym typeface="DM Sans"/>
              </a:rPr>
              <a:t>, including icons by </a:t>
            </a:r>
            <a:r>
              <a:rPr lang="en" sz="1200" b="1">
                <a:solidFill>
                  <a:schemeClr val="dk1"/>
                </a:solidFill>
                <a:uFill>
                  <a:noFill/>
                </a:uFill>
                <a:latin typeface="DM Sans"/>
                <a:ea typeface="DM Sans"/>
                <a:cs typeface="DM Sans"/>
                <a:sym typeface="DM Sans"/>
                <a:hlinkClick r:id="rId3">
                  <a:extLst>
                    <a:ext uri="{A12FA001-AC4F-418D-AE19-62706E023703}">
                      <ahyp:hlinkClr xmlns:ahyp="http://schemas.microsoft.com/office/drawing/2018/hyperlinkcolor" val="tx"/>
                    </a:ext>
                  </a:extLst>
                </a:hlinkClick>
              </a:rPr>
              <a:t>Flaticon</a:t>
            </a:r>
            <a:r>
              <a:rPr lang="en" sz="1200">
                <a:solidFill>
                  <a:schemeClr val="dk1"/>
                </a:solidFill>
                <a:latin typeface="DM Sans"/>
                <a:ea typeface="DM Sans"/>
                <a:cs typeface="DM Sans"/>
                <a:sym typeface="DM Sans"/>
              </a:rPr>
              <a:t>, and infographics &amp; images by </a:t>
            </a:r>
            <a:r>
              <a:rPr lang="en" sz="1200" b="1">
                <a:solidFill>
                  <a:schemeClr val="dk1"/>
                </a:solidFill>
                <a:uFill>
                  <a:noFill/>
                </a:uFill>
                <a:latin typeface="DM Sans"/>
                <a:ea typeface="DM Sans"/>
                <a:cs typeface="DM Sans"/>
                <a:sym typeface="DM Sans"/>
                <a:hlinkClick r:id="rId4">
                  <a:extLst>
                    <a:ext uri="{A12FA001-AC4F-418D-AE19-62706E023703}">
                      <ahyp:hlinkClr xmlns:ahyp="http://schemas.microsoft.com/office/drawing/2018/hyperlinkcolor" val="tx"/>
                    </a:ext>
                  </a:extLst>
                </a:hlinkClick>
              </a:rPr>
              <a:t>Freepik</a:t>
            </a:r>
            <a:r>
              <a:rPr lang="en" sz="1200">
                <a:solidFill>
                  <a:schemeClr val="dk1"/>
                </a:solidFill>
                <a:uFill>
                  <a:noFill/>
                </a:uFill>
                <a:latin typeface="DM Sans"/>
                <a:ea typeface="DM Sans"/>
                <a:cs typeface="DM Sans"/>
                <a:sym typeface="DM Sans"/>
                <a:hlinkClick r:id="rId4">
                  <a:extLst>
                    <a:ext uri="{A12FA001-AC4F-418D-AE19-62706E023703}">
                      <ahyp:hlinkClr xmlns:ahyp="http://schemas.microsoft.com/office/drawing/2018/hyperlinkcolor" val="tx"/>
                    </a:ext>
                  </a:extLst>
                </a:hlinkClick>
              </a:rPr>
              <a:t> </a:t>
            </a:r>
            <a:endParaRPr sz="1200">
              <a:solidFill>
                <a:schemeClr val="dk1"/>
              </a:solidFill>
              <a:latin typeface="DM Sans"/>
              <a:ea typeface="DM Sans"/>
              <a:cs typeface="DM Sans"/>
              <a:sym typeface="DM Sans"/>
            </a:endParaRPr>
          </a:p>
        </p:txBody>
      </p:sp>
      <p:sp>
        <p:nvSpPr>
          <p:cNvPr id="506" name="Google Shape;506;p33"/>
          <p:cNvSpPr txBox="1">
            <a:spLocks noGrp="1"/>
          </p:cNvSpPr>
          <p:nvPr>
            <p:ph type="subTitle" idx="2"/>
          </p:nvPr>
        </p:nvSpPr>
        <p:spPr>
          <a:xfrm>
            <a:off x="720000" y="471975"/>
            <a:ext cx="2336100" cy="218700"/>
          </a:xfrm>
          <a:prstGeom prst="rect">
            <a:avLst/>
          </a:prstGeom>
        </p:spPr>
        <p:txBody>
          <a:bodyPr spcFirstLastPara="1" wrap="square" lIns="91425" tIns="91425" rIns="91425" bIns="91425" anchor="ctr" anchorCtr="0">
            <a:noAutofit/>
          </a:bodyPr>
          <a:lstStyle>
            <a:lvl1pPr lvl="0" rtl="0">
              <a:spcBef>
                <a:spcPts val="0"/>
              </a:spcBef>
              <a:spcAft>
                <a:spcPts val="0"/>
              </a:spcAft>
              <a:buSzPts val="1000"/>
              <a:buNone/>
              <a:defRPr sz="1000"/>
            </a:lvl1pPr>
            <a:lvl2pPr lvl="1" rtl="0">
              <a:spcBef>
                <a:spcPts val="0"/>
              </a:spcBef>
              <a:spcAft>
                <a:spcPts val="0"/>
              </a:spcAft>
              <a:buSzPts val="1000"/>
              <a:buNone/>
              <a:defRPr sz="1000"/>
            </a:lvl2pPr>
            <a:lvl3pPr lvl="2" rtl="0">
              <a:spcBef>
                <a:spcPts val="0"/>
              </a:spcBef>
              <a:spcAft>
                <a:spcPts val="0"/>
              </a:spcAft>
              <a:buSzPts val="1000"/>
              <a:buNone/>
              <a:defRPr sz="1000"/>
            </a:lvl3pPr>
            <a:lvl4pPr lvl="3" rtl="0">
              <a:spcBef>
                <a:spcPts val="0"/>
              </a:spcBef>
              <a:spcAft>
                <a:spcPts val="0"/>
              </a:spcAft>
              <a:buSzPts val="1000"/>
              <a:buNone/>
              <a:defRPr sz="1000"/>
            </a:lvl4pPr>
            <a:lvl5pPr lvl="4" rtl="0">
              <a:spcBef>
                <a:spcPts val="0"/>
              </a:spcBef>
              <a:spcAft>
                <a:spcPts val="0"/>
              </a:spcAft>
              <a:buSzPts val="1000"/>
              <a:buNone/>
              <a:defRPr sz="1000"/>
            </a:lvl5pPr>
            <a:lvl6pPr lvl="5" rtl="0">
              <a:spcBef>
                <a:spcPts val="0"/>
              </a:spcBef>
              <a:spcAft>
                <a:spcPts val="0"/>
              </a:spcAft>
              <a:buSzPts val="1000"/>
              <a:buNone/>
              <a:defRPr sz="1000"/>
            </a:lvl6pPr>
            <a:lvl7pPr lvl="6" rtl="0">
              <a:spcBef>
                <a:spcPts val="0"/>
              </a:spcBef>
              <a:spcAft>
                <a:spcPts val="0"/>
              </a:spcAft>
              <a:buSzPts val="1000"/>
              <a:buNone/>
              <a:defRPr sz="1000"/>
            </a:lvl7pPr>
            <a:lvl8pPr lvl="7" rtl="0">
              <a:spcBef>
                <a:spcPts val="0"/>
              </a:spcBef>
              <a:spcAft>
                <a:spcPts val="0"/>
              </a:spcAft>
              <a:buSzPts val="1000"/>
              <a:buNone/>
              <a:defRPr sz="1000"/>
            </a:lvl8pPr>
            <a:lvl9pPr lvl="8" rtl="0">
              <a:spcBef>
                <a:spcPts val="0"/>
              </a:spcBef>
              <a:spcAft>
                <a:spcPts val="0"/>
              </a:spcAft>
              <a:buSzPts val="1000"/>
              <a:buNone/>
              <a:defRPr sz="1000"/>
            </a:lvl9pPr>
          </a:lstStyle>
          <a:p>
            <a:endParaRPr/>
          </a:p>
        </p:txBody>
      </p:sp>
      <p:sp>
        <p:nvSpPr>
          <p:cNvPr id="507" name="Google Shape;507;p33"/>
          <p:cNvSpPr txBox="1">
            <a:spLocks noGrp="1"/>
          </p:cNvSpPr>
          <p:nvPr>
            <p:ph type="subTitle" idx="3"/>
          </p:nvPr>
        </p:nvSpPr>
        <p:spPr>
          <a:xfrm>
            <a:off x="2147925" y="4697325"/>
            <a:ext cx="1368600" cy="124800"/>
          </a:xfrm>
          <a:prstGeom prst="rect">
            <a:avLst/>
          </a:prstGeom>
        </p:spPr>
        <p:txBody>
          <a:bodyPr spcFirstLastPara="1" wrap="square" lIns="91425" tIns="91425" rIns="91425" bIns="91425" anchor="ctr" anchorCtr="0">
            <a:noAutofit/>
          </a:bodyPr>
          <a:lstStyle>
            <a:lvl1pPr lvl="0" rtl="0">
              <a:spcBef>
                <a:spcPts val="0"/>
              </a:spcBef>
              <a:spcAft>
                <a:spcPts val="0"/>
              </a:spcAft>
              <a:buSzPts val="1000"/>
              <a:buNone/>
              <a:defRPr sz="1000"/>
            </a:lvl1pPr>
            <a:lvl2pPr lvl="1" rtl="0">
              <a:spcBef>
                <a:spcPts val="0"/>
              </a:spcBef>
              <a:spcAft>
                <a:spcPts val="0"/>
              </a:spcAft>
              <a:buSzPts val="1000"/>
              <a:buNone/>
              <a:defRPr sz="1000"/>
            </a:lvl2pPr>
            <a:lvl3pPr lvl="2" rtl="0">
              <a:spcBef>
                <a:spcPts val="0"/>
              </a:spcBef>
              <a:spcAft>
                <a:spcPts val="0"/>
              </a:spcAft>
              <a:buSzPts val="1000"/>
              <a:buNone/>
              <a:defRPr sz="1000"/>
            </a:lvl3pPr>
            <a:lvl4pPr lvl="3" rtl="0">
              <a:spcBef>
                <a:spcPts val="0"/>
              </a:spcBef>
              <a:spcAft>
                <a:spcPts val="0"/>
              </a:spcAft>
              <a:buSzPts val="1000"/>
              <a:buNone/>
              <a:defRPr sz="1000"/>
            </a:lvl4pPr>
            <a:lvl5pPr lvl="4" rtl="0">
              <a:spcBef>
                <a:spcPts val="0"/>
              </a:spcBef>
              <a:spcAft>
                <a:spcPts val="0"/>
              </a:spcAft>
              <a:buSzPts val="1000"/>
              <a:buNone/>
              <a:defRPr sz="1000"/>
            </a:lvl5pPr>
            <a:lvl6pPr lvl="5" rtl="0">
              <a:spcBef>
                <a:spcPts val="0"/>
              </a:spcBef>
              <a:spcAft>
                <a:spcPts val="0"/>
              </a:spcAft>
              <a:buSzPts val="1000"/>
              <a:buNone/>
              <a:defRPr sz="1000"/>
            </a:lvl6pPr>
            <a:lvl7pPr lvl="6" rtl="0">
              <a:spcBef>
                <a:spcPts val="0"/>
              </a:spcBef>
              <a:spcAft>
                <a:spcPts val="0"/>
              </a:spcAft>
              <a:buSzPts val="1000"/>
              <a:buNone/>
              <a:defRPr sz="1000"/>
            </a:lvl7pPr>
            <a:lvl8pPr lvl="7" rtl="0">
              <a:spcBef>
                <a:spcPts val="0"/>
              </a:spcBef>
              <a:spcAft>
                <a:spcPts val="0"/>
              </a:spcAft>
              <a:buSzPts val="1000"/>
              <a:buNone/>
              <a:defRPr sz="1000"/>
            </a:lvl8pPr>
            <a:lvl9pPr lvl="8" rtl="0">
              <a:spcBef>
                <a:spcPts val="0"/>
              </a:spcBef>
              <a:spcAft>
                <a:spcPts val="0"/>
              </a:spcAft>
              <a:buSzPts val="1000"/>
              <a:buNone/>
              <a:defRPr sz="1000"/>
            </a:lvl9pPr>
          </a:lstStyle>
          <a:p>
            <a:endParaRPr/>
          </a:p>
        </p:txBody>
      </p:sp>
      <p:grpSp>
        <p:nvGrpSpPr>
          <p:cNvPr id="508" name="Google Shape;508;p33"/>
          <p:cNvGrpSpPr/>
          <p:nvPr/>
        </p:nvGrpSpPr>
        <p:grpSpPr>
          <a:xfrm>
            <a:off x="720011" y="4513500"/>
            <a:ext cx="1368528" cy="300900"/>
            <a:chOff x="7055224" y="4513500"/>
            <a:chExt cx="1368528" cy="300900"/>
          </a:xfrm>
        </p:grpSpPr>
        <p:grpSp>
          <p:nvGrpSpPr>
            <p:cNvPr id="509" name="Google Shape;509;p33"/>
            <p:cNvGrpSpPr/>
            <p:nvPr/>
          </p:nvGrpSpPr>
          <p:grpSpPr>
            <a:xfrm>
              <a:off x="7629309" y="4513500"/>
              <a:ext cx="794443" cy="300900"/>
              <a:chOff x="7310856" y="4513500"/>
              <a:chExt cx="1113132" cy="300900"/>
            </a:xfrm>
          </p:grpSpPr>
          <p:cxnSp>
            <p:nvCxnSpPr>
              <p:cNvPr id="510" name="Google Shape;510;p33"/>
              <p:cNvCxnSpPr/>
              <p:nvPr/>
            </p:nvCxnSpPr>
            <p:spPr>
              <a:xfrm>
                <a:off x="8423989"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11" name="Google Shape;511;p33"/>
              <p:cNvCxnSpPr/>
              <p:nvPr/>
            </p:nvCxnSpPr>
            <p:spPr>
              <a:xfrm>
                <a:off x="836886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12" name="Google Shape;512;p33"/>
              <p:cNvCxnSpPr/>
              <p:nvPr/>
            </p:nvCxnSpPr>
            <p:spPr>
              <a:xfrm>
                <a:off x="8302747"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513" name="Google Shape;513;p33"/>
              <p:cNvCxnSpPr/>
              <p:nvPr/>
            </p:nvCxnSpPr>
            <p:spPr>
              <a:xfrm>
                <a:off x="8236602"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14" name="Google Shape;514;p33"/>
              <p:cNvCxnSpPr/>
              <p:nvPr/>
            </p:nvCxnSpPr>
            <p:spPr>
              <a:xfrm>
                <a:off x="8170486"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15" name="Google Shape;515;p33"/>
              <p:cNvCxnSpPr/>
              <p:nvPr/>
            </p:nvCxnSpPr>
            <p:spPr>
              <a:xfrm>
                <a:off x="8093377"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516" name="Google Shape;516;p33"/>
              <p:cNvCxnSpPr/>
              <p:nvPr/>
            </p:nvCxnSpPr>
            <p:spPr>
              <a:xfrm>
                <a:off x="8027260"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17" name="Google Shape;517;p33"/>
              <p:cNvCxnSpPr/>
              <p:nvPr/>
            </p:nvCxnSpPr>
            <p:spPr>
              <a:xfrm>
                <a:off x="7961115"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518" name="Google Shape;518;p33"/>
              <p:cNvCxnSpPr/>
              <p:nvPr/>
            </p:nvCxnSpPr>
            <p:spPr>
              <a:xfrm>
                <a:off x="7894999"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19" name="Google Shape;519;p33"/>
              <p:cNvCxnSpPr/>
              <p:nvPr/>
            </p:nvCxnSpPr>
            <p:spPr>
              <a:xfrm>
                <a:off x="783987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20" name="Google Shape;520;p33"/>
              <p:cNvCxnSpPr/>
              <p:nvPr/>
            </p:nvCxnSpPr>
            <p:spPr>
              <a:xfrm>
                <a:off x="7773757" y="4513500"/>
                <a:ext cx="0" cy="300900"/>
              </a:xfrm>
              <a:prstGeom prst="straightConnector1">
                <a:avLst/>
              </a:prstGeom>
              <a:noFill/>
              <a:ln w="38100" cap="flat" cmpd="sng">
                <a:solidFill>
                  <a:schemeClr val="dk1"/>
                </a:solidFill>
                <a:prstDash val="solid"/>
                <a:round/>
                <a:headEnd type="none" w="med" len="med"/>
                <a:tailEnd type="none" w="med" len="med"/>
              </a:ln>
            </p:spPr>
          </p:cxnSp>
          <p:cxnSp>
            <p:nvCxnSpPr>
              <p:cNvPr id="521" name="Google Shape;521;p33"/>
              <p:cNvCxnSpPr/>
              <p:nvPr/>
            </p:nvCxnSpPr>
            <p:spPr>
              <a:xfrm>
                <a:off x="7707612"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22" name="Google Shape;522;p33"/>
              <p:cNvCxnSpPr/>
              <p:nvPr/>
            </p:nvCxnSpPr>
            <p:spPr>
              <a:xfrm>
                <a:off x="7641496" y="4513500"/>
                <a:ext cx="0" cy="300900"/>
              </a:xfrm>
              <a:prstGeom prst="straightConnector1">
                <a:avLst/>
              </a:prstGeom>
              <a:noFill/>
              <a:ln w="38100" cap="flat" cmpd="sng">
                <a:solidFill>
                  <a:schemeClr val="dk1"/>
                </a:solidFill>
                <a:prstDash val="solid"/>
                <a:round/>
                <a:headEnd type="none" w="med" len="med"/>
                <a:tailEnd type="none" w="med" len="med"/>
              </a:ln>
            </p:spPr>
          </p:cxnSp>
          <p:cxnSp>
            <p:nvCxnSpPr>
              <p:cNvPr id="523" name="Google Shape;523;p33"/>
              <p:cNvCxnSpPr/>
              <p:nvPr/>
            </p:nvCxnSpPr>
            <p:spPr>
              <a:xfrm>
                <a:off x="7575351"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524" name="Google Shape;524;p33"/>
              <p:cNvCxnSpPr/>
              <p:nvPr/>
            </p:nvCxnSpPr>
            <p:spPr>
              <a:xfrm>
                <a:off x="750923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25" name="Google Shape;525;p33"/>
              <p:cNvCxnSpPr/>
              <p:nvPr/>
            </p:nvCxnSpPr>
            <p:spPr>
              <a:xfrm>
                <a:off x="7443117"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26" name="Google Shape;526;p33"/>
              <p:cNvCxnSpPr/>
              <p:nvPr/>
            </p:nvCxnSpPr>
            <p:spPr>
              <a:xfrm>
                <a:off x="7377001"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27" name="Google Shape;527;p33"/>
              <p:cNvCxnSpPr/>
              <p:nvPr/>
            </p:nvCxnSpPr>
            <p:spPr>
              <a:xfrm>
                <a:off x="7310856" y="4513500"/>
                <a:ext cx="0" cy="300900"/>
              </a:xfrm>
              <a:prstGeom prst="straightConnector1">
                <a:avLst/>
              </a:prstGeom>
              <a:noFill/>
              <a:ln w="28575" cap="flat" cmpd="sng">
                <a:solidFill>
                  <a:schemeClr val="dk1"/>
                </a:solidFill>
                <a:prstDash val="solid"/>
                <a:round/>
                <a:headEnd type="none" w="med" len="med"/>
                <a:tailEnd type="none" w="med" len="med"/>
              </a:ln>
            </p:spPr>
          </p:cxnSp>
        </p:grpSp>
        <p:cxnSp>
          <p:nvCxnSpPr>
            <p:cNvPr id="528" name="Google Shape;528;p33"/>
            <p:cNvCxnSpPr/>
            <p:nvPr/>
          </p:nvCxnSpPr>
          <p:spPr>
            <a:xfrm>
              <a:off x="7566501"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29" name="Google Shape;529;p33"/>
            <p:cNvCxnSpPr/>
            <p:nvPr/>
          </p:nvCxnSpPr>
          <p:spPr>
            <a:xfrm>
              <a:off x="7527159"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30" name="Google Shape;530;p33"/>
            <p:cNvCxnSpPr/>
            <p:nvPr/>
          </p:nvCxnSpPr>
          <p:spPr>
            <a:xfrm>
              <a:off x="7479971"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531" name="Google Shape;531;p33"/>
            <p:cNvCxnSpPr/>
            <p:nvPr/>
          </p:nvCxnSpPr>
          <p:spPr>
            <a:xfrm>
              <a:off x="743276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32" name="Google Shape;532;p33"/>
            <p:cNvCxnSpPr/>
            <p:nvPr/>
          </p:nvCxnSpPr>
          <p:spPr>
            <a:xfrm>
              <a:off x="7385576"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33" name="Google Shape;533;p33"/>
            <p:cNvCxnSpPr/>
            <p:nvPr/>
          </p:nvCxnSpPr>
          <p:spPr>
            <a:xfrm>
              <a:off x="7330544"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534" name="Google Shape;534;p33"/>
            <p:cNvCxnSpPr/>
            <p:nvPr/>
          </p:nvCxnSpPr>
          <p:spPr>
            <a:xfrm>
              <a:off x="7283356"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35" name="Google Shape;535;p33"/>
            <p:cNvCxnSpPr/>
            <p:nvPr/>
          </p:nvCxnSpPr>
          <p:spPr>
            <a:xfrm>
              <a:off x="7236149"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536" name="Google Shape;536;p33"/>
            <p:cNvCxnSpPr/>
            <p:nvPr/>
          </p:nvCxnSpPr>
          <p:spPr>
            <a:xfrm>
              <a:off x="7188961"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37" name="Google Shape;537;p33"/>
            <p:cNvCxnSpPr/>
            <p:nvPr/>
          </p:nvCxnSpPr>
          <p:spPr>
            <a:xfrm>
              <a:off x="7149618"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38" name="Google Shape;538;p33"/>
            <p:cNvCxnSpPr/>
            <p:nvPr/>
          </p:nvCxnSpPr>
          <p:spPr>
            <a:xfrm>
              <a:off x="7102431" y="4513500"/>
              <a:ext cx="0" cy="300900"/>
            </a:xfrm>
            <a:prstGeom prst="straightConnector1">
              <a:avLst/>
            </a:prstGeom>
            <a:noFill/>
            <a:ln w="38100" cap="flat" cmpd="sng">
              <a:solidFill>
                <a:schemeClr val="dk1"/>
              </a:solidFill>
              <a:prstDash val="solid"/>
              <a:round/>
              <a:headEnd type="none" w="med" len="med"/>
              <a:tailEnd type="none" w="med" len="med"/>
            </a:ln>
          </p:spPr>
        </p:cxnSp>
        <p:cxnSp>
          <p:nvCxnSpPr>
            <p:cNvPr id="539" name="Google Shape;539;p33"/>
            <p:cNvCxnSpPr/>
            <p:nvPr/>
          </p:nvCxnSpPr>
          <p:spPr>
            <a:xfrm>
              <a:off x="7055224" y="4513500"/>
              <a:ext cx="0" cy="300900"/>
            </a:xfrm>
            <a:prstGeom prst="straightConnector1">
              <a:avLst/>
            </a:prstGeom>
            <a:noFill/>
            <a:ln w="9525" cap="flat" cmpd="sng">
              <a:solidFill>
                <a:schemeClr val="dk1"/>
              </a:solidFill>
              <a:prstDash val="solid"/>
              <a:round/>
              <a:headEnd type="none" w="med" len="med"/>
              <a:tailEnd type="none" w="med" len="med"/>
            </a:ln>
          </p:spPr>
        </p:cxnSp>
      </p:grpSp>
      <p:cxnSp>
        <p:nvCxnSpPr>
          <p:cNvPr id="540" name="Google Shape;540;p33"/>
          <p:cNvCxnSpPr/>
          <p:nvPr/>
        </p:nvCxnSpPr>
        <p:spPr>
          <a:xfrm rot="10800000">
            <a:off x="7760759" y="4663948"/>
            <a:ext cx="673217"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ackground">
  <p:cSld name="TITLE_ONLY_2">
    <p:spTree>
      <p:nvGrpSpPr>
        <p:cNvPr id="1" name="Shape 541"/>
        <p:cNvGrpSpPr/>
        <p:nvPr/>
      </p:nvGrpSpPr>
      <p:grpSpPr>
        <a:xfrm>
          <a:off x="0" y="0"/>
          <a:ext cx="0" cy="0"/>
          <a:chOff x="0" y="0"/>
          <a:chExt cx="0" cy="0"/>
        </a:xfrm>
      </p:grpSpPr>
      <p:cxnSp>
        <p:nvCxnSpPr>
          <p:cNvPr id="542" name="Google Shape;542;p34"/>
          <p:cNvCxnSpPr/>
          <p:nvPr/>
        </p:nvCxnSpPr>
        <p:spPr>
          <a:xfrm rot="10800000">
            <a:off x="730384" y="4663910"/>
            <a:ext cx="7703498"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ackground 1">
  <p:cSld name="TITLE_ONLY_2_1">
    <p:spTree>
      <p:nvGrpSpPr>
        <p:cNvPr id="1" name="Shape 543"/>
        <p:cNvGrpSpPr/>
        <p:nvPr/>
      </p:nvGrpSpPr>
      <p:grpSpPr>
        <a:xfrm>
          <a:off x="0" y="0"/>
          <a:ext cx="0" cy="0"/>
          <a:chOff x="0" y="0"/>
          <a:chExt cx="0" cy="0"/>
        </a:xfrm>
      </p:grpSpPr>
      <p:grpSp>
        <p:nvGrpSpPr>
          <p:cNvPr id="544" name="Google Shape;544;p35"/>
          <p:cNvGrpSpPr/>
          <p:nvPr/>
        </p:nvGrpSpPr>
        <p:grpSpPr>
          <a:xfrm>
            <a:off x="7037461" y="4513500"/>
            <a:ext cx="1368528" cy="300900"/>
            <a:chOff x="7055224" y="4513500"/>
            <a:chExt cx="1368528" cy="300900"/>
          </a:xfrm>
        </p:grpSpPr>
        <p:grpSp>
          <p:nvGrpSpPr>
            <p:cNvPr id="545" name="Google Shape;545;p35"/>
            <p:cNvGrpSpPr/>
            <p:nvPr/>
          </p:nvGrpSpPr>
          <p:grpSpPr>
            <a:xfrm>
              <a:off x="7629309" y="4513500"/>
              <a:ext cx="794443" cy="300900"/>
              <a:chOff x="7310856" y="4513500"/>
              <a:chExt cx="1113132" cy="300900"/>
            </a:xfrm>
          </p:grpSpPr>
          <p:cxnSp>
            <p:nvCxnSpPr>
              <p:cNvPr id="546" name="Google Shape;546;p35"/>
              <p:cNvCxnSpPr/>
              <p:nvPr/>
            </p:nvCxnSpPr>
            <p:spPr>
              <a:xfrm>
                <a:off x="8423989"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47" name="Google Shape;547;p35"/>
              <p:cNvCxnSpPr/>
              <p:nvPr/>
            </p:nvCxnSpPr>
            <p:spPr>
              <a:xfrm>
                <a:off x="836886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48" name="Google Shape;548;p35"/>
              <p:cNvCxnSpPr/>
              <p:nvPr/>
            </p:nvCxnSpPr>
            <p:spPr>
              <a:xfrm>
                <a:off x="8302747"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549" name="Google Shape;549;p35"/>
              <p:cNvCxnSpPr/>
              <p:nvPr/>
            </p:nvCxnSpPr>
            <p:spPr>
              <a:xfrm>
                <a:off x="8236602"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50" name="Google Shape;550;p35"/>
              <p:cNvCxnSpPr/>
              <p:nvPr/>
            </p:nvCxnSpPr>
            <p:spPr>
              <a:xfrm>
                <a:off x="8170486"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51" name="Google Shape;551;p35"/>
              <p:cNvCxnSpPr/>
              <p:nvPr/>
            </p:nvCxnSpPr>
            <p:spPr>
              <a:xfrm>
                <a:off x="8093377"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552" name="Google Shape;552;p35"/>
              <p:cNvCxnSpPr/>
              <p:nvPr/>
            </p:nvCxnSpPr>
            <p:spPr>
              <a:xfrm>
                <a:off x="8027260"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53" name="Google Shape;553;p35"/>
              <p:cNvCxnSpPr/>
              <p:nvPr/>
            </p:nvCxnSpPr>
            <p:spPr>
              <a:xfrm>
                <a:off x="7961115"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554" name="Google Shape;554;p35"/>
              <p:cNvCxnSpPr/>
              <p:nvPr/>
            </p:nvCxnSpPr>
            <p:spPr>
              <a:xfrm>
                <a:off x="7894999"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55" name="Google Shape;555;p35"/>
              <p:cNvCxnSpPr/>
              <p:nvPr/>
            </p:nvCxnSpPr>
            <p:spPr>
              <a:xfrm>
                <a:off x="783987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56" name="Google Shape;556;p35"/>
              <p:cNvCxnSpPr/>
              <p:nvPr/>
            </p:nvCxnSpPr>
            <p:spPr>
              <a:xfrm>
                <a:off x="7773757" y="4513500"/>
                <a:ext cx="0" cy="300900"/>
              </a:xfrm>
              <a:prstGeom prst="straightConnector1">
                <a:avLst/>
              </a:prstGeom>
              <a:noFill/>
              <a:ln w="38100" cap="flat" cmpd="sng">
                <a:solidFill>
                  <a:schemeClr val="dk1"/>
                </a:solidFill>
                <a:prstDash val="solid"/>
                <a:round/>
                <a:headEnd type="none" w="med" len="med"/>
                <a:tailEnd type="none" w="med" len="med"/>
              </a:ln>
            </p:spPr>
          </p:cxnSp>
          <p:cxnSp>
            <p:nvCxnSpPr>
              <p:cNvPr id="557" name="Google Shape;557;p35"/>
              <p:cNvCxnSpPr/>
              <p:nvPr/>
            </p:nvCxnSpPr>
            <p:spPr>
              <a:xfrm>
                <a:off x="7707612"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58" name="Google Shape;558;p35"/>
              <p:cNvCxnSpPr/>
              <p:nvPr/>
            </p:nvCxnSpPr>
            <p:spPr>
              <a:xfrm>
                <a:off x="7641496" y="4513500"/>
                <a:ext cx="0" cy="300900"/>
              </a:xfrm>
              <a:prstGeom prst="straightConnector1">
                <a:avLst/>
              </a:prstGeom>
              <a:noFill/>
              <a:ln w="38100" cap="flat" cmpd="sng">
                <a:solidFill>
                  <a:schemeClr val="dk1"/>
                </a:solidFill>
                <a:prstDash val="solid"/>
                <a:round/>
                <a:headEnd type="none" w="med" len="med"/>
                <a:tailEnd type="none" w="med" len="med"/>
              </a:ln>
            </p:spPr>
          </p:cxnSp>
          <p:cxnSp>
            <p:nvCxnSpPr>
              <p:cNvPr id="559" name="Google Shape;559;p35"/>
              <p:cNvCxnSpPr/>
              <p:nvPr/>
            </p:nvCxnSpPr>
            <p:spPr>
              <a:xfrm>
                <a:off x="7575351"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560" name="Google Shape;560;p35"/>
              <p:cNvCxnSpPr/>
              <p:nvPr/>
            </p:nvCxnSpPr>
            <p:spPr>
              <a:xfrm>
                <a:off x="750923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61" name="Google Shape;561;p35"/>
              <p:cNvCxnSpPr/>
              <p:nvPr/>
            </p:nvCxnSpPr>
            <p:spPr>
              <a:xfrm>
                <a:off x="7443117"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62" name="Google Shape;562;p35"/>
              <p:cNvCxnSpPr/>
              <p:nvPr/>
            </p:nvCxnSpPr>
            <p:spPr>
              <a:xfrm>
                <a:off x="7377001"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63" name="Google Shape;563;p35"/>
              <p:cNvCxnSpPr/>
              <p:nvPr/>
            </p:nvCxnSpPr>
            <p:spPr>
              <a:xfrm>
                <a:off x="7310856" y="4513500"/>
                <a:ext cx="0" cy="300900"/>
              </a:xfrm>
              <a:prstGeom prst="straightConnector1">
                <a:avLst/>
              </a:prstGeom>
              <a:noFill/>
              <a:ln w="28575" cap="flat" cmpd="sng">
                <a:solidFill>
                  <a:schemeClr val="dk1"/>
                </a:solidFill>
                <a:prstDash val="solid"/>
                <a:round/>
                <a:headEnd type="none" w="med" len="med"/>
                <a:tailEnd type="none" w="med" len="med"/>
              </a:ln>
            </p:spPr>
          </p:cxnSp>
        </p:grpSp>
        <p:cxnSp>
          <p:nvCxnSpPr>
            <p:cNvPr id="564" name="Google Shape;564;p35"/>
            <p:cNvCxnSpPr/>
            <p:nvPr/>
          </p:nvCxnSpPr>
          <p:spPr>
            <a:xfrm>
              <a:off x="7566501"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65" name="Google Shape;565;p35"/>
            <p:cNvCxnSpPr/>
            <p:nvPr/>
          </p:nvCxnSpPr>
          <p:spPr>
            <a:xfrm>
              <a:off x="7527159"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66" name="Google Shape;566;p35"/>
            <p:cNvCxnSpPr/>
            <p:nvPr/>
          </p:nvCxnSpPr>
          <p:spPr>
            <a:xfrm>
              <a:off x="7479971"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567" name="Google Shape;567;p35"/>
            <p:cNvCxnSpPr/>
            <p:nvPr/>
          </p:nvCxnSpPr>
          <p:spPr>
            <a:xfrm>
              <a:off x="7432764"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68" name="Google Shape;568;p35"/>
            <p:cNvCxnSpPr/>
            <p:nvPr/>
          </p:nvCxnSpPr>
          <p:spPr>
            <a:xfrm>
              <a:off x="7385576"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69" name="Google Shape;569;p35"/>
            <p:cNvCxnSpPr/>
            <p:nvPr/>
          </p:nvCxnSpPr>
          <p:spPr>
            <a:xfrm>
              <a:off x="7330544"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570" name="Google Shape;570;p35"/>
            <p:cNvCxnSpPr/>
            <p:nvPr/>
          </p:nvCxnSpPr>
          <p:spPr>
            <a:xfrm>
              <a:off x="7283356"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71" name="Google Shape;571;p35"/>
            <p:cNvCxnSpPr/>
            <p:nvPr/>
          </p:nvCxnSpPr>
          <p:spPr>
            <a:xfrm>
              <a:off x="7236149" y="4513500"/>
              <a:ext cx="0" cy="300900"/>
            </a:xfrm>
            <a:prstGeom prst="straightConnector1">
              <a:avLst/>
            </a:prstGeom>
            <a:noFill/>
            <a:ln w="28575" cap="flat" cmpd="sng">
              <a:solidFill>
                <a:schemeClr val="dk1"/>
              </a:solidFill>
              <a:prstDash val="solid"/>
              <a:round/>
              <a:headEnd type="none" w="med" len="med"/>
              <a:tailEnd type="none" w="med" len="med"/>
            </a:ln>
          </p:spPr>
        </p:cxnSp>
        <p:cxnSp>
          <p:nvCxnSpPr>
            <p:cNvPr id="572" name="Google Shape;572;p35"/>
            <p:cNvCxnSpPr/>
            <p:nvPr/>
          </p:nvCxnSpPr>
          <p:spPr>
            <a:xfrm>
              <a:off x="7188961"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73" name="Google Shape;573;p35"/>
            <p:cNvCxnSpPr/>
            <p:nvPr/>
          </p:nvCxnSpPr>
          <p:spPr>
            <a:xfrm>
              <a:off x="7149618" y="4513500"/>
              <a:ext cx="0" cy="300900"/>
            </a:xfrm>
            <a:prstGeom prst="straightConnector1">
              <a:avLst/>
            </a:prstGeom>
            <a:noFill/>
            <a:ln w="9525" cap="flat" cmpd="sng">
              <a:solidFill>
                <a:schemeClr val="dk1"/>
              </a:solidFill>
              <a:prstDash val="solid"/>
              <a:round/>
              <a:headEnd type="none" w="med" len="med"/>
              <a:tailEnd type="none" w="med" len="med"/>
            </a:ln>
          </p:spPr>
        </p:cxnSp>
        <p:cxnSp>
          <p:nvCxnSpPr>
            <p:cNvPr id="574" name="Google Shape;574;p35"/>
            <p:cNvCxnSpPr/>
            <p:nvPr/>
          </p:nvCxnSpPr>
          <p:spPr>
            <a:xfrm>
              <a:off x="7102431" y="4513500"/>
              <a:ext cx="0" cy="300900"/>
            </a:xfrm>
            <a:prstGeom prst="straightConnector1">
              <a:avLst/>
            </a:prstGeom>
            <a:noFill/>
            <a:ln w="38100" cap="flat" cmpd="sng">
              <a:solidFill>
                <a:schemeClr val="dk1"/>
              </a:solidFill>
              <a:prstDash val="solid"/>
              <a:round/>
              <a:headEnd type="none" w="med" len="med"/>
              <a:tailEnd type="none" w="med" len="med"/>
            </a:ln>
          </p:spPr>
        </p:cxnSp>
        <p:cxnSp>
          <p:nvCxnSpPr>
            <p:cNvPr id="575" name="Google Shape;575;p35"/>
            <p:cNvCxnSpPr/>
            <p:nvPr/>
          </p:nvCxnSpPr>
          <p:spPr>
            <a:xfrm>
              <a:off x="7055224" y="4513500"/>
              <a:ext cx="0" cy="300900"/>
            </a:xfrm>
            <a:prstGeom prst="straightConnector1">
              <a:avLst/>
            </a:prstGeom>
            <a:noFill/>
            <a:ln w="9525" cap="flat" cmpd="sng">
              <a:solidFill>
                <a:schemeClr val="dk1"/>
              </a:solidFill>
              <a:prstDash val="solid"/>
              <a:round/>
              <a:headEnd type="none" w="med" len="med"/>
              <a:tailEnd type="none" w="med" len="med"/>
            </a:ln>
          </p:spPr>
        </p:cxnSp>
      </p:grpSp>
      <p:cxnSp>
        <p:nvCxnSpPr>
          <p:cNvPr id="576" name="Google Shape;576;p35"/>
          <p:cNvCxnSpPr/>
          <p:nvPr/>
        </p:nvCxnSpPr>
        <p:spPr>
          <a:xfrm rot="10800000">
            <a:off x="720009" y="4663948"/>
            <a:ext cx="673217"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E055C-A348-4F31-99E5-ED54D2FB0399}"/>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FB5A7F52-4A46-4313-8011-E9BA834EBC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2CC6C17-6F44-4D7D-84E8-FCFC45558B38}"/>
              </a:ext>
            </a:extLst>
          </p:cNvPr>
          <p:cNvSpPr>
            <a:spLocks noGrp="1"/>
          </p:cNvSpPr>
          <p:nvPr>
            <p:ph type="dt" sz="half" idx="10"/>
          </p:nvPr>
        </p:nvSpPr>
        <p:spPr/>
        <p:txBody>
          <a:bodyPr/>
          <a:lstStyle/>
          <a:p>
            <a:fld id="{561F96C2-6BBE-47A1-BB80-63240F6DFA28}" type="datetimeFigureOut">
              <a:rPr lang="en-CA" smtClean="0"/>
              <a:t>12/19/25</a:t>
            </a:fld>
            <a:endParaRPr lang="en-CA"/>
          </a:p>
        </p:txBody>
      </p:sp>
      <p:sp>
        <p:nvSpPr>
          <p:cNvPr id="5" name="Footer Placeholder 4">
            <a:extLst>
              <a:ext uri="{FF2B5EF4-FFF2-40B4-BE49-F238E27FC236}">
                <a16:creationId xmlns:a16="http://schemas.microsoft.com/office/drawing/2014/main" id="{4F069471-7764-4766-889B-E41EDEC7E35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8B7BA9F-8EA5-4667-9F7C-4FE6B6DE04D7}"/>
              </a:ext>
            </a:extLst>
          </p:cNvPr>
          <p:cNvSpPr>
            <a:spLocks noGrp="1"/>
          </p:cNvSpPr>
          <p:nvPr>
            <p:ph type="sldNum" sz="quarter" idx="12"/>
          </p:nvPr>
        </p:nvSpPr>
        <p:spPr/>
        <p:txBody>
          <a:bodyPr/>
          <a:lstStyle/>
          <a:p>
            <a:fld id="{E8AD016F-BD21-43F2-BF6D-1C9D9BD53FD2}" type="slidenum">
              <a:rPr lang="en-CA" smtClean="0"/>
              <a:t>‹#›</a:t>
            </a:fld>
            <a:endParaRPr lang="en-CA"/>
          </a:p>
        </p:txBody>
      </p:sp>
    </p:spTree>
    <p:extLst>
      <p:ext uri="{BB962C8B-B14F-4D97-AF65-F5344CB8AC3E}">
        <p14:creationId xmlns:p14="http://schemas.microsoft.com/office/powerpoint/2010/main" val="206596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445025"/>
            <a:ext cx="7704000" cy="5649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400"/>
              <a:buFont typeface="Lexend ExtraBold"/>
              <a:buNone/>
              <a:defRPr sz="3400">
                <a:solidFill>
                  <a:schemeClr val="dk1"/>
                </a:solidFill>
                <a:latin typeface="Lexend ExtraBold"/>
                <a:ea typeface="Lexend ExtraBold"/>
                <a:cs typeface="Lexend ExtraBold"/>
                <a:sym typeface="Lexend ExtraBold"/>
              </a:defRPr>
            </a:lvl1pPr>
            <a:lvl2pPr lvl="1" rtl="0">
              <a:spcBef>
                <a:spcPts val="0"/>
              </a:spcBef>
              <a:spcAft>
                <a:spcPts val="0"/>
              </a:spcAft>
              <a:buClr>
                <a:schemeClr val="dk1"/>
              </a:buClr>
              <a:buSzPts val="3400"/>
              <a:buFont typeface="Lexend ExtraBold"/>
              <a:buNone/>
              <a:defRPr sz="3400">
                <a:solidFill>
                  <a:schemeClr val="dk1"/>
                </a:solidFill>
                <a:latin typeface="Lexend ExtraBold"/>
                <a:ea typeface="Lexend ExtraBold"/>
                <a:cs typeface="Lexend ExtraBold"/>
                <a:sym typeface="Lexend ExtraBold"/>
              </a:defRPr>
            </a:lvl2pPr>
            <a:lvl3pPr lvl="2" rtl="0">
              <a:spcBef>
                <a:spcPts val="0"/>
              </a:spcBef>
              <a:spcAft>
                <a:spcPts val="0"/>
              </a:spcAft>
              <a:buClr>
                <a:schemeClr val="dk1"/>
              </a:buClr>
              <a:buSzPts val="3400"/>
              <a:buFont typeface="Lexend ExtraBold"/>
              <a:buNone/>
              <a:defRPr sz="3400">
                <a:solidFill>
                  <a:schemeClr val="dk1"/>
                </a:solidFill>
                <a:latin typeface="Lexend ExtraBold"/>
                <a:ea typeface="Lexend ExtraBold"/>
                <a:cs typeface="Lexend ExtraBold"/>
                <a:sym typeface="Lexend ExtraBold"/>
              </a:defRPr>
            </a:lvl3pPr>
            <a:lvl4pPr lvl="3" rtl="0">
              <a:spcBef>
                <a:spcPts val="0"/>
              </a:spcBef>
              <a:spcAft>
                <a:spcPts val="0"/>
              </a:spcAft>
              <a:buClr>
                <a:schemeClr val="dk1"/>
              </a:buClr>
              <a:buSzPts val="3400"/>
              <a:buFont typeface="Lexend ExtraBold"/>
              <a:buNone/>
              <a:defRPr sz="3400">
                <a:solidFill>
                  <a:schemeClr val="dk1"/>
                </a:solidFill>
                <a:latin typeface="Lexend ExtraBold"/>
                <a:ea typeface="Lexend ExtraBold"/>
                <a:cs typeface="Lexend ExtraBold"/>
                <a:sym typeface="Lexend ExtraBold"/>
              </a:defRPr>
            </a:lvl4pPr>
            <a:lvl5pPr lvl="4" rtl="0">
              <a:spcBef>
                <a:spcPts val="0"/>
              </a:spcBef>
              <a:spcAft>
                <a:spcPts val="0"/>
              </a:spcAft>
              <a:buClr>
                <a:schemeClr val="dk1"/>
              </a:buClr>
              <a:buSzPts val="3400"/>
              <a:buFont typeface="Lexend ExtraBold"/>
              <a:buNone/>
              <a:defRPr sz="3400">
                <a:solidFill>
                  <a:schemeClr val="dk1"/>
                </a:solidFill>
                <a:latin typeface="Lexend ExtraBold"/>
                <a:ea typeface="Lexend ExtraBold"/>
                <a:cs typeface="Lexend ExtraBold"/>
                <a:sym typeface="Lexend ExtraBold"/>
              </a:defRPr>
            </a:lvl5pPr>
            <a:lvl6pPr lvl="5" rtl="0">
              <a:spcBef>
                <a:spcPts val="0"/>
              </a:spcBef>
              <a:spcAft>
                <a:spcPts val="0"/>
              </a:spcAft>
              <a:buClr>
                <a:schemeClr val="dk1"/>
              </a:buClr>
              <a:buSzPts val="3400"/>
              <a:buFont typeface="Lexend ExtraBold"/>
              <a:buNone/>
              <a:defRPr sz="3400">
                <a:solidFill>
                  <a:schemeClr val="dk1"/>
                </a:solidFill>
                <a:latin typeface="Lexend ExtraBold"/>
                <a:ea typeface="Lexend ExtraBold"/>
                <a:cs typeface="Lexend ExtraBold"/>
                <a:sym typeface="Lexend ExtraBold"/>
              </a:defRPr>
            </a:lvl6pPr>
            <a:lvl7pPr lvl="6" rtl="0">
              <a:spcBef>
                <a:spcPts val="0"/>
              </a:spcBef>
              <a:spcAft>
                <a:spcPts val="0"/>
              </a:spcAft>
              <a:buClr>
                <a:schemeClr val="dk1"/>
              </a:buClr>
              <a:buSzPts val="3400"/>
              <a:buFont typeface="Lexend ExtraBold"/>
              <a:buNone/>
              <a:defRPr sz="3400">
                <a:solidFill>
                  <a:schemeClr val="dk1"/>
                </a:solidFill>
                <a:latin typeface="Lexend ExtraBold"/>
                <a:ea typeface="Lexend ExtraBold"/>
                <a:cs typeface="Lexend ExtraBold"/>
                <a:sym typeface="Lexend ExtraBold"/>
              </a:defRPr>
            </a:lvl7pPr>
            <a:lvl8pPr lvl="7" rtl="0">
              <a:spcBef>
                <a:spcPts val="0"/>
              </a:spcBef>
              <a:spcAft>
                <a:spcPts val="0"/>
              </a:spcAft>
              <a:buClr>
                <a:schemeClr val="dk1"/>
              </a:buClr>
              <a:buSzPts val="3400"/>
              <a:buFont typeface="Lexend ExtraBold"/>
              <a:buNone/>
              <a:defRPr sz="3400">
                <a:solidFill>
                  <a:schemeClr val="dk1"/>
                </a:solidFill>
                <a:latin typeface="Lexend ExtraBold"/>
                <a:ea typeface="Lexend ExtraBold"/>
                <a:cs typeface="Lexend ExtraBold"/>
                <a:sym typeface="Lexend ExtraBold"/>
              </a:defRPr>
            </a:lvl8pPr>
            <a:lvl9pPr lvl="8" rtl="0">
              <a:spcBef>
                <a:spcPts val="0"/>
              </a:spcBef>
              <a:spcAft>
                <a:spcPts val="0"/>
              </a:spcAft>
              <a:buClr>
                <a:schemeClr val="dk1"/>
              </a:buClr>
              <a:buSzPts val="3400"/>
              <a:buFont typeface="Lexend ExtraBold"/>
              <a:buNone/>
              <a:defRPr sz="3400">
                <a:solidFill>
                  <a:schemeClr val="dk1"/>
                </a:solidFill>
                <a:latin typeface="Lexend ExtraBold"/>
                <a:ea typeface="Lexend ExtraBold"/>
                <a:cs typeface="Lexend ExtraBold"/>
                <a:sym typeface="Lexend ExtraBold"/>
              </a:defRPr>
            </a:lvl9pPr>
          </a:lstStyle>
          <a:p>
            <a:endParaRPr/>
          </a:p>
        </p:txBody>
      </p:sp>
      <p:sp>
        <p:nvSpPr>
          <p:cNvPr id="7" name="Google Shape;7;p1"/>
          <p:cNvSpPr txBox="1">
            <a:spLocks noGrp="1"/>
          </p:cNvSpPr>
          <p:nvPr>
            <p:ph type="body" idx="1"/>
          </p:nvPr>
        </p:nvSpPr>
        <p:spPr>
          <a:xfrm>
            <a:off x="720000" y="1142975"/>
            <a:ext cx="7704000" cy="33705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marL="914400" lvl="1" indent="-317500">
              <a:lnSpc>
                <a:spcPct val="100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marL="1371600" lvl="2" indent="-317500">
              <a:lnSpc>
                <a:spcPct val="100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marL="1828800" lvl="3" indent="-317500">
              <a:lnSpc>
                <a:spcPct val="100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marL="2286000" lvl="4" indent="-317500">
              <a:lnSpc>
                <a:spcPct val="100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marL="2743200" lvl="5" indent="-317500">
              <a:lnSpc>
                <a:spcPct val="100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marL="3200400" lvl="6" indent="-317500">
              <a:lnSpc>
                <a:spcPct val="100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marL="3657600" lvl="7" indent="-317500">
              <a:lnSpc>
                <a:spcPct val="100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marL="4114800" lvl="8" indent="-317500">
              <a:lnSpc>
                <a:spcPct val="100000"/>
              </a:lnSpc>
              <a:spcBef>
                <a:spcPts val="1600"/>
              </a:spcBef>
              <a:spcAft>
                <a:spcPts val="1600"/>
              </a:spcAft>
              <a:buClr>
                <a:schemeClr val="dk1"/>
              </a:buClr>
              <a:buSzPts val="1400"/>
              <a:buFont typeface="DM Sans"/>
              <a:buChar char="■"/>
              <a:defRPr>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6" r:id="rId3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hyperlink" Target="https://businesscasestudies.co.uk/identifying-customers-and-meeting-their-needs/" TargetMode="External"/><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hyperlink" Target="https://www.kaggle.com/datasets/utkalk/large-retail-data-set-for-eda" TargetMode="External"/><Relationship Id="rId2" Type="http://schemas.openxmlformats.org/officeDocument/2006/relationships/notesSlide" Target="../notesSlides/notesSlide17.xml"/><Relationship Id="rId1" Type="http://schemas.openxmlformats.org/officeDocument/2006/relationships/slideLayout" Target="../slideLayouts/slideLayout14.xml"/><Relationship Id="rId4" Type="http://schemas.openxmlformats.org/officeDocument/2006/relationships/image" Target="../media/image3.jpe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1.xml"/><Relationship Id="rId5" Type="http://schemas.openxmlformats.org/officeDocument/2006/relationships/image" Target="../media/image12.pn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1.xml"/><Relationship Id="rId5" Type="http://schemas.openxmlformats.org/officeDocument/2006/relationships/image" Target="../media/image14.png"/><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hyperlink" Target="https://www.kaggle.com/datasets/vivek468/superstore-dataset-final?resource=download" TargetMode="External"/><Relationship Id="rId2" Type="http://schemas.openxmlformats.org/officeDocument/2006/relationships/notesSlide" Target="../notesSlides/notesSlide27.xml"/><Relationship Id="rId1" Type="http://schemas.openxmlformats.org/officeDocument/2006/relationships/slideLayout" Target="../slideLayouts/slideLayout14.xml"/><Relationship Id="rId4" Type="http://schemas.openxmlformats.org/officeDocument/2006/relationships/image" Target="../media/image3.jpeg"/></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1.xml"/><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5.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5.xml"/></Relationships>
</file>

<file path=ppt/slides/_rels/slide4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90" name="Google Shape;590;p39"/>
          <p:cNvSpPr txBox="1">
            <a:spLocks noGrp="1"/>
          </p:cNvSpPr>
          <p:nvPr>
            <p:ph type="subTitle" idx="1"/>
          </p:nvPr>
        </p:nvSpPr>
        <p:spPr>
          <a:xfrm>
            <a:off x="716382" y="3901928"/>
            <a:ext cx="4194900" cy="341330"/>
          </a:xfrm>
          <a:prstGeom prst="rect">
            <a:avLst/>
          </a:prstGeom>
        </p:spPr>
        <p:txBody>
          <a:bodyPr spcFirstLastPara="1" wrap="square" lIns="91425" tIns="91425" rIns="91425" bIns="91425" anchor="t" anchorCtr="0">
            <a:noAutofit/>
          </a:bodyPr>
          <a:lstStyle/>
          <a:p>
            <a:pPr marL="0" indent="0" algn="l"/>
            <a:r>
              <a:rPr lang="en-US" sz="1100" err="1">
                <a:latin typeface="Calibri"/>
                <a:ea typeface="Calibri"/>
                <a:cs typeface="Calibri"/>
              </a:rPr>
              <a:t>Sungeun</a:t>
            </a:r>
            <a:r>
              <a:rPr lang="en-US" sz="1100">
                <a:latin typeface="Calibri"/>
                <a:ea typeface="Calibri"/>
                <a:cs typeface="Calibri"/>
              </a:rPr>
              <a:t> Kang (Kate), Clovis </a:t>
            </a:r>
            <a:r>
              <a:rPr lang="en-US" sz="1100" err="1">
                <a:latin typeface="Calibri"/>
                <a:ea typeface="Calibri"/>
                <a:cs typeface="Calibri"/>
              </a:rPr>
              <a:t>Ndang</a:t>
            </a:r>
            <a:r>
              <a:rPr lang="en-US" sz="1100">
                <a:latin typeface="Calibri"/>
                <a:ea typeface="Calibri"/>
                <a:cs typeface="Calibri"/>
              </a:rPr>
              <a:t>, Adebukola Aina, Suzana Mannan</a:t>
            </a:r>
            <a:endParaRPr lang="en" sz="1050"/>
          </a:p>
        </p:txBody>
      </p:sp>
      <p:grpSp>
        <p:nvGrpSpPr>
          <p:cNvPr id="591" name="Google Shape;591;p39"/>
          <p:cNvGrpSpPr/>
          <p:nvPr/>
        </p:nvGrpSpPr>
        <p:grpSpPr>
          <a:xfrm>
            <a:off x="7889456" y="2235328"/>
            <a:ext cx="673157" cy="753988"/>
            <a:chOff x="1784625" y="2271900"/>
            <a:chExt cx="387875" cy="434450"/>
          </a:xfrm>
        </p:grpSpPr>
        <p:sp>
          <p:nvSpPr>
            <p:cNvPr id="592" name="Google Shape;592;p39"/>
            <p:cNvSpPr/>
            <p:nvPr/>
          </p:nvSpPr>
          <p:spPr>
            <a:xfrm>
              <a:off x="1787250" y="2271900"/>
              <a:ext cx="357775" cy="414950"/>
            </a:xfrm>
            <a:custGeom>
              <a:avLst/>
              <a:gdLst/>
              <a:ahLst/>
              <a:cxnLst/>
              <a:rect l="l" t="t" r="r" b="b"/>
              <a:pathLst>
                <a:path w="14311" h="16598" extrusionOk="0">
                  <a:moveTo>
                    <a:pt x="9769" y="1"/>
                  </a:moveTo>
                  <a:cubicBezTo>
                    <a:pt x="9670" y="1"/>
                    <a:pt x="9570" y="34"/>
                    <a:pt x="9492" y="100"/>
                  </a:cubicBezTo>
                  <a:lnTo>
                    <a:pt x="7908" y="1527"/>
                  </a:lnTo>
                  <a:cubicBezTo>
                    <a:pt x="6717" y="2600"/>
                    <a:pt x="5538" y="3687"/>
                    <a:pt x="4321" y="4734"/>
                  </a:cubicBezTo>
                  <a:cubicBezTo>
                    <a:pt x="3902" y="5101"/>
                    <a:pt x="3863" y="5311"/>
                    <a:pt x="3732" y="5873"/>
                  </a:cubicBezTo>
                  <a:cubicBezTo>
                    <a:pt x="3313" y="7733"/>
                    <a:pt x="2488" y="9487"/>
                    <a:pt x="1310" y="11006"/>
                  </a:cubicBezTo>
                  <a:cubicBezTo>
                    <a:pt x="603" y="11922"/>
                    <a:pt x="0" y="12708"/>
                    <a:pt x="92" y="13912"/>
                  </a:cubicBezTo>
                  <a:cubicBezTo>
                    <a:pt x="118" y="14436"/>
                    <a:pt x="249" y="14959"/>
                    <a:pt x="459" y="15431"/>
                  </a:cubicBezTo>
                  <a:cubicBezTo>
                    <a:pt x="510" y="15546"/>
                    <a:pt x="1135" y="16598"/>
                    <a:pt x="1225" y="16598"/>
                  </a:cubicBezTo>
                  <a:cubicBezTo>
                    <a:pt x="1228" y="16598"/>
                    <a:pt x="1229" y="16597"/>
                    <a:pt x="1231" y="16596"/>
                  </a:cubicBezTo>
                  <a:lnTo>
                    <a:pt x="14310" y="4813"/>
                  </a:lnTo>
                  <a:lnTo>
                    <a:pt x="10081" y="139"/>
                  </a:lnTo>
                  <a:cubicBezTo>
                    <a:pt x="10003" y="47"/>
                    <a:pt x="9887" y="1"/>
                    <a:pt x="97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9"/>
            <p:cNvSpPr/>
            <p:nvPr/>
          </p:nvSpPr>
          <p:spPr>
            <a:xfrm>
              <a:off x="1818350" y="2391550"/>
              <a:ext cx="354150" cy="314800"/>
            </a:xfrm>
            <a:custGeom>
              <a:avLst/>
              <a:gdLst/>
              <a:ahLst/>
              <a:cxnLst/>
              <a:rect l="l" t="t" r="r" b="b"/>
              <a:pathLst>
                <a:path w="14166" h="12592" extrusionOk="0">
                  <a:moveTo>
                    <a:pt x="13079" y="1"/>
                  </a:moveTo>
                  <a:lnTo>
                    <a:pt x="7777" y="4766"/>
                  </a:lnTo>
                  <a:cubicBezTo>
                    <a:pt x="6599" y="5840"/>
                    <a:pt x="5394" y="6940"/>
                    <a:pt x="4294" y="7908"/>
                  </a:cubicBezTo>
                  <a:lnTo>
                    <a:pt x="236" y="11574"/>
                  </a:lnTo>
                  <a:cubicBezTo>
                    <a:pt x="13" y="11771"/>
                    <a:pt x="0" y="12111"/>
                    <a:pt x="196" y="12334"/>
                  </a:cubicBezTo>
                  <a:lnTo>
                    <a:pt x="275" y="12412"/>
                  </a:lnTo>
                  <a:cubicBezTo>
                    <a:pt x="381" y="12532"/>
                    <a:pt x="525" y="12592"/>
                    <a:pt x="671" y="12592"/>
                  </a:cubicBezTo>
                  <a:cubicBezTo>
                    <a:pt x="795" y="12592"/>
                    <a:pt x="919" y="12549"/>
                    <a:pt x="1021" y="12465"/>
                  </a:cubicBezTo>
                  <a:cubicBezTo>
                    <a:pt x="1283" y="12242"/>
                    <a:pt x="1571" y="11993"/>
                    <a:pt x="1610" y="11954"/>
                  </a:cubicBezTo>
                  <a:cubicBezTo>
                    <a:pt x="4124" y="9715"/>
                    <a:pt x="11456" y="3208"/>
                    <a:pt x="13852" y="1074"/>
                  </a:cubicBezTo>
                  <a:cubicBezTo>
                    <a:pt x="14166" y="786"/>
                    <a:pt x="14048" y="263"/>
                    <a:pt x="13629" y="145"/>
                  </a:cubicBezTo>
                  <a:lnTo>
                    <a:pt x="1307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9"/>
            <p:cNvSpPr/>
            <p:nvPr/>
          </p:nvSpPr>
          <p:spPr>
            <a:xfrm>
              <a:off x="1879550" y="2272050"/>
              <a:ext cx="166950" cy="139750"/>
            </a:xfrm>
            <a:custGeom>
              <a:avLst/>
              <a:gdLst/>
              <a:ahLst/>
              <a:cxnLst/>
              <a:rect l="l" t="t" r="r" b="b"/>
              <a:pathLst>
                <a:path w="6678" h="5590" extrusionOk="0">
                  <a:moveTo>
                    <a:pt x="6125" y="1"/>
                  </a:moveTo>
                  <a:cubicBezTo>
                    <a:pt x="5547" y="1"/>
                    <a:pt x="4167" y="866"/>
                    <a:pt x="2750" y="2149"/>
                  </a:cubicBezTo>
                  <a:cubicBezTo>
                    <a:pt x="1087" y="3642"/>
                    <a:pt x="0" y="5147"/>
                    <a:pt x="315" y="5514"/>
                  </a:cubicBezTo>
                  <a:cubicBezTo>
                    <a:pt x="361" y="5565"/>
                    <a:pt x="435" y="5589"/>
                    <a:pt x="531" y="5589"/>
                  </a:cubicBezTo>
                  <a:cubicBezTo>
                    <a:pt x="1105" y="5589"/>
                    <a:pt x="2491" y="4724"/>
                    <a:pt x="3915" y="3445"/>
                  </a:cubicBezTo>
                  <a:cubicBezTo>
                    <a:pt x="5591" y="1940"/>
                    <a:pt x="6677" y="434"/>
                    <a:pt x="6350" y="81"/>
                  </a:cubicBezTo>
                  <a:cubicBezTo>
                    <a:pt x="6302" y="27"/>
                    <a:pt x="6226" y="1"/>
                    <a:pt x="61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9"/>
            <p:cNvSpPr/>
            <p:nvPr/>
          </p:nvSpPr>
          <p:spPr>
            <a:xfrm>
              <a:off x="1784625" y="2592200"/>
              <a:ext cx="84475" cy="45525"/>
            </a:xfrm>
            <a:custGeom>
              <a:avLst/>
              <a:gdLst/>
              <a:ahLst/>
              <a:cxnLst/>
              <a:rect l="l" t="t" r="r" b="b"/>
              <a:pathLst>
                <a:path w="3379" h="1821" extrusionOk="0">
                  <a:moveTo>
                    <a:pt x="1" y="0"/>
                  </a:moveTo>
                  <a:lnTo>
                    <a:pt x="1" y="171"/>
                  </a:lnTo>
                  <a:cubicBezTo>
                    <a:pt x="1271" y="210"/>
                    <a:pt x="2462" y="812"/>
                    <a:pt x="3261" y="1820"/>
                  </a:cubicBezTo>
                  <a:lnTo>
                    <a:pt x="3378" y="1715"/>
                  </a:lnTo>
                  <a:cubicBezTo>
                    <a:pt x="2567" y="681"/>
                    <a:pt x="1323" y="53"/>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9"/>
            <p:cNvSpPr/>
            <p:nvPr/>
          </p:nvSpPr>
          <p:spPr>
            <a:xfrm>
              <a:off x="1840925" y="2388125"/>
              <a:ext cx="62550" cy="132425"/>
            </a:xfrm>
            <a:custGeom>
              <a:avLst/>
              <a:gdLst/>
              <a:ahLst/>
              <a:cxnLst/>
              <a:rect l="l" t="t" r="r" b="b"/>
              <a:pathLst>
                <a:path w="2502" h="5297" extrusionOk="0">
                  <a:moveTo>
                    <a:pt x="1537" y="1"/>
                  </a:moveTo>
                  <a:cubicBezTo>
                    <a:pt x="1505" y="1"/>
                    <a:pt x="1473" y="3"/>
                    <a:pt x="1441" y="7"/>
                  </a:cubicBezTo>
                  <a:cubicBezTo>
                    <a:pt x="668" y="151"/>
                    <a:pt x="747" y="989"/>
                    <a:pt x="747" y="1604"/>
                  </a:cubicBezTo>
                  <a:cubicBezTo>
                    <a:pt x="747" y="2782"/>
                    <a:pt x="498" y="4223"/>
                    <a:pt x="0" y="5296"/>
                  </a:cubicBezTo>
                  <a:lnTo>
                    <a:pt x="2331" y="2599"/>
                  </a:lnTo>
                  <a:cubicBezTo>
                    <a:pt x="2449" y="2167"/>
                    <a:pt x="2501" y="1722"/>
                    <a:pt x="2475" y="1277"/>
                  </a:cubicBezTo>
                  <a:cubicBezTo>
                    <a:pt x="2475" y="963"/>
                    <a:pt x="2383" y="662"/>
                    <a:pt x="2226" y="387"/>
                  </a:cubicBezTo>
                  <a:cubicBezTo>
                    <a:pt x="2073" y="152"/>
                    <a:pt x="1815" y="1"/>
                    <a:pt x="15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9"/>
            <p:cNvSpPr/>
            <p:nvPr/>
          </p:nvSpPr>
          <p:spPr>
            <a:xfrm>
              <a:off x="1840600" y="2466175"/>
              <a:ext cx="62525" cy="20000"/>
            </a:xfrm>
            <a:custGeom>
              <a:avLst/>
              <a:gdLst/>
              <a:ahLst/>
              <a:cxnLst/>
              <a:rect l="l" t="t" r="r" b="b"/>
              <a:pathLst>
                <a:path w="2501" h="800" extrusionOk="0">
                  <a:moveTo>
                    <a:pt x="40" y="1"/>
                  </a:moveTo>
                  <a:lnTo>
                    <a:pt x="0" y="158"/>
                  </a:lnTo>
                  <a:lnTo>
                    <a:pt x="2462" y="799"/>
                  </a:lnTo>
                  <a:lnTo>
                    <a:pt x="2501" y="642"/>
                  </a:lnTo>
                  <a:lnTo>
                    <a:pt x="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9"/>
            <p:cNvSpPr/>
            <p:nvPr/>
          </p:nvSpPr>
          <p:spPr>
            <a:xfrm>
              <a:off x="1841900" y="2444900"/>
              <a:ext cx="62550" cy="20000"/>
            </a:xfrm>
            <a:custGeom>
              <a:avLst/>
              <a:gdLst/>
              <a:ahLst/>
              <a:cxnLst/>
              <a:rect l="l" t="t" r="r" b="b"/>
              <a:pathLst>
                <a:path w="2502" h="800" extrusionOk="0">
                  <a:moveTo>
                    <a:pt x="40" y="1"/>
                  </a:moveTo>
                  <a:lnTo>
                    <a:pt x="1" y="158"/>
                  </a:lnTo>
                  <a:lnTo>
                    <a:pt x="2462" y="799"/>
                  </a:lnTo>
                  <a:lnTo>
                    <a:pt x="2501" y="655"/>
                  </a:lnTo>
                  <a:lnTo>
                    <a:pt x="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9"/>
            <p:cNvSpPr/>
            <p:nvPr/>
          </p:nvSpPr>
          <p:spPr>
            <a:xfrm>
              <a:off x="1832425" y="2487775"/>
              <a:ext cx="61550" cy="20000"/>
            </a:xfrm>
            <a:custGeom>
              <a:avLst/>
              <a:gdLst/>
              <a:ahLst/>
              <a:cxnLst/>
              <a:rect l="l" t="t" r="r" b="b"/>
              <a:pathLst>
                <a:path w="2462" h="800" extrusionOk="0">
                  <a:moveTo>
                    <a:pt x="26" y="1"/>
                  </a:moveTo>
                  <a:lnTo>
                    <a:pt x="0" y="158"/>
                  </a:lnTo>
                  <a:cubicBezTo>
                    <a:pt x="812" y="315"/>
                    <a:pt x="1623" y="525"/>
                    <a:pt x="2409" y="800"/>
                  </a:cubicBezTo>
                  <a:lnTo>
                    <a:pt x="2461" y="642"/>
                  </a:lnTo>
                  <a:cubicBezTo>
                    <a:pt x="1663" y="368"/>
                    <a:pt x="851" y="145"/>
                    <a:pt x="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0" name="Google Shape;600;p39"/>
          <p:cNvGrpSpPr/>
          <p:nvPr/>
        </p:nvGrpSpPr>
        <p:grpSpPr>
          <a:xfrm>
            <a:off x="7755690" y="3399036"/>
            <a:ext cx="683353" cy="694764"/>
            <a:chOff x="2247775" y="1520925"/>
            <a:chExt cx="393750" cy="400325"/>
          </a:xfrm>
        </p:grpSpPr>
        <p:sp>
          <p:nvSpPr>
            <p:cNvPr id="601" name="Google Shape;601;p39"/>
            <p:cNvSpPr/>
            <p:nvPr/>
          </p:nvSpPr>
          <p:spPr>
            <a:xfrm>
              <a:off x="2248425" y="1521250"/>
              <a:ext cx="393100" cy="400000"/>
            </a:xfrm>
            <a:custGeom>
              <a:avLst/>
              <a:gdLst/>
              <a:ahLst/>
              <a:cxnLst/>
              <a:rect l="l" t="t" r="r" b="b"/>
              <a:pathLst>
                <a:path w="15724" h="16000" extrusionOk="0">
                  <a:moveTo>
                    <a:pt x="9361" y="1"/>
                  </a:moveTo>
                  <a:lnTo>
                    <a:pt x="0" y="10108"/>
                  </a:lnTo>
                  <a:lnTo>
                    <a:pt x="6363" y="15999"/>
                  </a:lnTo>
                  <a:lnTo>
                    <a:pt x="15724" y="5905"/>
                  </a:lnTo>
                  <a:lnTo>
                    <a:pt x="936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9"/>
            <p:cNvSpPr/>
            <p:nvPr/>
          </p:nvSpPr>
          <p:spPr>
            <a:xfrm>
              <a:off x="2247775" y="1520925"/>
              <a:ext cx="236650" cy="255000"/>
            </a:xfrm>
            <a:custGeom>
              <a:avLst/>
              <a:gdLst/>
              <a:ahLst/>
              <a:cxnLst/>
              <a:rect l="l" t="t" r="r" b="b"/>
              <a:pathLst>
                <a:path w="9466" h="10200" extrusionOk="0">
                  <a:moveTo>
                    <a:pt x="9309" y="1"/>
                  </a:moveTo>
                  <a:cubicBezTo>
                    <a:pt x="9243" y="289"/>
                    <a:pt x="7908" y="7031"/>
                    <a:pt x="7803" y="7948"/>
                  </a:cubicBezTo>
                  <a:lnTo>
                    <a:pt x="0" y="10042"/>
                  </a:lnTo>
                  <a:lnTo>
                    <a:pt x="39" y="10200"/>
                  </a:lnTo>
                  <a:lnTo>
                    <a:pt x="7973" y="8079"/>
                  </a:lnTo>
                  <a:lnTo>
                    <a:pt x="7973" y="8013"/>
                  </a:lnTo>
                  <a:cubicBezTo>
                    <a:pt x="8012" y="7385"/>
                    <a:pt x="9453" y="105"/>
                    <a:pt x="9466" y="27"/>
                  </a:cubicBezTo>
                  <a:lnTo>
                    <a:pt x="93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6" name="Google Shape;606;p39"/>
          <p:cNvGrpSpPr/>
          <p:nvPr/>
        </p:nvGrpSpPr>
        <p:grpSpPr>
          <a:xfrm rot="407946">
            <a:off x="7564726" y="654693"/>
            <a:ext cx="907452" cy="839065"/>
            <a:chOff x="1774150" y="1280375"/>
            <a:chExt cx="443200" cy="409800"/>
          </a:xfrm>
        </p:grpSpPr>
        <p:sp>
          <p:nvSpPr>
            <p:cNvPr id="607" name="Google Shape;607;p39"/>
            <p:cNvSpPr/>
            <p:nvPr/>
          </p:nvSpPr>
          <p:spPr>
            <a:xfrm>
              <a:off x="1774150" y="1280375"/>
              <a:ext cx="443200" cy="409800"/>
            </a:xfrm>
            <a:custGeom>
              <a:avLst/>
              <a:gdLst/>
              <a:ahLst/>
              <a:cxnLst/>
              <a:rect l="l" t="t" r="r" b="b"/>
              <a:pathLst>
                <a:path w="17728" h="16392" extrusionOk="0">
                  <a:moveTo>
                    <a:pt x="6625" y="0"/>
                  </a:moveTo>
                  <a:lnTo>
                    <a:pt x="6625" y="0"/>
                  </a:lnTo>
                  <a:cubicBezTo>
                    <a:pt x="4661" y="26"/>
                    <a:pt x="2986" y="406"/>
                    <a:pt x="1716" y="2566"/>
                  </a:cubicBezTo>
                  <a:cubicBezTo>
                    <a:pt x="956" y="3823"/>
                    <a:pt x="485" y="5237"/>
                    <a:pt x="1" y="6625"/>
                  </a:cubicBezTo>
                  <a:cubicBezTo>
                    <a:pt x="1166" y="6913"/>
                    <a:pt x="2370" y="7057"/>
                    <a:pt x="3562" y="7096"/>
                  </a:cubicBezTo>
                  <a:cubicBezTo>
                    <a:pt x="3405" y="7096"/>
                    <a:pt x="3444" y="15802"/>
                    <a:pt x="3444" y="16391"/>
                  </a:cubicBezTo>
                  <a:lnTo>
                    <a:pt x="14297" y="16391"/>
                  </a:lnTo>
                  <a:cubicBezTo>
                    <a:pt x="14297" y="15789"/>
                    <a:pt x="14337" y="7096"/>
                    <a:pt x="14179" y="7096"/>
                  </a:cubicBezTo>
                  <a:cubicBezTo>
                    <a:pt x="15371" y="7057"/>
                    <a:pt x="16562" y="6913"/>
                    <a:pt x="17727" y="6625"/>
                  </a:cubicBezTo>
                  <a:cubicBezTo>
                    <a:pt x="17256" y="5237"/>
                    <a:pt x="16772" y="3823"/>
                    <a:pt x="16012" y="2566"/>
                  </a:cubicBezTo>
                  <a:cubicBezTo>
                    <a:pt x="14742" y="406"/>
                    <a:pt x="13067" y="26"/>
                    <a:pt x="11103" y="0"/>
                  </a:cubicBezTo>
                  <a:lnTo>
                    <a:pt x="11103" y="0"/>
                  </a:lnTo>
                  <a:cubicBezTo>
                    <a:pt x="11142" y="157"/>
                    <a:pt x="11155" y="314"/>
                    <a:pt x="11155" y="471"/>
                  </a:cubicBezTo>
                  <a:cubicBezTo>
                    <a:pt x="11155" y="1741"/>
                    <a:pt x="10134" y="2762"/>
                    <a:pt x="8864" y="2762"/>
                  </a:cubicBezTo>
                  <a:cubicBezTo>
                    <a:pt x="7594" y="2762"/>
                    <a:pt x="6573" y="1741"/>
                    <a:pt x="6573" y="471"/>
                  </a:cubicBezTo>
                  <a:cubicBezTo>
                    <a:pt x="6573" y="314"/>
                    <a:pt x="6586" y="157"/>
                    <a:pt x="66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9"/>
            <p:cNvSpPr/>
            <p:nvPr/>
          </p:nvSpPr>
          <p:spPr>
            <a:xfrm>
              <a:off x="1859900" y="1386975"/>
              <a:ext cx="22300" cy="73425"/>
            </a:xfrm>
            <a:custGeom>
              <a:avLst/>
              <a:gdLst/>
              <a:ahLst/>
              <a:cxnLst/>
              <a:rect l="l" t="t" r="r" b="b"/>
              <a:pathLst>
                <a:path w="892" h="2937" extrusionOk="0">
                  <a:moveTo>
                    <a:pt x="804" y="1"/>
                  </a:moveTo>
                  <a:cubicBezTo>
                    <a:pt x="769" y="1"/>
                    <a:pt x="734" y="24"/>
                    <a:pt x="734" y="56"/>
                  </a:cubicBezTo>
                  <a:lnTo>
                    <a:pt x="1" y="2845"/>
                  </a:lnTo>
                  <a:cubicBezTo>
                    <a:pt x="1" y="2884"/>
                    <a:pt x="14" y="2924"/>
                    <a:pt x="66" y="2937"/>
                  </a:cubicBezTo>
                  <a:lnTo>
                    <a:pt x="79" y="2937"/>
                  </a:lnTo>
                  <a:cubicBezTo>
                    <a:pt x="119" y="2937"/>
                    <a:pt x="158" y="2910"/>
                    <a:pt x="158" y="2884"/>
                  </a:cubicBezTo>
                  <a:lnTo>
                    <a:pt x="891" y="96"/>
                  </a:lnTo>
                  <a:cubicBezTo>
                    <a:pt x="891" y="56"/>
                    <a:pt x="865" y="4"/>
                    <a:pt x="826" y="4"/>
                  </a:cubicBezTo>
                  <a:cubicBezTo>
                    <a:pt x="819" y="2"/>
                    <a:pt x="811" y="1"/>
                    <a:pt x="8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9"/>
            <p:cNvSpPr/>
            <p:nvPr/>
          </p:nvSpPr>
          <p:spPr>
            <a:xfrm>
              <a:off x="2101125" y="1392925"/>
              <a:ext cx="31125" cy="66175"/>
            </a:xfrm>
            <a:custGeom>
              <a:avLst/>
              <a:gdLst/>
              <a:ahLst/>
              <a:cxnLst/>
              <a:rect l="l" t="t" r="r" b="b"/>
              <a:pathLst>
                <a:path w="1245" h="2647" extrusionOk="0">
                  <a:moveTo>
                    <a:pt x="101" y="1"/>
                  </a:moveTo>
                  <a:cubicBezTo>
                    <a:pt x="85" y="1"/>
                    <a:pt x="68" y="5"/>
                    <a:pt x="53" y="15"/>
                  </a:cubicBezTo>
                  <a:cubicBezTo>
                    <a:pt x="14" y="41"/>
                    <a:pt x="1" y="93"/>
                    <a:pt x="27" y="120"/>
                  </a:cubicBezTo>
                  <a:cubicBezTo>
                    <a:pt x="551" y="866"/>
                    <a:pt x="904" y="1704"/>
                    <a:pt x="1074" y="2581"/>
                  </a:cubicBezTo>
                  <a:cubicBezTo>
                    <a:pt x="1087" y="2620"/>
                    <a:pt x="1127" y="2646"/>
                    <a:pt x="1153" y="2646"/>
                  </a:cubicBezTo>
                  <a:lnTo>
                    <a:pt x="1179" y="2646"/>
                  </a:lnTo>
                  <a:cubicBezTo>
                    <a:pt x="1218" y="2633"/>
                    <a:pt x="1244" y="2594"/>
                    <a:pt x="1231" y="2555"/>
                  </a:cubicBezTo>
                  <a:cubicBezTo>
                    <a:pt x="1048" y="1651"/>
                    <a:pt x="695" y="787"/>
                    <a:pt x="158" y="28"/>
                  </a:cubicBezTo>
                  <a:cubicBezTo>
                    <a:pt x="150" y="12"/>
                    <a:pt x="127" y="1"/>
                    <a:pt x="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0" name="Google Shape;610;p39"/>
          <p:cNvGrpSpPr/>
          <p:nvPr/>
        </p:nvGrpSpPr>
        <p:grpSpPr>
          <a:xfrm>
            <a:off x="6393794" y="1058716"/>
            <a:ext cx="802712" cy="723877"/>
            <a:chOff x="1078950" y="1619675"/>
            <a:chExt cx="462525" cy="417100"/>
          </a:xfrm>
        </p:grpSpPr>
        <p:sp>
          <p:nvSpPr>
            <p:cNvPr id="611" name="Google Shape;611;p39"/>
            <p:cNvSpPr/>
            <p:nvPr/>
          </p:nvSpPr>
          <p:spPr>
            <a:xfrm>
              <a:off x="1078950" y="1619675"/>
              <a:ext cx="462525" cy="417100"/>
            </a:xfrm>
            <a:custGeom>
              <a:avLst/>
              <a:gdLst/>
              <a:ahLst/>
              <a:cxnLst/>
              <a:rect l="l" t="t" r="r" b="b"/>
              <a:pathLst>
                <a:path w="18501" h="16684" extrusionOk="0">
                  <a:moveTo>
                    <a:pt x="8236" y="0"/>
                  </a:moveTo>
                  <a:cubicBezTo>
                    <a:pt x="7952" y="0"/>
                    <a:pt x="7668" y="10"/>
                    <a:pt x="7385" y="31"/>
                  </a:cubicBezTo>
                  <a:cubicBezTo>
                    <a:pt x="5002" y="214"/>
                    <a:pt x="3968" y="1484"/>
                    <a:pt x="3104" y="3147"/>
                  </a:cubicBezTo>
                  <a:cubicBezTo>
                    <a:pt x="4361" y="3474"/>
                    <a:pt x="5054" y="4822"/>
                    <a:pt x="4609" y="6040"/>
                  </a:cubicBezTo>
                  <a:cubicBezTo>
                    <a:pt x="4275" y="6928"/>
                    <a:pt x="3440" y="7461"/>
                    <a:pt x="2560" y="7461"/>
                  </a:cubicBezTo>
                  <a:cubicBezTo>
                    <a:pt x="2233" y="7461"/>
                    <a:pt x="1900" y="7387"/>
                    <a:pt x="1585" y="7231"/>
                  </a:cubicBezTo>
                  <a:cubicBezTo>
                    <a:pt x="1454" y="7166"/>
                    <a:pt x="1323" y="7087"/>
                    <a:pt x="1205" y="6996"/>
                  </a:cubicBezTo>
                  <a:lnTo>
                    <a:pt x="1205" y="6996"/>
                  </a:lnTo>
                  <a:cubicBezTo>
                    <a:pt x="394" y="8685"/>
                    <a:pt x="1" y="10282"/>
                    <a:pt x="1310" y="12285"/>
                  </a:cubicBezTo>
                  <a:cubicBezTo>
                    <a:pt x="2069" y="13476"/>
                    <a:pt x="3077" y="14471"/>
                    <a:pt x="4072" y="15479"/>
                  </a:cubicBezTo>
                  <a:cubicBezTo>
                    <a:pt x="4806" y="14602"/>
                    <a:pt x="5447" y="13633"/>
                    <a:pt x="5971" y="12625"/>
                  </a:cubicBezTo>
                  <a:lnTo>
                    <a:pt x="5971" y="12625"/>
                  </a:lnTo>
                  <a:cubicBezTo>
                    <a:pt x="5905" y="12769"/>
                    <a:pt x="13381" y="16422"/>
                    <a:pt x="13892" y="16684"/>
                  </a:cubicBezTo>
                  <a:lnTo>
                    <a:pt x="18500" y="7389"/>
                  </a:lnTo>
                  <a:cubicBezTo>
                    <a:pt x="17985" y="7131"/>
                    <a:pt x="10795" y="3536"/>
                    <a:pt x="10485" y="3536"/>
                  </a:cubicBezTo>
                  <a:cubicBezTo>
                    <a:pt x="10479" y="3536"/>
                    <a:pt x="10476" y="3537"/>
                    <a:pt x="10475" y="3539"/>
                  </a:cubicBezTo>
                  <a:cubicBezTo>
                    <a:pt x="10959" y="2505"/>
                    <a:pt x="11339" y="1419"/>
                    <a:pt x="11600" y="293"/>
                  </a:cubicBezTo>
                  <a:cubicBezTo>
                    <a:pt x="10483" y="146"/>
                    <a:pt x="9357" y="0"/>
                    <a:pt x="823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9"/>
            <p:cNvSpPr/>
            <p:nvPr/>
          </p:nvSpPr>
          <p:spPr>
            <a:xfrm>
              <a:off x="1173625" y="1889650"/>
              <a:ext cx="56900" cy="48950"/>
            </a:xfrm>
            <a:custGeom>
              <a:avLst/>
              <a:gdLst/>
              <a:ahLst/>
              <a:cxnLst/>
              <a:rect l="l" t="t" r="r" b="b"/>
              <a:pathLst>
                <a:path w="2276" h="1958" extrusionOk="0">
                  <a:moveTo>
                    <a:pt x="118" y="0"/>
                  </a:moveTo>
                  <a:cubicBezTo>
                    <a:pt x="54" y="0"/>
                    <a:pt x="1" y="86"/>
                    <a:pt x="63" y="137"/>
                  </a:cubicBezTo>
                  <a:lnTo>
                    <a:pt x="2145" y="1944"/>
                  </a:lnTo>
                  <a:cubicBezTo>
                    <a:pt x="2158" y="1957"/>
                    <a:pt x="2171" y="1957"/>
                    <a:pt x="2197" y="1957"/>
                  </a:cubicBezTo>
                  <a:cubicBezTo>
                    <a:pt x="2210" y="1957"/>
                    <a:pt x="2236" y="1957"/>
                    <a:pt x="2249" y="1931"/>
                  </a:cubicBezTo>
                  <a:cubicBezTo>
                    <a:pt x="2276" y="1905"/>
                    <a:pt x="2276" y="1853"/>
                    <a:pt x="2249" y="1813"/>
                  </a:cubicBezTo>
                  <a:lnTo>
                    <a:pt x="168" y="20"/>
                  </a:lnTo>
                  <a:cubicBezTo>
                    <a:pt x="151" y="6"/>
                    <a:pt x="134" y="0"/>
                    <a:pt x="1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9"/>
            <p:cNvSpPr/>
            <p:nvPr/>
          </p:nvSpPr>
          <p:spPr>
            <a:xfrm>
              <a:off x="1274350" y="1699100"/>
              <a:ext cx="69100" cy="9400"/>
            </a:xfrm>
            <a:custGeom>
              <a:avLst/>
              <a:gdLst/>
              <a:ahLst/>
              <a:cxnLst/>
              <a:rect l="l" t="t" r="r" b="b"/>
              <a:pathLst>
                <a:path w="2764" h="376" extrusionOk="0">
                  <a:moveTo>
                    <a:pt x="1063" y="0"/>
                  </a:moveTo>
                  <a:cubicBezTo>
                    <a:pt x="735" y="0"/>
                    <a:pt x="407" y="25"/>
                    <a:pt x="79" y="74"/>
                  </a:cubicBezTo>
                  <a:cubicBezTo>
                    <a:pt x="40" y="74"/>
                    <a:pt x="1" y="114"/>
                    <a:pt x="14" y="153"/>
                  </a:cubicBezTo>
                  <a:cubicBezTo>
                    <a:pt x="27" y="205"/>
                    <a:pt x="66" y="232"/>
                    <a:pt x="106" y="232"/>
                  </a:cubicBezTo>
                  <a:cubicBezTo>
                    <a:pt x="413" y="184"/>
                    <a:pt x="723" y="161"/>
                    <a:pt x="1032" y="161"/>
                  </a:cubicBezTo>
                  <a:cubicBezTo>
                    <a:pt x="1577" y="161"/>
                    <a:pt x="2119" y="233"/>
                    <a:pt x="2645" y="376"/>
                  </a:cubicBezTo>
                  <a:lnTo>
                    <a:pt x="2672" y="376"/>
                  </a:lnTo>
                  <a:cubicBezTo>
                    <a:pt x="2711" y="376"/>
                    <a:pt x="2737" y="349"/>
                    <a:pt x="2750" y="310"/>
                  </a:cubicBezTo>
                  <a:cubicBezTo>
                    <a:pt x="2763" y="271"/>
                    <a:pt x="2737" y="232"/>
                    <a:pt x="2698" y="218"/>
                  </a:cubicBezTo>
                  <a:cubicBezTo>
                    <a:pt x="2157" y="71"/>
                    <a:pt x="1611" y="0"/>
                    <a:pt x="10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4" name="Google Shape;614;p39"/>
          <p:cNvGrpSpPr/>
          <p:nvPr/>
        </p:nvGrpSpPr>
        <p:grpSpPr>
          <a:xfrm>
            <a:off x="6897639" y="1739844"/>
            <a:ext cx="714071" cy="538612"/>
            <a:chOff x="1056050" y="2184175"/>
            <a:chExt cx="411450" cy="310350"/>
          </a:xfrm>
        </p:grpSpPr>
        <p:sp>
          <p:nvSpPr>
            <p:cNvPr id="615" name="Google Shape;615;p39"/>
            <p:cNvSpPr/>
            <p:nvPr/>
          </p:nvSpPr>
          <p:spPr>
            <a:xfrm>
              <a:off x="1056050" y="2184175"/>
              <a:ext cx="411450" cy="310350"/>
            </a:xfrm>
            <a:custGeom>
              <a:avLst/>
              <a:gdLst/>
              <a:ahLst/>
              <a:cxnLst/>
              <a:rect l="l" t="t" r="r" b="b"/>
              <a:pathLst>
                <a:path w="16458" h="12414" extrusionOk="0">
                  <a:moveTo>
                    <a:pt x="13881" y="0"/>
                  </a:moveTo>
                  <a:cubicBezTo>
                    <a:pt x="13867" y="0"/>
                    <a:pt x="13852" y="3"/>
                    <a:pt x="13839" y="9"/>
                  </a:cubicBezTo>
                  <a:lnTo>
                    <a:pt x="118" y="4211"/>
                  </a:lnTo>
                  <a:cubicBezTo>
                    <a:pt x="40" y="4237"/>
                    <a:pt x="0" y="4316"/>
                    <a:pt x="27" y="4381"/>
                  </a:cubicBezTo>
                  <a:lnTo>
                    <a:pt x="2449" y="12315"/>
                  </a:lnTo>
                  <a:cubicBezTo>
                    <a:pt x="2470" y="12369"/>
                    <a:pt x="2527" y="12414"/>
                    <a:pt x="2590" y="12414"/>
                  </a:cubicBezTo>
                  <a:cubicBezTo>
                    <a:pt x="2604" y="12414"/>
                    <a:pt x="2618" y="12411"/>
                    <a:pt x="2632" y="12407"/>
                  </a:cubicBezTo>
                  <a:lnTo>
                    <a:pt x="16353" y="8191"/>
                  </a:lnTo>
                  <a:cubicBezTo>
                    <a:pt x="16418" y="8178"/>
                    <a:pt x="16457" y="8099"/>
                    <a:pt x="16444" y="8021"/>
                  </a:cubicBezTo>
                  <a:lnTo>
                    <a:pt x="14009" y="100"/>
                  </a:lnTo>
                  <a:cubicBezTo>
                    <a:pt x="13988" y="38"/>
                    <a:pt x="13935" y="0"/>
                    <a:pt x="1388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9"/>
            <p:cNvSpPr/>
            <p:nvPr/>
          </p:nvSpPr>
          <p:spPr>
            <a:xfrm>
              <a:off x="1102525" y="2336900"/>
              <a:ext cx="357125" cy="131275"/>
            </a:xfrm>
            <a:custGeom>
              <a:avLst/>
              <a:gdLst/>
              <a:ahLst/>
              <a:cxnLst/>
              <a:rect l="l" t="t" r="r" b="b"/>
              <a:pathLst>
                <a:path w="14285" h="5251" extrusionOk="0">
                  <a:moveTo>
                    <a:pt x="13996" y="0"/>
                  </a:moveTo>
                  <a:lnTo>
                    <a:pt x="0" y="4282"/>
                  </a:lnTo>
                  <a:lnTo>
                    <a:pt x="302" y="5250"/>
                  </a:lnTo>
                  <a:lnTo>
                    <a:pt x="14284" y="956"/>
                  </a:lnTo>
                  <a:lnTo>
                    <a:pt x="139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9"/>
            <p:cNvSpPr/>
            <p:nvPr/>
          </p:nvSpPr>
          <p:spPr>
            <a:xfrm>
              <a:off x="1085175" y="2281175"/>
              <a:ext cx="92975" cy="67950"/>
            </a:xfrm>
            <a:custGeom>
              <a:avLst/>
              <a:gdLst/>
              <a:ahLst/>
              <a:cxnLst/>
              <a:rect l="l" t="t" r="r" b="b"/>
              <a:pathLst>
                <a:path w="3719" h="2718" extrusionOk="0">
                  <a:moveTo>
                    <a:pt x="3117" y="0"/>
                  </a:moveTo>
                  <a:cubicBezTo>
                    <a:pt x="3108" y="0"/>
                    <a:pt x="3099" y="2"/>
                    <a:pt x="3090" y="4"/>
                  </a:cubicBezTo>
                  <a:lnTo>
                    <a:pt x="79" y="933"/>
                  </a:lnTo>
                  <a:cubicBezTo>
                    <a:pt x="27" y="946"/>
                    <a:pt x="1" y="999"/>
                    <a:pt x="14" y="1051"/>
                  </a:cubicBezTo>
                  <a:lnTo>
                    <a:pt x="498" y="2648"/>
                  </a:lnTo>
                  <a:cubicBezTo>
                    <a:pt x="509" y="2692"/>
                    <a:pt x="556" y="2717"/>
                    <a:pt x="601" y="2717"/>
                  </a:cubicBezTo>
                  <a:cubicBezTo>
                    <a:pt x="611" y="2717"/>
                    <a:pt x="620" y="2716"/>
                    <a:pt x="629" y="2714"/>
                  </a:cubicBezTo>
                  <a:lnTo>
                    <a:pt x="3640" y="1784"/>
                  </a:lnTo>
                  <a:cubicBezTo>
                    <a:pt x="3693" y="1771"/>
                    <a:pt x="3719" y="1719"/>
                    <a:pt x="3706" y="1666"/>
                  </a:cubicBezTo>
                  <a:lnTo>
                    <a:pt x="3208" y="69"/>
                  </a:lnTo>
                  <a:cubicBezTo>
                    <a:pt x="3197" y="26"/>
                    <a:pt x="3160" y="0"/>
                    <a:pt x="31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9"/>
            <p:cNvSpPr/>
            <p:nvPr/>
          </p:nvSpPr>
          <p:spPr>
            <a:xfrm>
              <a:off x="1115950" y="2370600"/>
              <a:ext cx="124400" cy="55025"/>
            </a:xfrm>
            <a:custGeom>
              <a:avLst/>
              <a:gdLst/>
              <a:ahLst/>
              <a:cxnLst/>
              <a:rect l="l" t="t" r="r" b="b"/>
              <a:pathLst>
                <a:path w="4976" h="2201" extrusionOk="0">
                  <a:moveTo>
                    <a:pt x="4753" y="1"/>
                  </a:moveTo>
                  <a:lnTo>
                    <a:pt x="0" y="1454"/>
                  </a:lnTo>
                  <a:lnTo>
                    <a:pt x="236" y="2200"/>
                  </a:lnTo>
                  <a:lnTo>
                    <a:pt x="4975" y="747"/>
                  </a:lnTo>
                  <a:lnTo>
                    <a:pt x="475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9" name="Google Shape;619;p39"/>
          <p:cNvSpPr/>
          <p:nvPr/>
        </p:nvSpPr>
        <p:spPr>
          <a:xfrm>
            <a:off x="5769822" y="515687"/>
            <a:ext cx="302237" cy="568376"/>
          </a:xfrm>
          <a:custGeom>
            <a:avLst/>
            <a:gdLst/>
            <a:ahLst/>
            <a:cxnLst/>
            <a:rect l="l" t="t" r="r" b="b"/>
            <a:pathLst>
              <a:path w="6966" h="13100" extrusionOk="0">
                <a:moveTo>
                  <a:pt x="5945" y="0"/>
                </a:moveTo>
                <a:cubicBezTo>
                  <a:pt x="5682" y="0"/>
                  <a:pt x="5397" y="64"/>
                  <a:pt x="5133" y="138"/>
                </a:cubicBezTo>
                <a:cubicBezTo>
                  <a:pt x="3313" y="623"/>
                  <a:pt x="1624" y="2181"/>
                  <a:pt x="1" y="3150"/>
                </a:cubicBezTo>
                <a:lnTo>
                  <a:pt x="407" y="3974"/>
                </a:lnTo>
                <a:cubicBezTo>
                  <a:pt x="564" y="3909"/>
                  <a:pt x="708" y="3830"/>
                  <a:pt x="839" y="3752"/>
                </a:cubicBezTo>
                <a:cubicBezTo>
                  <a:pt x="1559" y="3320"/>
                  <a:pt x="2331" y="3006"/>
                  <a:pt x="3156" y="2835"/>
                </a:cubicBezTo>
                <a:lnTo>
                  <a:pt x="3156" y="2835"/>
                </a:lnTo>
                <a:cubicBezTo>
                  <a:pt x="3392" y="3726"/>
                  <a:pt x="2842" y="4655"/>
                  <a:pt x="2527" y="5467"/>
                </a:cubicBezTo>
                <a:cubicBezTo>
                  <a:pt x="2357" y="5860"/>
                  <a:pt x="2108" y="6370"/>
                  <a:pt x="2082" y="6815"/>
                </a:cubicBezTo>
                <a:cubicBezTo>
                  <a:pt x="2056" y="7680"/>
                  <a:pt x="2593" y="8491"/>
                  <a:pt x="2999" y="9211"/>
                </a:cubicBezTo>
                <a:cubicBezTo>
                  <a:pt x="3405" y="9944"/>
                  <a:pt x="3797" y="10665"/>
                  <a:pt x="4203" y="11385"/>
                </a:cubicBezTo>
                <a:cubicBezTo>
                  <a:pt x="4531" y="11974"/>
                  <a:pt x="4884" y="12615"/>
                  <a:pt x="5447" y="12995"/>
                </a:cubicBezTo>
                <a:cubicBezTo>
                  <a:pt x="5539" y="13073"/>
                  <a:pt x="5643" y="13100"/>
                  <a:pt x="5761" y="13100"/>
                </a:cubicBezTo>
                <a:cubicBezTo>
                  <a:pt x="5879" y="13073"/>
                  <a:pt x="5971" y="12982"/>
                  <a:pt x="6010" y="12864"/>
                </a:cubicBezTo>
                <a:cubicBezTo>
                  <a:pt x="6036" y="12746"/>
                  <a:pt x="6049" y="12628"/>
                  <a:pt x="6036" y="12511"/>
                </a:cubicBezTo>
                <a:cubicBezTo>
                  <a:pt x="6023" y="11817"/>
                  <a:pt x="6036" y="11136"/>
                  <a:pt x="6036" y="10442"/>
                </a:cubicBezTo>
                <a:cubicBezTo>
                  <a:pt x="6023" y="10102"/>
                  <a:pt x="5984" y="9761"/>
                  <a:pt x="5918" y="9421"/>
                </a:cubicBezTo>
                <a:lnTo>
                  <a:pt x="5866" y="9421"/>
                </a:lnTo>
                <a:lnTo>
                  <a:pt x="5054" y="9355"/>
                </a:lnTo>
                <a:cubicBezTo>
                  <a:pt x="5044" y="9359"/>
                  <a:pt x="5033" y="9360"/>
                  <a:pt x="5023" y="9360"/>
                </a:cubicBezTo>
                <a:cubicBezTo>
                  <a:pt x="4994" y="9360"/>
                  <a:pt x="4965" y="9348"/>
                  <a:pt x="4936" y="9329"/>
                </a:cubicBezTo>
                <a:cubicBezTo>
                  <a:pt x="4910" y="9290"/>
                  <a:pt x="4897" y="9251"/>
                  <a:pt x="4897" y="9211"/>
                </a:cubicBezTo>
                <a:cubicBezTo>
                  <a:pt x="4701" y="7837"/>
                  <a:pt x="4714" y="6331"/>
                  <a:pt x="5133" y="4996"/>
                </a:cubicBezTo>
                <a:cubicBezTo>
                  <a:pt x="5460" y="3935"/>
                  <a:pt x="6311" y="3150"/>
                  <a:pt x="6717" y="2128"/>
                </a:cubicBezTo>
                <a:cubicBezTo>
                  <a:pt x="6913" y="1696"/>
                  <a:pt x="6966" y="1199"/>
                  <a:pt x="6874" y="728"/>
                </a:cubicBezTo>
                <a:cubicBezTo>
                  <a:pt x="6744" y="168"/>
                  <a:pt x="6374" y="0"/>
                  <a:pt x="59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0" name="Google Shape;620;p39"/>
          <p:cNvGrpSpPr/>
          <p:nvPr/>
        </p:nvGrpSpPr>
        <p:grpSpPr>
          <a:xfrm>
            <a:off x="5510875" y="1320666"/>
            <a:ext cx="673174" cy="862229"/>
            <a:chOff x="423050" y="2039550"/>
            <a:chExt cx="318150" cy="407500"/>
          </a:xfrm>
        </p:grpSpPr>
        <p:sp>
          <p:nvSpPr>
            <p:cNvPr id="621" name="Google Shape;621;p39"/>
            <p:cNvSpPr/>
            <p:nvPr/>
          </p:nvSpPr>
          <p:spPr>
            <a:xfrm>
              <a:off x="423050" y="2039550"/>
              <a:ext cx="318150" cy="407500"/>
            </a:xfrm>
            <a:custGeom>
              <a:avLst/>
              <a:gdLst/>
              <a:ahLst/>
              <a:cxnLst/>
              <a:rect l="l" t="t" r="r" b="b"/>
              <a:pathLst>
                <a:path w="12726" h="16300" extrusionOk="0">
                  <a:moveTo>
                    <a:pt x="11315" y="0"/>
                  </a:moveTo>
                  <a:cubicBezTo>
                    <a:pt x="11239" y="0"/>
                    <a:pt x="11163" y="35"/>
                    <a:pt x="11115" y="98"/>
                  </a:cubicBezTo>
                  <a:lnTo>
                    <a:pt x="79" y="15076"/>
                  </a:lnTo>
                  <a:cubicBezTo>
                    <a:pt x="0" y="15181"/>
                    <a:pt x="26" y="15338"/>
                    <a:pt x="131" y="15416"/>
                  </a:cubicBezTo>
                  <a:lnTo>
                    <a:pt x="1270" y="16254"/>
                  </a:lnTo>
                  <a:cubicBezTo>
                    <a:pt x="1311" y="16285"/>
                    <a:pt x="1361" y="16300"/>
                    <a:pt x="1410" y="16300"/>
                  </a:cubicBezTo>
                  <a:cubicBezTo>
                    <a:pt x="1486" y="16300"/>
                    <a:pt x="1563" y="16265"/>
                    <a:pt x="1610" y="16202"/>
                  </a:cubicBezTo>
                  <a:lnTo>
                    <a:pt x="12647" y="1224"/>
                  </a:lnTo>
                  <a:cubicBezTo>
                    <a:pt x="12726" y="1120"/>
                    <a:pt x="12700" y="963"/>
                    <a:pt x="12595" y="884"/>
                  </a:cubicBezTo>
                  <a:lnTo>
                    <a:pt x="11456" y="46"/>
                  </a:lnTo>
                  <a:cubicBezTo>
                    <a:pt x="11414" y="15"/>
                    <a:pt x="11365" y="0"/>
                    <a:pt x="1131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9"/>
            <p:cNvSpPr/>
            <p:nvPr/>
          </p:nvSpPr>
          <p:spPr>
            <a:xfrm>
              <a:off x="529150" y="2194150"/>
              <a:ext cx="108300" cy="97850"/>
            </a:xfrm>
            <a:custGeom>
              <a:avLst/>
              <a:gdLst/>
              <a:ahLst/>
              <a:cxnLst/>
              <a:rect l="l" t="t" r="r" b="b"/>
              <a:pathLst>
                <a:path w="4332" h="3914" extrusionOk="0">
                  <a:moveTo>
                    <a:pt x="2136" y="0"/>
                  </a:moveTo>
                  <a:cubicBezTo>
                    <a:pt x="1023" y="0"/>
                    <a:pt x="0" y="972"/>
                    <a:pt x="194" y="2254"/>
                  </a:cubicBezTo>
                  <a:cubicBezTo>
                    <a:pt x="354" y="3301"/>
                    <a:pt x="1236" y="3914"/>
                    <a:pt x="2134" y="3914"/>
                  </a:cubicBezTo>
                  <a:cubicBezTo>
                    <a:pt x="2707" y="3914"/>
                    <a:pt x="3287" y="3664"/>
                    <a:pt x="3690" y="3118"/>
                  </a:cubicBezTo>
                  <a:cubicBezTo>
                    <a:pt x="4331" y="2254"/>
                    <a:pt x="4148" y="1023"/>
                    <a:pt x="3284" y="382"/>
                  </a:cubicBezTo>
                  <a:cubicBezTo>
                    <a:pt x="2922" y="118"/>
                    <a:pt x="2524" y="0"/>
                    <a:pt x="21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9"/>
            <p:cNvSpPr/>
            <p:nvPr/>
          </p:nvSpPr>
          <p:spPr>
            <a:xfrm>
              <a:off x="576875" y="2211900"/>
              <a:ext cx="34050" cy="52700"/>
            </a:xfrm>
            <a:custGeom>
              <a:avLst/>
              <a:gdLst/>
              <a:ahLst/>
              <a:cxnLst/>
              <a:rect l="l" t="t" r="r" b="b"/>
              <a:pathLst>
                <a:path w="1362" h="2108" extrusionOk="0">
                  <a:moveTo>
                    <a:pt x="1076" y="1"/>
                  </a:moveTo>
                  <a:cubicBezTo>
                    <a:pt x="1052" y="1"/>
                    <a:pt x="1028" y="12"/>
                    <a:pt x="1009" y="39"/>
                  </a:cubicBezTo>
                  <a:lnTo>
                    <a:pt x="0" y="1400"/>
                  </a:lnTo>
                  <a:lnTo>
                    <a:pt x="1218" y="2094"/>
                  </a:lnTo>
                  <a:cubicBezTo>
                    <a:pt x="1231" y="2094"/>
                    <a:pt x="1244" y="2107"/>
                    <a:pt x="1257" y="2107"/>
                  </a:cubicBezTo>
                  <a:cubicBezTo>
                    <a:pt x="1336" y="2107"/>
                    <a:pt x="1362" y="1989"/>
                    <a:pt x="1297" y="1950"/>
                  </a:cubicBezTo>
                  <a:lnTo>
                    <a:pt x="236" y="1348"/>
                  </a:lnTo>
                  <a:lnTo>
                    <a:pt x="1139" y="130"/>
                  </a:lnTo>
                  <a:cubicBezTo>
                    <a:pt x="1186" y="65"/>
                    <a:pt x="1134" y="1"/>
                    <a:pt x="107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9"/>
            <p:cNvSpPr/>
            <p:nvPr/>
          </p:nvSpPr>
          <p:spPr>
            <a:xfrm>
              <a:off x="620100" y="2171075"/>
              <a:ext cx="19650" cy="17700"/>
            </a:xfrm>
            <a:custGeom>
              <a:avLst/>
              <a:gdLst/>
              <a:ahLst/>
              <a:cxnLst/>
              <a:rect l="l" t="t" r="r" b="b"/>
              <a:pathLst>
                <a:path w="786" h="708" extrusionOk="0">
                  <a:moveTo>
                    <a:pt x="386" y="0"/>
                  </a:moveTo>
                  <a:cubicBezTo>
                    <a:pt x="182" y="0"/>
                    <a:pt x="0" y="179"/>
                    <a:pt x="39" y="402"/>
                  </a:cubicBezTo>
                  <a:cubicBezTo>
                    <a:pt x="63" y="593"/>
                    <a:pt x="223" y="707"/>
                    <a:pt x="386" y="707"/>
                  </a:cubicBezTo>
                  <a:cubicBezTo>
                    <a:pt x="491" y="707"/>
                    <a:pt x="596" y="661"/>
                    <a:pt x="667" y="559"/>
                  </a:cubicBezTo>
                  <a:cubicBezTo>
                    <a:pt x="785" y="402"/>
                    <a:pt x="746" y="192"/>
                    <a:pt x="602" y="74"/>
                  </a:cubicBezTo>
                  <a:cubicBezTo>
                    <a:pt x="533" y="23"/>
                    <a:pt x="458" y="0"/>
                    <a:pt x="3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9"/>
            <p:cNvSpPr/>
            <p:nvPr/>
          </p:nvSpPr>
          <p:spPr>
            <a:xfrm>
              <a:off x="641050" y="2142550"/>
              <a:ext cx="19650" cy="17750"/>
            </a:xfrm>
            <a:custGeom>
              <a:avLst/>
              <a:gdLst/>
              <a:ahLst/>
              <a:cxnLst/>
              <a:rect l="l" t="t" r="r" b="b"/>
              <a:pathLst>
                <a:path w="786" h="710" extrusionOk="0">
                  <a:moveTo>
                    <a:pt x="386" y="0"/>
                  </a:moveTo>
                  <a:cubicBezTo>
                    <a:pt x="186" y="0"/>
                    <a:pt x="0" y="174"/>
                    <a:pt x="39" y="404"/>
                  </a:cubicBezTo>
                  <a:cubicBezTo>
                    <a:pt x="71" y="595"/>
                    <a:pt x="229" y="709"/>
                    <a:pt x="393" y="709"/>
                  </a:cubicBezTo>
                  <a:cubicBezTo>
                    <a:pt x="497" y="709"/>
                    <a:pt x="604" y="663"/>
                    <a:pt x="680" y="561"/>
                  </a:cubicBezTo>
                  <a:cubicBezTo>
                    <a:pt x="785" y="404"/>
                    <a:pt x="759" y="194"/>
                    <a:pt x="602" y="76"/>
                  </a:cubicBezTo>
                  <a:cubicBezTo>
                    <a:pt x="535" y="23"/>
                    <a:pt x="460" y="0"/>
                    <a:pt x="3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9"/>
            <p:cNvSpPr/>
            <p:nvPr/>
          </p:nvSpPr>
          <p:spPr>
            <a:xfrm>
              <a:off x="662225" y="2113925"/>
              <a:ext cx="19750" cy="17750"/>
            </a:xfrm>
            <a:custGeom>
              <a:avLst/>
              <a:gdLst/>
              <a:ahLst/>
              <a:cxnLst/>
              <a:rect l="l" t="t" r="r" b="b"/>
              <a:pathLst>
                <a:path w="790" h="710" extrusionOk="0">
                  <a:moveTo>
                    <a:pt x="388" y="1"/>
                  </a:moveTo>
                  <a:cubicBezTo>
                    <a:pt x="188" y="1"/>
                    <a:pt x="0" y="176"/>
                    <a:pt x="30" y="410"/>
                  </a:cubicBezTo>
                  <a:cubicBezTo>
                    <a:pt x="61" y="601"/>
                    <a:pt x="224" y="709"/>
                    <a:pt x="388" y="709"/>
                  </a:cubicBezTo>
                  <a:cubicBezTo>
                    <a:pt x="493" y="709"/>
                    <a:pt x="599" y="664"/>
                    <a:pt x="671" y="567"/>
                  </a:cubicBezTo>
                  <a:cubicBezTo>
                    <a:pt x="789" y="410"/>
                    <a:pt x="750" y="187"/>
                    <a:pt x="593" y="69"/>
                  </a:cubicBezTo>
                  <a:cubicBezTo>
                    <a:pt x="529" y="22"/>
                    <a:pt x="457" y="1"/>
                    <a:pt x="38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7" name="Google Shape;627;p39"/>
          <p:cNvSpPr/>
          <p:nvPr/>
        </p:nvSpPr>
        <p:spPr>
          <a:xfrm>
            <a:off x="8439262" y="2579253"/>
            <a:ext cx="171034" cy="294297"/>
          </a:xfrm>
          <a:custGeom>
            <a:avLst/>
            <a:gdLst/>
            <a:ahLst/>
            <a:cxnLst/>
            <a:rect l="l" t="t" r="r" b="b"/>
            <a:pathLst>
              <a:path w="3942" h="6783" extrusionOk="0">
                <a:moveTo>
                  <a:pt x="2161" y="1"/>
                </a:moveTo>
                <a:lnTo>
                  <a:pt x="2082" y="577"/>
                </a:lnTo>
                <a:cubicBezTo>
                  <a:pt x="2059" y="576"/>
                  <a:pt x="2035" y="576"/>
                  <a:pt x="2012" y="576"/>
                </a:cubicBezTo>
                <a:cubicBezTo>
                  <a:pt x="1198" y="576"/>
                  <a:pt x="626" y="1017"/>
                  <a:pt x="511" y="1755"/>
                </a:cubicBezTo>
                <a:cubicBezTo>
                  <a:pt x="407" y="2554"/>
                  <a:pt x="865" y="3038"/>
                  <a:pt x="1952" y="3523"/>
                </a:cubicBezTo>
                <a:cubicBezTo>
                  <a:pt x="2829" y="3916"/>
                  <a:pt x="3038" y="4295"/>
                  <a:pt x="2973" y="4793"/>
                </a:cubicBezTo>
                <a:cubicBezTo>
                  <a:pt x="2906" y="5274"/>
                  <a:pt x="2570" y="5535"/>
                  <a:pt x="2040" y="5535"/>
                </a:cubicBezTo>
                <a:cubicBezTo>
                  <a:pt x="1951" y="5535"/>
                  <a:pt x="1856" y="5528"/>
                  <a:pt x="1755" y="5513"/>
                </a:cubicBezTo>
                <a:cubicBezTo>
                  <a:pt x="1127" y="5434"/>
                  <a:pt x="760" y="5068"/>
                  <a:pt x="708" y="4426"/>
                </a:cubicBezTo>
                <a:lnTo>
                  <a:pt x="14" y="4334"/>
                </a:lnTo>
                <a:lnTo>
                  <a:pt x="14" y="4334"/>
                </a:lnTo>
                <a:cubicBezTo>
                  <a:pt x="1" y="5120"/>
                  <a:pt x="420" y="5748"/>
                  <a:pt x="1336" y="5997"/>
                </a:cubicBezTo>
                <a:lnTo>
                  <a:pt x="1231" y="6691"/>
                </a:lnTo>
                <a:lnTo>
                  <a:pt x="1847" y="6783"/>
                </a:lnTo>
                <a:lnTo>
                  <a:pt x="1952" y="6089"/>
                </a:lnTo>
                <a:cubicBezTo>
                  <a:pt x="2000" y="6091"/>
                  <a:pt x="2047" y="6093"/>
                  <a:pt x="2094" y="6093"/>
                </a:cubicBezTo>
                <a:cubicBezTo>
                  <a:pt x="2973" y="6093"/>
                  <a:pt x="3581" y="5628"/>
                  <a:pt x="3693" y="4832"/>
                </a:cubicBezTo>
                <a:cubicBezTo>
                  <a:pt x="3798" y="4073"/>
                  <a:pt x="3510" y="3470"/>
                  <a:pt x="2253" y="2907"/>
                </a:cubicBezTo>
                <a:cubicBezTo>
                  <a:pt x="1428" y="2528"/>
                  <a:pt x="1166" y="2305"/>
                  <a:pt x="1231" y="1795"/>
                </a:cubicBezTo>
                <a:cubicBezTo>
                  <a:pt x="1290" y="1444"/>
                  <a:pt x="1525" y="1125"/>
                  <a:pt x="2067" y="1125"/>
                </a:cubicBezTo>
                <a:cubicBezTo>
                  <a:pt x="2133" y="1125"/>
                  <a:pt x="2204" y="1130"/>
                  <a:pt x="2279" y="1140"/>
                </a:cubicBezTo>
                <a:cubicBezTo>
                  <a:pt x="3038" y="1258"/>
                  <a:pt x="3195" y="1677"/>
                  <a:pt x="3221" y="2030"/>
                </a:cubicBezTo>
                <a:lnTo>
                  <a:pt x="3942" y="2135"/>
                </a:lnTo>
                <a:cubicBezTo>
                  <a:pt x="3942" y="1611"/>
                  <a:pt x="3732" y="917"/>
                  <a:pt x="2698" y="656"/>
                </a:cubicBezTo>
                <a:lnTo>
                  <a:pt x="2776" y="93"/>
                </a:lnTo>
                <a:lnTo>
                  <a:pt x="216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9"/>
          <p:cNvSpPr/>
          <p:nvPr/>
        </p:nvSpPr>
        <p:spPr>
          <a:xfrm>
            <a:off x="8260898" y="2558253"/>
            <a:ext cx="171034" cy="294297"/>
          </a:xfrm>
          <a:custGeom>
            <a:avLst/>
            <a:gdLst/>
            <a:ahLst/>
            <a:cxnLst/>
            <a:rect l="l" t="t" r="r" b="b"/>
            <a:pathLst>
              <a:path w="3942" h="6783" extrusionOk="0">
                <a:moveTo>
                  <a:pt x="2174" y="1"/>
                </a:moveTo>
                <a:lnTo>
                  <a:pt x="2083" y="577"/>
                </a:lnTo>
                <a:cubicBezTo>
                  <a:pt x="2059" y="576"/>
                  <a:pt x="2036" y="576"/>
                  <a:pt x="2013" y="576"/>
                </a:cubicBezTo>
                <a:cubicBezTo>
                  <a:pt x="1211" y="576"/>
                  <a:pt x="626" y="1017"/>
                  <a:pt x="525" y="1755"/>
                </a:cubicBezTo>
                <a:cubicBezTo>
                  <a:pt x="407" y="2554"/>
                  <a:pt x="865" y="3038"/>
                  <a:pt x="1952" y="3522"/>
                </a:cubicBezTo>
                <a:cubicBezTo>
                  <a:pt x="2829" y="3902"/>
                  <a:pt x="3051" y="4295"/>
                  <a:pt x="2973" y="4792"/>
                </a:cubicBezTo>
                <a:cubicBezTo>
                  <a:pt x="2906" y="5274"/>
                  <a:pt x="2580" y="5535"/>
                  <a:pt x="2045" y="5535"/>
                </a:cubicBezTo>
                <a:cubicBezTo>
                  <a:pt x="1954" y="5535"/>
                  <a:pt x="1858" y="5527"/>
                  <a:pt x="1755" y="5512"/>
                </a:cubicBezTo>
                <a:cubicBezTo>
                  <a:pt x="1127" y="5421"/>
                  <a:pt x="760" y="5067"/>
                  <a:pt x="721" y="4426"/>
                </a:cubicBezTo>
                <a:lnTo>
                  <a:pt x="14" y="4321"/>
                </a:lnTo>
                <a:lnTo>
                  <a:pt x="14" y="4321"/>
                </a:lnTo>
                <a:cubicBezTo>
                  <a:pt x="1" y="5120"/>
                  <a:pt x="420" y="5748"/>
                  <a:pt x="1336" y="5984"/>
                </a:cubicBezTo>
                <a:lnTo>
                  <a:pt x="1232" y="6691"/>
                </a:lnTo>
                <a:lnTo>
                  <a:pt x="1847" y="6782"/>
                </a:lnTo>
                <a:lnTo>
                  <a:pt x="1952" y="6088"/>
                </a:lnTo>
                <a:cubicBezTo>
                  <a:pt x="1989" y="6090"/>
                  <a:pt x="2027" y="6091"/>
                  <a:pt x="2064" y="6091"/>
                </a:cubicBezTo>
                <a:cubicBezTo>
                  <a:pt x="2959" y="6091"/>
                  <a:pt x="3580" y="5636"/>
                  <a:pt x="3693" y="4832"/>
                </a:cubicBezTo>
                <a:cubicBezTo>
                  <a:pt x="3811" y="4072"/>
                  <a:pt x="3510" y="3470"/>
                  <a:pt x="2253" y="2894"/>
                </a:cubicBezTo>
                <a:cubicBezTo>
                  <a:pt x="1441" y="2514"/>
                  <a:pt x="1166" y="2292"/>
                  <a:pt x="1245" y="1794"/>
                </a:cubicBezTo>
                <a:cubicBezTo>
                  <a:pt x="1291" y="1444"/>
                  <a:pt x="1536" y="1125"/>
                  <a:pt x="2071" y="1125"/>
                </a:cubicBezTo>
                <a:cubicBezTo>
                  <a:pt x="2136" y="1125"/>
                  <a:pt x="2205" y="1130"/>
                  <a:pt x="2279" y="1140"/>
                </a:cubicBezTo>
                <a:cubicBezTo>
                  <a:pt x="3038" y="1257"/>
                  <a:pt x="3208" y="1676"/>
                  <a:pt x="3222" y="2030"/>
                </a:cubicBezTo>
                <a:lnTo>
                  <a:pt x="3942" y="2135"/>
                </a:lnTo>
                <a:cubicBezTo>
                  <a:pt x="3942" y="1598"/>
                  <a:pt x="3732" y="917"/>
                  <a:pt x="2698" y="655"/>
                </a:cubicBezTo>
                <a:lnTo>
                  <a:pt x="2789" y="79"/>
                </a:lnTo>
                <a:lnTo>
                  <a:pt x="21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9" name="Google Shape;629;p39"/>
          <p:cNvGrpSpPr/>
          <p:nvPr/>
        </p:nvGrpSpPr>
        <p:grpSpPr>
          <a:xfrm>
            <a:off x="6936997" y="630007"/>
            <a:ext cx="456740" cy="497221"/>
            <a:chOff x="1340800" y="1348775"/>
            <a:chExt cx="263175" cy="286500"/>
          </a:xfrm>
        </p:grpSpPr>
        <p:sp>
          <p:nvSpPr>
            <p:cNvPr id="630" name="Google Shape;630;p39"/>
            <p:cNvSpPr/>
            <p:nvPr/>
          </p:nvSpPr>
          <p:spPr>
            <a:xfrm>
              <a:off x="1494950" y="1348775"/>
              <a:ext cx="109025" cy="185275"/>
            </a:xfrm>
            <a:custGeom>
              <a:avLst/>
              <a:gdLst/>
              <a:ahLst/>
              <a:cxnLst/>
              <a:rect l="l" t="t" r="r" b="b"/>
              <a:pathLst>
                <a:path w="4361" h="7411" extrusionOk="0">
                  <a:moveTo>
                    <a:pt x="66" y="0"/>
                  </a:moveTo>
                  <a:lnTo>
                    <a:pt x="1" y="144"/>
                  </a:lnTo>
                  <a:cubicBezTo>
                    <a:pt x="2816" y="1309"/>
                    <a:pt x="4164" y="4530"/>
                    <a:pt x="3025" y="7345"/>
                  </a:cubicBezTo>
                  <a:lnTo>
                    <a:pt x="3169" y="7410"/>
                  </a:lnTo>
                  <a:cubicBezTo>
                    <a:pt x="4361" y="4504"/>
                    <a:pt x="2960" y="1192"/>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9"/>
            <p:cNvSpPr/>
            <p:nvPr/>
          </p:nvSpPr>
          <p:spPr>
            <a:xfrm>
              <a:off x="1479250" y="1387400"/>
              <a:ext cx="77275" cy="130925"/>
            </a:xfrm>
            <a:custGeom>
              <a:avLst/>
              <a:gdLst/>
              <a:ahLst/>
              <a:cxnLst/>
              <a:rect l="l" t="t" r="r" b="b"/>
              <a:pathLst>
                <a:path w="3091" h="5237" extrusionOk="0">
                  <a:moveTo>
                    <a:pt x="53" y="0"/>
                  </a:moveTo>
                  <a:lnTo>
                    <a:pt x="1" y="157"/>
                  </a:lnTo>
                  <a:cubicBezTo>
                    <a:pt x="1964" y="956"/>
                    <a:pt x="2907" y="3208"/>
                    <a:pt x="2095" y="5172"/>
                  </a:cubicBezTo>
                  <a:lnTo>
                    <a:pt x="2252" y="5237"/>
                  </a:lnTo>
                  <a:cubicBezTo>
                    <a:pt x="3090" y="3195"/>
                    <a:pt x="2108" y="851"/>
                    <a:pt x="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9"/>
            <p:cNvSpPr/>
            <p:nvPr/>
          </p:nvSpPr>
          <p:spPr>
            <a:xfrm>
              <a:off x="1467150" y="1416525"/>
              <a:ext cx="53700" cy="90025"/>
            </a:xfrm>
            <a:custGeom>
              <a:avLst/>
              <a:gdLst/>
              <a:ahLst/>
              <a:cxnLst/>
              <a:rect l="l" t="t" r="r" b="b"/>
              <a:pathLst>
                <a:path w="2148" h="3601" extrusionOk="0">
                  <a:moveTo>
                    <a:pt x="66" y="0"/>
                  </a:moveTo>
                  <a:lnTo>
                    <a:pt x="0" y="144"/>
                  </a:lnTo>
                  <a:cubicBezTo>
                    <a:pt x="1336" y="694"/>
                    <a:pt x="1964" y="2213"/>
                    <a:pt x="1427" y="3535"/>
                  </a:cubicBezTo>
                  <a:lnTo>
                    <a:pt x="1571" y="3601"/>
                  </a:lnTo>
                  <a:cubicBezTo>
                    <a:pt x="2147" y="2200"/>
                    <a:pt x="1480" y="576"/>
                    <a:pt x="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9"/>
            <p:cNvSpPr/>
            <p:nvPr/>
          </p:nvSpPr>
          <p:spPr>
            <a:xfrm>
              <a:off x="1453725" y="1449575"/>
              <a:ext cx="26850" cy="43550"/>
            </a:xfrm>
            <a:custGeom>
              <a:avLst/>
              <a:gdLst/>
              <a:ahLst/>
              <a:cxnLst/>
              <a:rect l="l" t="t" r="r" b="b"/>
              <a:pathLst>
                <a:path w="1074" h="1742" extrusionOk="0">
                  <a:moveTo>
                    <a:pt x="66" y="1"/>
                  </a:moveTo>
                  <a:lnTo>
                    <a:pt x="0" y="145"/>
                  </a:lnTo>
                  <a:cubicBezTo>
                    <a:pt x="603" y="393"/>
                    <a:pt x="891" y="1087"/>
                    <a:pt x="642" y="1676"/>
                  </a:cubicBezTo>
                  <a:lnTo>
                    <a:pt x="799" y="1742"/>
                  </a:lnTo>
                  <a:cubicBezTo>
                    <a:pt x="1074" y="1061"/>
                    <a:pt x="747" y="276"/>
                    <a:pt x="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9"/>
            <p:cNvSpPr/>
            <p:nvPr/>
          </p:nvSpPr>
          <p:spPr>
            <a:xfrm>
              <a:off x="1340800" y="1392275"/>
              <a:ext cx="87100" cy="195450"/>
            </a:xfrm>
            <a:custGeom>
              <a:avLst/>
              <a:gdLst/>
              <a:ahLst/>
              <a:cxnLst/>
              <a:rect l="l" t="t" r="r" b="b"/>
              <a:pathLst>
                <a:path w="3484" h="7818" extrusionOk="0">
                  <a:moveTo>
                    <a:pt x="2159" y="1"/>
                  </a:moveTo>
                  <a:cubicBezTo>
                    <a:pt x="2151" y="1"/>
                    <a:pt x="2143" y="1"/>
                    <a:pt x="2135" y="2"/>
                  </a:cubicBezTo>
                  <a:cubicBezTo>
                    <a:pt x="1441" y="54"/>
                    <a:pt x="629" y="263"/>
                    <a:pt x="210" y="813"/>
                  </a:cubicBezTo>
                  <a:cubicBezTo>
                    <a:pt x="53" y="997"/>
                    <a:pt x="1" y="1232"/>
                    <a:pt x="66" y="1455"/>
                  </a:cubicBezTo>
                  <a:cubicBezTo>
                    <a:pt x="184" y="2005"/>
                    <a:pt x="341" y="2541"/>
                    <a:pt x="511" y="3078"/>
                  </a:cubicBezTo>
                  <a:cubicBezTo>
                    <a:pt x="721" y="3707"/>
                    <a:pt x="969" y="4322"/>
                    <a:pt x="1244" y="4924"/>
                  </a:cubicBezTo>
                  <a:cubicBezTo>
                    <a:pt x="1689" y="5958"/>
                    <a:pt x="2266" y="6927"/>
                    <a:pt x="2920" y="7818"/>
                  </a:cubicBezTo>
                  <a:lnTo>
                    <a:pt x="3483" y="7399"/>
                  </a:lnTo>
                  <a:cubicBezTo>
                    <a:pt x="2698" y="6338"/>
                    <a:pt x="2056" y="5160"/>
                    <a:pt x="1572" y="3929"/>
                  </a:cubicBezTo>
                  <a:cubicBezTo>
                    <a:pt x="1506" y="3772"/>
                    <a:pt x="1611" y="3602"/>
                    <a:pt x="1768" y="3576"/>
                  </a:cubicBezTo>
                  <a:cubicBezTo>
                    <a:pt x="2174" y="3510"/>
                    <a:pt x="2567" y="3379"/>
                    <a:pt x="2920" y="3183"/>
                  </a:cubicBezTo>
                  <a:cubicBezTo>
                    <a:pt x="3051" y="3117"/>
                    <a:pt x="3117" y="2973"/>
                    <a:pt x="3090" y="2843"/>
                  </a:cubicBezTo>
                  <a:cubicBezTo>
                    <a:pt x="3038" y="2607"/>
                    <a:pt x="2972" y="2371"/>
                    <a:pt x="2907" y="2136"/>
                  </a:cubicBezTo>
                  <a:cubicBezTo>
                    <a:pt x="2750" y="1520"/>
                    <a:pt x="2580" y="892"/>
                    <a:pt x="2462" y="250"/>
                  </a:cubicBezTo>
                  <a:cubicBezTo>
                    <a:pt x="2437" y="114"/>
                    <a:pt x="2306" y="1"/>
                    <a:pt x="215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9"/>
            <p:cNvSpPr/>
            <p:nvPr/>
          </p:nvSpPr>
          <p:spPr>
            <a:xfrm>
              <a:off x="1357175" y="1472825"/>
              <a:ext cx="149925" cy="162450"/>
            </a:xfrm>
            <a:custGeom>
              <a:avLst/>
              <a:gdLst/>
              <a:ahLst/>
              <a:cxnLst/>
              <a:rect l="l" t="t" r="r" b="b"/>
              <a:pathLst>
                <a:path w="5997" h="6498" extrusionOk="0">
                  <a:moveTo>
                    <a:pt x="668" y="0"/>
                  </a:moveTo>
                  <a:lnTo>
                    <a:pt x="0" y="210"/>
                  </a:lnTo>
                  <a:cubicBezTo>
                    <a:pt x="341" y="1270"/>
                    <a:pt x="812" y="2304"/>
                    <a:pt x="1375" y="3273"/>
                  </a:cubicBezTo>
                  <a:cubicBezTo>
                    <a:pt x="1702" y="3836"/>
                    <a:pt x="2056" y="4386"/>
                    <a:pt x="2448" y="4923"/>
                  </a:cubicBezTo>
                  <a:cubicBezTo>
                    <a:pt x="2776" y="5381"/>
                    <a:pt x="3129" y="5813"/>
                    <a:pt x="3496" y="6232"/>
                  </a:cubicBezTo>
                  <a:cubicBezTo>
                    <a:pt x="3625" y="6397"/>
                    <a:pt x="3818" y="6498"/>
                    <a:pt x="4026" y="6498"/>
                  </a:cubicBezTo>
                  <a:cubicBezTo>
                    <a:pt x="4050" y="6498"/>
                    <a:pt x="4074" y="6497"/>
                    <a:pt x="4098" y="6494"/>
                  </a:cubicBezTo>
                  <a:cubicBezTo>
                    <a:pt x="4805" y="6481"/>
                    <a:pt x="5460" y="5944"/>
                    <a:pt x="5905" y="5407"/>
                  </a:cubicBezTo>
                  <a:cubicBezTo>
                    <a:pt x="5996" y="5276"/>
                    <a:pt x="5996" y="5106"/>
                    <a:pt x="5892" y="4988"/>
                  </a:cubicBezTo>
                  <a:cubicBezTo>
                    <a:pt x="5447" y="4517"/>
                    <a:pt x="5028" y="4019"/>
                    <a:pt x="4609" y="3522"/>
                  </a:cubicBezTo>
                  <a:cubicBezTo>
                    <a:pt x="4465" y="3339"/>
                    <a:pt x="4308" y="3155"/>
                    <a:pt x="4150" y="2972"/>
                  </a:cubicBezTo>
                  <a:cubicBezTo>
                    <a:pt x="4089" y="2902"/>
                    <a:pt x="3999" y="2867"/>
                    <a:pt x="3907" y="2867"/>
                  </a:cubicBezTo>
                  <a:cubicBezTo>
                    <a:pt x="3861" y="2867"/>
                    <a:pt x="3814" y="2876"/>
                    <a:pt x="3771" y="2894"/>
                  </a:cubicBezTo>
                  <a:cubicBezTo>
                    <a:pt x="3404" y="3077"/>
                    <a:pt x="3077" y="3326"/>
                    <a:pt x="2789" y="3614"/>
                  </a:cubicBezTo>
                  <a:cubicBezTo>
                    <a:pt x="2736" y="3667"/>
                    <a:pt x="2667" y="3693"/>
                    <a:pt x="2599" y="3693"/>
                  </a:cubicBezTo>
                  <a:cubicBezTo>
                    <a:pt x="2515" y="3693"/>
                    <a:pt x="2433" y="3654"/>
                    <a:pt x="2383" y="3574"/>
                  </a:cubicBezTo>
                  <a:cubicBezTo>
                    <a:pt x="1663" y="2462"/>
                    <a:pt x="1087" y="1257"/>
                    <a:pt x="6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6" name="Google Shape;636;p39"/>
          <p:cNvGrpSpPr/>
          <p:nvPr/>
        </p:nvGrpSpPr>
        <p:grpSpPr>
          <a:xfrm>
            <a:off x="5459836" y="2378978"/>
            <a:ext cx="2158642" cy="1865532"/>
            <a:chOff x="452825" y="2798300"/>
            <a:chExt cx="1105975" cy="955850"/>
          </a:xfrm>
        </p:grpSpPr>
        <p:sp>
          <p:nvSpPr>
            <p:cNvPr id="637" name="Google Shape;637;p39"/>
            <p:cNvSpPr/>
            <p:nvPr/>
          </p:nvSpPr>
          <p:spPr>
            <a:xfrm>
              <a:off x="605350" y="2893325"/>
              <a:ext cx="237000" cy="187550"/>
            </a:xfrm>
            <a:custGeom>
              <a:avLst/>
              <a:gdLst/>
              <a:ahLst/>
              <a:cxnLst/>
              <a:rect l="l" t="t" r="r" b="b"/>
              <a:pathLst>
                <a:path w="9480" h="7502" extrusionOk="0">
                  <a:moveTo>
                    <a:pt x="5093" y="0"/>
                  </a:moveTo>
                  <a:lnTo>
                    <a:pt x="0" y="26"/>
                  </a:lnTo>
                  <a:lnTo>
                    <a:pt x="0" y="262"/>
                  </a:lnTo>
                  <a:lnTo>
                    <a:pt x="5093" y="236"/>
                  </a:lnTo>
                  <a:lnTo>
                    <a:pt x="5119" y="236"/>
                  </a:lnTo>
                  <a:cubicBezTo>
                    <a:pt x="6874" y="236"/>
                    <a:pt x="8275" y="1453"/>
                    <a:pt x="8484" y="3155"/>
                  </a:cubicBezTo>
                  <a:lnTo>
                    <a:pt x="9244" y="7502"/>
                  </a:lnTo>
                  <a:lnTo>
                    <a:pt x="9479" y="7463"/>
                  </a:lnTo>
                  <a:lnTo>
                    <a:pt x="8720" y="3116"/>
                  </a:lnTo>
                  <a:cubicBezTo>
                    <a:pt x="8510" y="1309"/>
                    <a:pt x="6992" y="0"/>
                    <a:pt x="51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9"/>
            <p:cNvSpPr/>
            <p:nvPr/>
          </p:nvSpPr>
          <p:spPr>
            <a:xfrm>
              <a:off x="1285150" y="2817050"/>
              <a:ext cx="273650" cy="273650"/>
            </a:xfrm>
            <a:custGeom>
              <a:avLst/>
              <a:gdLst/>
              <a:ahLst/>
              <a:cxnLst/>
              <a:rect l="l" t="t" r="r" b="b"/>
              <a:pathLst>
                <a:path w="10946" h="10946" extrusionOk="0">
                  <a:moveTo>
                    <a:pt x="4308" y="1"/>
                  </a:moveTo>
                  <a:lnTo>
                    <a:pt x="4203" y="2973"/>
                  </a:lnTo>
                  <a:lnTo>
                    <a:pt x="1729" y="1310"/>
                  </a:lnTo>
                  <a:lnTo>
                    <a:pt x="3130" y="3941"/>
                  </a:lnTo>
                  <a:lnTo>
                    <a:pt x="3130" y="3941"/>
                  </a:lnTo>
                  <a:lnTo>
                    <a:pt x="158" y="3732"/>
                  </a:lnTo>
                  <a:lnTo>
                    <a:pt x="158" y="3732"/>
                  </a:lnTo>
                  <a:lnTo>
                    <a:pt x="2685" y="5316"/>
                  </a:lnTo>
                  <a:lnTo>
                    <a:pt x="1" y="6625"/>
                  </a:lnTo>
                  <a:lnTo>
                    <a:pt x="2986" y="6743"/>
                  </a:lnTo>
                  <a:lnTo>
                    <a:pt x="1323" y="9217"/>
                  </a:lnTo>
                  <a:lnTo>
                    <a:pt x="3955" y="7817"/>
                  </a:lnTo>
                  <a:lnTo>
                    <a:pt x="3745" y="10789"/>
                  </a:lnTo>
                  <a:lnTo>
                    <a:pt x="5329" y="8262"/>
                  </a:lnTo>
                  <a:lnTo>
                    <a:pt x="6639" y="10946"/>
                  </a:lnTo>
                  <a:lnTo>
                    <a:pt x="6743" y="7961"/>
                  </a:lnTo>
                  <a:lnTo>
                    <a:pt x="9218" y="9623"/>
                  </a:lnTo>
                  <a:lnTo>
                    <a:pt x="9218" y="9623"/>
                  </a:lnTo>
                  <a:lnTo>
                    <a:pt x="7817" y="6992"/>
                  </a:lnTo>
                  <a:lnTo>
                    <a:pt x="10802" y="7201"/>
                  </a:lnTo>
                  <a:lnTo>
                    <a:pt x="8275" y="5617"/>
                  </a:lnTo>
                  <a:lnTo>
                    <a:pt x="10946" y="4308"/>
                  </a:lnTo>
                  <a:lnTo>
                    <a:pt x="7974" y="4203"/>
                  </a:lnTo>
                  <a:lnTo>
                    <a:pt x="9637" y="1729"/>
                  </a:lnTo>
                  <a:lnTo>
                    <a:pt x="9637" y="1729"/>
                  </a:lnTo>
                  <a:lnTo>
                    <a:pt x="7005" y="3117"/>
                  </a:lnTo>
                  <a:lnTo>
                    <a:pt x="7005" y="3117"/>
                  </a:lnTo>
                  <a:lnTo>
                    <a:pt x="7202" y="145"/>
                  </a:lnTo>
                  <a:lnTo>
                    <a:pt x="5617" y="2671"/>
                  </a:lnTo>
                  <a:lnTo>
                    <a:pt x="430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9"/>
            <p:cNvSpPr/>
            <p:nvPr/>
          </p:nvSpPr>
          <p:spPr>
            <a:xfrm>
              <a:off x="1390824" y="2910151"/>
              <a:ext cx="73325" cy="83425"/>
            </a:xfrm>
            <a:custGeom>
              <a:avLst/>
              <a:gdLst/>
              <a:ahLst/>
              <a:cxnLst/>
              <a:rect l="l" t="t" r="r" b="b"/>
              <a:pathLst>
                <a:path w="2933" h="3337" extrusionOk="0">
                  <a:moveTo>
                    <a:pt x="1682" y="1"/>
                  </a:moveTo>
                  <a:cubicBezTo>
                    <a:pt x="1511" y="1"/>
                    <a:pt x="1337" y="33"/>
                    <a:pt x="1178" y="102"/>
                  </a:cubicBezTo>
                  <a:cubicBezTo>
                    <a:pt x="825" y="220"/>
                    <a:pt x="537" y="482"/>
                    <a:pt x="393" y="835"/>
                  </a:cubicBezTo>
                  <a:cubicBezTo>
                    <a:pt x="275" y="1123"/>
                    <a:pt x="249" y="1451"/>
                    <a:pt x="314" y="1765"/>
                  </a:cubicBezTo>
                  <a:lnTo>
                    <a:pt x="0" y="1883"/>
                  </a:lnTo>
                  <a:lnTo>
                    <a:pt x="92" y="2105"/>
                  </a:lnTo>
                  <a:lnTo>
                    <a:pt x="367" y="2000"/>
                  </a:lnTo>
                  <a:cubicBezTo>
                    <a:pt x="380" y="2079"/>
                    <a:pt x="406" y="2144"/>
                    <a:pt x="432" y="2223"/>
                  </a:cubicBezTo>
                  <a:cubicBezTo>
                    <a:pt x="445" y="2236"/>
                    <a:pt x="458" y="2262"/>
                    <a:pt x="458" y="2288"/>
                  </a:cubicBezTo>
                  <a:lnTo>
                    <a:pt x="197" y="2393"/>
                  </a:lnTo>
                  <a:lnTo>
                    <a:pt x="288" y="2616"/>
                  </a:lnTo>
                  <a:lnTo>
                    <a:pt x="576" y="2511"/>
                  </a:lnTo>
                  <a:cubicBezTo>
                    <a:pt x="707" y="2799"/>
                    <a:pt x="930" y="3035"/>
                    <a:pt x="1205" y="3179"/>
                  </a:cubicBezTo>
                  <a:cubicBezTo>
                    <a:pt x="1399" y="3283"/>
                    <a:pt x="1614" y="3337"/>
                    <a:pt x="1829" y="3337"/>
                  </a:cubicBezTo>
                  <a:cubicBezTo>
                    <a:pt x="1991" y="3337"/>
                    <a:pt x="2152" y="3306"/>
                    <a:pt x="2304" y="3244"/>
                  </a:cubicBezTo>
                  <a:cubicBezTo>
                    <a:pt x="2553" y="3152"/>
                    <a:pt x="2776" y="2995"/>
                    <a:pt x="2933" y="2786"/>
                  </a:cubicBezTo>
                  <a:lnTo>
                    <a:pt x="2750" y="2524"/>
                  </a:lnTo>
                  <a:cubicBezTo>
                    <a:pt x="2606" y="2681"/>
                    <a:pt x="2435" y="2812"/>
                    <a:pt x="2239" y="2891"/>
                  </a:cubicBezTo>
                  <a:cubicBezTo>
                    <a:pt x="2122" y="2934"/>
                    <a:pt x="2000" y="2956"/>
                    <a:pt x="1879" y="2956"/>
                  </a:cubicBezTo>
                  <a:cubicBezTo>
                    <a:pt x="1741" y="2956"/>
                    <a:pt x="1605" y="2927"/>
                    <a:pt x="1480" y="2864"/>
                  </a:cubicBezTo>
                  <a:cubicBezTo>
                    <a:pt x="1270" y="2747"/>
                    <a:pt x="1100" y="2563"/>
                    <a:pt x="982" y="2354"/>
                  </a:cubicBezTo>
                  <a:lnTo>
                    <a:pt x="2304" y="1856"/>
                  </a:lnTo>
                  <a:lnTo>
                    <a:pt x="2213" y="1634"/>
                  </a:lnTo>
                  <a:lnTo>
                    <a:pt x="864" y="2144"/>
                  </a:lnTo>
                  <a:lnTo>
                    <a:pt x="838" y="2053"/>
                  </a:lnTo>
                  <a:cubicBezTo>
                    <a:pt x="812" y="1987"/>
                    <a:pt x="786" y="1922"/>
                    <a:pt x="773" y="1856"/>
                  </a:cubicBezTo>
                  <a:lnTo>
                    <a:pt x="2108" y="1346"/>
                  </a:lnTo>
                  <a:lnTo>
                    <a:pt x="2029" y="1123"/>
                  </a:lnTo>
                  <a:lnTo>
                    <a:pt x="720" y="1608"/>
                  </a:lnTo>
                  <a:cubicBezTo>
                    <a:pt x="681" y="1372"/>
                    <a:pt x="694" y="1136"/>
                    <a:pt x="786" y="914"/>
                  </a:cubicBezTo>
                  <a:cubicBezTo>
                    <a:pt x="877" y="678"/>
                    <a:pt x="1074" y="508"/>
                    <a:pt x="1309" y="416"/>
                  </a:cubicBezTo>
                  <a:cubicBezTo>
                    <a:pt x="1434" y="372"/>
                    <a:pt x="1565" y="345"/>
                    <a:pt x="1693" y="345"/>
                  </a:cubicBezTo>
                  <a:cubicBezTo>
                    <a:pt x="1754" y="345"/>
                    <a:pt x="1814" y="351"/>
                    <a:pt x="1872" y="364"/>
                  </a:cubicBezTo>
                  <a:lnTo>
                    <a:pt x="1846" y="10"/>
                  </a:lnTo>
                  <a:cubicBezTo>
                    <a:pt x="1792" y="4"/>
                    <a:pt x="1737" y="1"/>
                    <a:pt x="16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9"/>
            <p:cNvSpPr/>
            <p:nvPr/>
          </p:nvSpPr>
          <p:spPr>
            <a:xfrm>
              <a:off x="761475" y="3154175"/>
              <a:ext cx="539750" cy="271700"/>
            </a:xfrm>
            <a:custGeom>
              <a:avLst/>
              <a:gdLst/>
              <a:ahLst/>
              <a:cxnLst/>
              <a:rect l="l" t="t" r="r" b="b"/>
              <a:pathLst>
                <a:path w="21590" h="10868" extrusionOk="0">
                  <a:moveTo>
                    <a:pt x="0" y="1"/>
                  </a:moveTo>
                  <a:lnTo>
                    <a:pt x="1074" y="10867"/>
                  </a:lnTo>
                  <a:lnTo>
                    <a:pt x="21472" y="9558"/>
                  </a:lnTo>
                  <a:lnTo>
                    <a:pt x="215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9"/>
            <p:cNvSpPr/>
            <p:nvPr/>
          </p:nvSpPr>
          <p:spPr>
            <a:xfrm>
              <a:off x="849525" y="2817050"/>
              <a:ext cx="420275" cy="450075"/>
            </a:xfrm>
            <a:custGeom>
              <a:avLst/>
              <a:gdLst/>
              <a:ahLst/>
              <a:cxnLst/>
              <a:rect l="l" t="t" r="r" b="b"/>
              <a:pathLst>
                <a:path w="16811" h="18003" extrusionOk="0">
                  <a:moveTo>
                    <a:pt x="8864" y="1"/>
                  </a:moveTo>
                  <a:lnTo>
                    <a:pt x="0" y="3850"/>
                  </a:lnTo>
                  <a:lnTo>
                    <a:pt x="5001" y="18002"/>
                  </a:lnTo>
                  <a:lnTo>
                    <a:pt x="14847" y="13721"/>
                  </a:lnTo>
                  <a:lnTo>
                    <a:pt x="16811" y="12857"/>
                  </a:lnTo>
                  <a:lnTo>
                    <a:pt x="88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9"/>
            <p:cNvSpPr/>
            <p:nvPr/>
          </p:nvSpPr>
          <p:spPr>
            <a:xfrm>
              <a:off x="800425" y="2820975"/>
              <a:ext cx="420275" cy="467750"/>
            </a:xfrm>
            <a:custGeom>
              <a:avLst/>
              <a:gdLst/>
              <a:ahLst/>
              <a:cxnLst/>
              <a:rect l="l" t="t" r="r" b="b"/>
              <a:pathLst>
                <a:path w="16811" h="18710" extrusionOk="0">
                  <a:moveTo>
                    <a:pt x="10461" y="1"/>
                  </a:moveTo>
                  <a:lnTo>
                    <a:pt x="0" y="4557"/>
                  </a:lnTo>
                  <a:lnTo>
                    <a:pt x="4988" y="18709"/>
                  </a:lnTo>
                  <a:lnTo>
                    <a:pt x="16811" y="13564"/>
                  </a:lnTo>
                  <a:lnTo>
                    <a:pt x="104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9"/>
            <p:cNvSpPr/>
            <p:nvPr/>
          </p:nvSpPr>
          <p:spPr>
            <a:xfrm>
              <a:off x="832825" y="2798300"/>
              <a:ext cx="200000" cy="133650"/>
            </a:xfrm>
            <a:custGeom>
              <a:avLst/>
              <a:gdLst/>
              <a:ahLst/>
              <a:cxnLst/>
              <a:rect l="l" t="t" r="r" b="b"/>
              <a:pathLst>
                <a:path w="8000" h="5346" extrusionOk="0">
                  <a:moveTo>
                    <a:pt x="4537" y="0"/>
                  </a:moveTo>
                  <a:cubicBezTo>
                    <a:pt x="3986" y="0"/>
                    <a:pt x="3435" y="116"/>
                    <a:pt x="2920" y="345"/>
                  </a:cubicBezTo>
                  <a:cubicBezTo>
                    <a:pt x="930" y="1209"/>
                    <a:pt x="0" y="3448"/>
                    <a:pt x="812" y="5346"/>
                  </a:cubicBezTo>
                  <a:lnTo>
                    <a:pt x="1113" y="5215"/>
                  </a:lnTo>
                  <a:cubicBezTo>
                    <a:pt x="367" y="3474"/>
                    <a:pt x="1231" y="1418"/>
                    <a:pt x="3051" y="633"/>
                  </a:cubicBezTo>
                  <a:cubicBezTo>
                    <a:pt x="3523" y="418"/>
                    <a:pt x="4030" y="313"/>
                    <a:pt x="4539" y="313"/>
                  </a:cubicBezTo>
                  <a:cubicBezTo>
                    <a:pt x="4961" y="313"/>
                    <a:pt x="5383" y="386"/>
                    <a:pt x="5787" y="528"/>
                  </a:cubicBezTo>
                  <a:cubicBezTo>
                    <a:pt x="6638" y="842"/>
                    <a:pt x="7345" y="1497"/>
                    <a:pt x="7712" y="2335"/>
                  </a:cubicBezTo>
                  <a:lnTo>
                    <a:pt x="8000" y="2204"/>
                  </a:lnTo>
                  <a:cubicBezTo>
                    <a:pt x="7607" y="1287"/>
                    <a:pt x="6835" y="580"/>
                    <a:pt x="5892" y="240"/>
                  </a:cubicBezTo>
                  <a:cubicBezTo>
                    <a:pt x="5453" y="80"/>
                    <a:pt x="4995" y="0"/>
                    <a:pt x="45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9"/>
            <p:cNvSpPr/>
            <p:nvPr/>
          </p:nvSpPr>
          <p:spPr>
            <a:xfrm>
              <a:off x="1022650" y="2958050"/>
              <a:ext cx="393125" cy="430825"/>
            </a:xfrm>
            <a:custGeom>
              <a:avLst/>
              <a:gdLst/>
              <a:ahLst/>
              <a:cxnLst/>
              <a:rect l="l" t="t" r="r" b="b"/>
              <a:pathLst>
                <a:path w="15725" h="17233" extrusionOk="0">
                  <a:moveTo>
                    <a:pt x="7692" y="0"/>
                  </a:moveTo>
                  <a:cubicBezTo>
                    <a:pt x="7019" y="0"/>
                    <a:pt x="6339" y="91"/>
                    <a:pt x="5670" y="278"/>
                  </a:cubicBezTo>
                  <a:cubicBezTo>
                    <a:pt x="2724" y="1090"/>
                    <a:pt x="577" y="3617"/>
                    <a:pt x="224" y="6654"/>
                  </a:cubicBezTo>
                  <a:lnTo>
                    <a:pt x="224" y="6667"/>
                  </a:lnTo>
                  <a:cubicBezTo>
                    <a:pt x="80" y="7806"/>
                    <a:pt x="106" y="8985"/>
                    <a:pt x="66" y="10097"/>
                  </a:cubicBezTo>
                  <a:cubicBezTo>
                    <a:pt x="1" y="12480"/>
                    <a:pt x="53" y="14863"/>
                    <a:pt x="237" y="17233"/>
                  </a:cubicBezTo>
                  <a:cubicBezTo>
                    <a:pt x="1035" y="16146"/>
                    <a:pt x="2004" y="15190"/>
                    <a:pt x="3091" y="14392"/>
                  </a:cubicBezTo>
                  <a:cubicBezTo>
                    <a:pt x="3300" y="14208"/>
                    <a:pt x="3549" y="14090"/>
                    <a:pt x="3824" y="14064"/>
                  </a:cubicBezTo>
                  <a:cubicBezTo>
                    <a:pt x="3831" y="14064"/>
                    <a:pt x="3838" y="14064"/>
                    <a:pt x="3845" y="14064"/>
                  </a:cubicBezTo>
                  <a:cubicBezTo>
                    <a:pt x="4667" y="14064"/>
                    <a:pt x="5730" y="14825"/>
                    <a:pt x="6626" y="14941"/>
                  </a:cubicBezTo>
                  <a:cubicBezTo>
                    <a:pt x="6982" y="14992"/>
                    <a:pt x="7338" y="15017"/>
                    <a:pt x="7691" y="15017"/>
                  </a:cubicBezTo>
                  <a:cubicBezTo>
                    <a:pt x="10334" y="15017"/>
                    <a:pt x="12817" y="13622"/>
                    <a:pt x="14180" y="11289"/>
                  </a:cubicBezTo>
                  <a:cubicBezTo>
                    <a:pt x="15725" y="8657"/>
                    <a:pt x="15502" y="5345"/>
                    <a:pt x="13630" y="2923"/>
                  </a:cubicBezTo>
                  <a:cubicBezTo>
                    <a:pt x="12193" y="1051"/>
                    <a:pt x="9982" y="0"/>
                    <a:pt x="76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9"/>
            <p:cNvSpPr/>
            <p:nvPr/>
          </p:nvSpPr>
          <p:spPr>
            <a:xfrm>
              <a:off x="1132300" y="3095600"/>
              <a:ext cx="205575" cy="26200"/>
            </a:xfrm>
            <a:custGeom>
              <a:avLst/>
              <a:gdLst/>
              <a:ahLst/>
              <a:cxnLst/>
              <a:rect l="l" t="t" r="r" b="b"/>
              <a:pathLst>
                <a:path w="8223" h="1048" extrusionOk="0">
                  <a:moveTo>
                    <a:pt x="8223" y="1047"/>
                  </a:moveTo>
                  <a:lnTo>
                    <a:pt x="1"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9"/>
            <p:cNvSpPr/>
            <p:nvPr/>
          </p:nvSpPr>
          <p:spPr>
            <a:xfrm>
              <a:off x="1132975" y="3106050"/>
              <a:ext cx="205900" cy="30800"/>
            </a:xfrm>
            <a:custGeom>
              <a:avLst/>
              <a:gdLst/>
              <a:ahLst/>
              <a:cxnLst/>
              <a:rect l="l" t="t" r="r" b="b"/>
              <a:pathLst>
                <a:path w="8236" h="1232" extrusionOk="0">
                  <a:moveTo>
                    <a:pt x="13" y="1"/>
                  </a:moveTo>
                  <a:lnTo>
                    <a:pt x="0" y="158"/>
                  </a:lnTo>
                  <a:lnTo>
                    <a:pt x="8209" y="1232"/>
                  </a:lnTo>
                  <a:lnTo>
                    <a:pt x="8235" y="1075"/>
                  </a:lnTo>
                  <a:lnTo>
                    <a:pt x="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9"/>
            <p:cNvSpPr/>
            <p:nvPr/>
          </p:nvSpPr>
          <p:spPr>
            <a:xfrm>
              <a:off x="1125775" y="3146000"/>
              <a:ext cx="205875" cy="26200"/>
            </a:xfrm>
            <a:custGeom>
              <a:avLst/>
              <a:gdLst/>
              <a:ahLst/>
              <a:cxnLst/>
              <a:rect l="l" t="t" r="r" b="b"/>
              <a:pathLst>
                <a:path w="8235" h="1048" extrusionOk="0">
                  <a:moveTo>
                    <a:pt x="8235" y="1048"/>
                  </a:moveTo>
                  <a:lnTo>
                    <a:pt x="0"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9"/>
            <p:cNvSpPr/>
            <p:nvPr/>
          </p:nvSpPr>
          <p:spPr>
            <a:xfrm>
              <a:off x="1125775" y="3144350"/>
              <a:ext cx="206225" cy="30150"/>
            </a:xfrm>
            <a:custGeom>
              <a:avLst/>
              <a:gdLst/>
              <a:ahLst/>
              <a:cxnLst/>
              <a:rect l="l" t="t" r="r" b="b"/>
              <a:pathLst>
                <a:path w="8249" h="1206" extrusionOk="0">
                  <a:moveTo>
                    <a:pt x="13" y="1"/>
                  </a:moveTo>
                  <a:lnTo>
                    <a:pt x="0" y="158"/>
                  </a:lnTo>
                  <a:lnTo>
                    <a:pt x="8222" y="1205"/>
                  </a:lnTo>
                  <a:lnTo>
                    <a:pt x="8248" y="1035"/>
                  </a:lnTo>
                  <a:lnTo>
                    <a:pt x="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9"/>
            <p:cNvSpPr/>
            <p:nvPr/>
          </p:nvSpPr>
          <p:spPr>
            <a:xfrm>
              <a:off x="1260950" y="3078250"/>
              <a:ext cx="71050" cy="317825"/>
            </a:xfrm>
            <a:custGeom>
              <a:avLst/>
              <a:gdLst/>
              <a:ahLst/>
              <a:cxnLst/>
              <a:rect l="l" t="t" r="r" b="b"/>
              <a:pathLst>
                <a:path w="2842" h="12713" extrusionOk="0">
                  <a:moveTo>
                    <a:pt x="2684" y="0"/>
                  </a:moveTo>
                  <a:lnTo>
                    <a:pt x="0" y="12673"/>
                  </a:lnTo>
                  <a:lnTo>
                    <a:pt x="157" y="12713"/>
                  </a:lnTo>
                  <a:lnTo>
                    <a:pt x="2841" y="26"/>
                  </a:lnTo>
                  <a:lnTo>
                    <a:pt x="268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9"/>
            <p:cNvSpPr/>
            <p:nvPr/>
          </p:nvSpPr>
          <p:spPr>
            <a:xfrm>
              <a:off x="481300" y="2933575"/>
              <a:ext cx="1013350" cy="500800"/>
            </a:xfrm>
            <a:custGeom>
              <a:avLst/>
              <a:gdLst/>
              <a:ahLst/>
              <a:cxnLst/>
              <a:rect l="l" t="t" r="r" b="b"/>
              <a:pathLst>
                <a:path w="40534" h="20032" extrusionOk="0">
                  <a:moveTo>
                    <a:pt x="5106" y="0"/>
                  </a:moveTo>
                  <a:lnTo>
                    <a:pt x="0" y="27"/>
                  </a:lnTo>
                  <a:lnTo>
                    <a:pt x="0" y="275"/>
                  </a:lnTo>
                  <a:lnTo>
                    <a:pt x="5106" y="236"/>
                  </a:lnTo>
                  <a:lnTo>
                    <a:pt x="5120" y="236"/>
                  </a:lnTo>
                  <a:cubicBezTo>
                    <a:pt x="6874" y="236"/>
                    <a:pt x="8288" y="1467"/>
                    <a:pt x="8484" y="3156"/>
                  </a:cubicBezTo>
                  <a:lnTo>
                    <a:pt x="8825" y="6062"/>
                  </a:lnTo>
                  <a:lnTo>
                    <a:pt x="38793" y="5879"/>
                  </a:lnTo>
                  <a:cubicBezTo>
                    <a:pt x="38806" y="5878"/>
                    <a:pt x="38819" y="5878"/>
                    <a:pt x="38832" y="5878"/>
                  </a:cubicBezTo>
                  <a:cubicBezTo>
                    <a:pt x="39288" y="5878"/>
                    <a:pt x="39703" y="6099"/>
                    <a:pt x="39958" y="6468"/>
                  </a:cubicBezTo>
                  <a:cubicBezTo>
                    <a:pt x="40233" y="6874"/>
                    <a:pt x="40285" y="7384"/>
                    <a:pt x="40102" y="7830"/>
                  </a:cubicBezTo>
                  <a:lnTo>
                    <a:pt x="36528" y="16994"/>
                  </a:lnTo>
                  <a:cubicBezTo>
                    <a:pt x="36266" y="17649"/>
                    <a:pt x="35637" y="18081"/>
                    <a:pt x="34930" y="18094"/>
                  </a:cubicBezTo>
                  <a:lnTo>
                    <a:pt x="10658" y="19770"/>
                  </a:lnTo>
                  <a:lnTo>
                    <a:pt x="9152" y="6808"/>
                  </a:lnTo>
                  <a:lnTo>
                    <a:pt x="8916" y="6835"/>
                  </a:lnTo>
                  <a:lnTo>
                    <a:pt x="10448" y="20031"/>
                  </a:lnTo>
                  <a:lnTo>
                    <a:pt x="34930" y="18343"/>
                  </a:lnTo>
                  <a:cubicBezTo>
                    <a:pt x="35742" y="18329"/>
                    <a:pt x="36462" y="17832"/>
                    <a:pt x="36750" y="17073"/>
                  </a:cubicBezTo>
                  <a:lnTo>
                    <a:pt x="40324" y="7908"/>
                  </a:lnTo>
                  <a:cubicBezTo>
                    <a:pt x="40534" y="7397"/>
                    <a:pt x="40482" y="6795"/>
                    <a:pt x="40167" y="6337"/>
                  </a:cubicBezTo>
                  <a:cubicBezTo>
                    <a:pt x="39853" y="5892"/>
                    <a:pt x="39343" y="5630"/>
                    <a:pt x="38793" y="5630"/>
                  </a:cubicBezTo>
                  <a:lnTo>
                    <a:pt x="38780" y="5630"/>
                  </a:lnTo>
                  <a:lnTo>
                    <a:pt x="9034" y="5813"/>
                  </a:lnTo>
                  <a:lnTo>
                    <a:pt x="8720" y="3116"/>
                  </a:lnTo>
                  <a:cubicBezTo>
                    <a:pt x="8510" y="1310"/>
                    <a:pt x="6992" y="0"/>
                    <a:pt x="51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9"/>
            <p:cNvSpPr/>
            <p:nvPr/>
          </p:nvSpPr>
          <p:spPr>
            <a:xfrm>
              <a:off x="745425" y="3440900"/>
              <a:ext cx="574125" cy="235025"/>
            </a:xfrm>
            <a:custGeom>
              <a:avLst/>
              <a:gdLst/>
              <a:ahLst/>
              <a:cxnLst/>
              <a:rect l="l" t="t" r="r" b="b"/>
              <a:pathLst>
                <a:path w="22965" h="9401" extrusionOk="0">
                  <a:moveTo>
                    <a:pt x="237" y="0"/>
                  </a:moveTo>
                  <a:lnTo>
                    <a:pt x="1" y="40"/>
                  </a:lnTo>
                  <a:lnTo>
                    <a:pt x="1114" y="7397"/>
                  </a:lnTo>
                  <a:cubicBezTo>
                    <a:pt x="1296" y="8554"/>
                    <a:pt x="2277" y="9401"/>
                    <a:pt x="3431" y="9401"/>
                  </a:cubicBezTo>
                  <a:cubicBezTo>
                    <a:pt x="3440" y="9401"/>
                    <a:pt x="3448" y="9401"/>
                    <a:pt x="3457" y="9400"/>
                  </a:cubicBezTo>
                  <a:lnTo>
                    <a:pt x="3536" y="9400"/>
                  </a:lnTo>
                  <a:cubicBezTo>
                    <a:pt x="6794" y="9295"/>
                    <a:pt x="13408" y="9275"/>
                    <a:pt x="18009" y="9275"/>
                  </a:cubicBezTo>
                  <a:cubicBezTo>
                    <a:pt x="20841" y="9275"/>
                    <a:pt x="22910" y="9283"/>
                    <a:pt x="22965" y="9283"/>
                  </a:cubicBezTo>
                  <a:lnTo>
                    <a:pt x="22965" y="9047"/>
                  </a:lnTo>
                  <a:cubicBezTo>
                    <a:pt x="22910" y="9047"/>
                    <a:pt x="20841" y="9039"/>
                    <a:pt x="18009" y="9039"/>
                  </a:cubicBezTo>
                  <a:cubicBezTo>
                    <a:pt x="13408" y="9039"/>
                    <a:pt x="6794" y="9059"/>
                    <a:pt x="3536" y="9165"/>
                  </a:cubicBezTo>
                  <a:cubicBezTo>
                    <a:pt x="3509" y="9166"/>
                    <a:pt x="3483" y="9166"/>
                    <a:pt x="3457" y="9166"/>
                  </a:cubicBezTo>
                  <a:cubicBezTo>
                    <a:pt x="2404" y="9166"/>
                    <a:pt x="1516" y="8406"/>
                    <a:pt x="1362" y="7371"/>
                  </a:cubicBezTo>
                  <a:lnTo>
                    <a:pt x="2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9"/>
            <p:cNvSpPr/>
            <p:nvPr/>
          </p:nvSpPr>
          <p:spPr>
            <a:xfrm>
              <a:off x="845925" y="3624825"/>
              <a:ext cx="125375" cy="129325"/>
            </a:xfrm>
            <a:custGeom>
              <a:avLst/>
              <a:gdLst/>
              <a:ahLst/>
              <a:cxnLst/>
              <a:rect l="l" t="t" r="r" b="b"/>
              <a:pathLst>
                <a:path w="5015" h="5173" extrusionOk="0">
                  <a:moveTo>
                    <a:pt x="2440" y="1"/>
                  </a:moveTo>
                  <a:cubicBezTo>
                    <a:pt x="2426" y="1"/>
                    <a:pt x="2411" y="1"/>
                    <a:pt x="2396" y="1"/>
                  </a:cubicBezTo>
                  <a:cubicBezTo>
                    <a:pt x="1048" y="27"/>
                    <a:pt x="0" y="1192"/>
                    <a:pt x="66" y="2619"/>
                  </a:cubicBezTo>
                  <a:cubicBezTo>
                    <a:pt x="130" y="4031"/>
                    <a:pt x="1258" y="5173"/>
                    <a:pt x="2587" y="5173"/>
                  </a:cubicBezTo>
                  <a:cubicBezTo>
                    <a:pt x="2602" y="5173"/>
                    <a:pt x="2617" y="5173"/>
                    <a:pt x="2632" y="5172"/>
                  </a:cubicBezTo>
                  <a:cubicBezTo>
                    <a:pt x="3967" y="5146"/>
                    <a:pt x="5014" y="3981"/>
                    <a:pt x="4949" y="2554"/>
                  </a:cubicBezTo>
                  <a:cubicBezTo>
                    <a:pt x="4884" y="1156"/>
                    <a:pt x="3757" y="1"/>
                    <a:pt x="24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9"/>
            <p:cNvSpPr/>
            <p:nvPr/>
          </p:nvSpPr>
          <p:spPr>
            <a:xfrm>
              <a:off x="891750" y="3672300"/>
              <a:ext cx="34050" cy="34400"/>
            </a:xfrm>
            <a:custGeom>
              <a:avLst/>
              <a:gdLst/>
              <a:ahLst/>
              <a:cxnLst/>
              <a:rect l="l" t="t" r="r" b="b"/>
              <a:pathLst>
                <a:path w="1362" h="1376" extrusionOk="0">
                  <a:moveTo>
                    <a:pt x="655" y="0"/>
                  </a:moveTo>
                  <a:cubicBezTo>
                    <a:pt x="288" y="13"/>
                    <a:pt x="0" y="328"/>
                    <a:pt x="26" y="694"/>
                  </a:cubicBezTo>
                  <a:cubicBezTo>
                    <a:pt x="39" y="1061"/>
                    <a:pt x="340" y="1362"/>
                    <a:pt x="720" y="1375"/>
                  </a:cubicBezTo>
                  <a:cubicBezTo>
                    <a:pt x="1087" y="1362"/>
                    <a:pt x="1362" y="1048"/>
                    <a:pt x="1335" y="681"/>
                  </a:cubicBezTo>
                  <a:cubicBezTo>
                    <a:pt x="1322" y="302"/>
                    <a:pt x="1021" y="0"/>
                    <a:pt x="6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9"/>
            <p:cNvSpPr/>
            <p:nvPr/>
          </p:nvSpPr>
          <p:spPr>
            <a:xfrm>
              <a:off x="1131000" y="3621550"/>
              <a:ext cx="125375" cy="129325"/>
            </a:xfrm>
            <a:custGeom>
              <a:avLst/>
              <a:gdLst/>
              <a:ahLst/>
              <a:cxnLst/>
              <a:rect l="l" t="t" r="r" b="b"/>
              <a:pathLst>
                <a:path w="5015" h="5173" extrusionOk="0">
                  <a:moveTo>
                    <a:pt x="2428" y="1"/>
                  </a:moveTo>
                  <a:cubicBezTo>
                    <a:pt x="2413" y="1"/>
                    <a:pt x="2398" y="1"/>
                    <a:pt x="2383" y="1"/>
                  </a:cubicBezTo>
                  <a:cubicBezTo>
                    <a:pt x="1048" y="27"/>
                    <a:pt x="0" y="1193"/>
                    <a:pt x="66" y="2620"/>
                  </a:cubicBezTo>
                  <a:cubicBezTo>
                    <a:pt x="131" y="4038"/>
                    <a:pt x="1270" y="5173"/>
                    <a:pt x="2609" y="5173"/>
                  </a:cubicBezTo>
                  <a:cubicBezTo>
                    <a:pt x="2617" y="5173"/>
                    <a:pt x="2624" y="5173"/>
                    <a:pt x="2632" y="5173"/>
                  </a:cubicBezTo>
                  <a:cubicBezTo>
                    <a:pt x="3967" y="5159"/>
                    <a:pt x="5015" y="3981"/>
                    <a:pt x="4949" y="2554"/>
                  </a:cubicBezTo>
                  <a:cubicBezTo>
                    <a:pt x="4885" y="1156"/>
                    <a:pt x="3757" y="1"/>
                    <a:pt x="24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9"/>
            <p:cNvSpPr/>
            <p:nvPr/>
          </p:nvSpPr>
          <p:spPr>
            <a:xfrm>
              <a:off x="1176500" y="3669025"/>
              <a:ext cx="34375" cy="34400"/>
            </a:xfrm>
            <a:custGeom>
              <a:avLst/>
              <a:gdLst/>
              <a:ahLst/>
              <a:cxnLst/>
              <a:rect l="l" t="t" r="r" b="b"/>
              <a:pathLst>
                <a:path w="1375" h="1376" extrusionOk="0">
                  <a:moveTo>
                    <a:pt x="655" y="0"/>
                  </a:moveTo>
                  <a:cubicBezTo>
                    <a:pt x="288" y="14"/>
                    <a:pt x="0" y="328"/>
                    <a:pt x="40" y="694"/>
                  </a:cubicBezTo>
                  <a:cubicBezTo>
                    <a:pt x="40" y="1074"/>
                    <a:pt x="341" y="1375"/>
                    <a:pt x="720" y="1375"/>
                  </a:cubicBezTo>
                  <a:cubicBezTo>
                    <a:pt x="1087" y="1362"/>
                    <a:pt x="1375" y="1048"/>
                    <a:pt x="1336" y="681"/>
                  </a:cubicBezTo>
                  <a:cubicBezTo>
                    <a:pt x="1323" y="315"/>
                    <a:pt x="1021" y="14"/>
                    <a:pt x="6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9"/>
            <p:cNvSpPr/>
            <p:nvPr/>
          </p:nvSpPr>
          <p:spPr>
            <a:xfrm>
              <a:off x="1115950" y="3078900"/>
              <a:ext cx="34725" cy="326350"/>
            </a:xfrm>
            <a:custGeom>
              <a:avLst/>
              <a:gdLst/>
              <a:ahLst/>
              <a:cxnLst/>
              <a:rect l="l" t="t" r="r" b="b"/>
              <a:pathLst>
                <a:path w="1389" h="13054" extrusionOk="0">
                  <a:moveTo>
                    <a:pt x="1218" y="0"/>
                  </a:moveTo>
                  <a:lnTo>
                    <a:pt x="0" y="13040"/>
                  </a:lnTo>
                  <a:lnTo>
                    <a:pt x="157" y="13053"/>
                  </a:lnTo>
                  <a:lnTo>
                    <a:pt x="1388" y="13"/>
                  </a:lnTo>
                  <a:lnTo>
                    <a:pt x="12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9"/>
            <p:cNvSpPr/>
            <p:nvPr/>
          </p:nvSpPr>
          <p:spPr>
            <a:xfrm>
              <a:off x="973900" y="3080525"/>
              <a:ext cx="3950" cy="334875"/>
            </a:xfrm>
            <a:custGeom>
              <a:avLst/>
              <a:gdLst/>
              <a:ahLst/>
              <a:cxnLst/>
              <a:rect l="l" t="t" r="r" b="b"/>
              <a:pathLst>
                <a:path w="158" h="13395" extrusionOk="0">
                  <a:moveTo>
                    <a:pt x="0" y="1"/>
                  </a:moveTo>
                  <a:lnTo>
                    <a:pt x="0" y="13394"/>
                  </a:lnTo>
                  <a:lnTo>
                    <a:pt x="157" y="13394"/>
                  </a:lnTo>
                  <a:lnTo>
                    <a:pt x="1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9"/>
            <p:cNvSpPr/>
            <p:nvPr/>
          </p:nvSpPr>
          <p:spPr>
            <a:xfrm>
              <a:off x="802375" y="3081525"/>
              <a:ext cx="27850" cy="341400"/>
            </a:xfrm>
            <a:custGeom>
              <a:avLst/>
              <a:gdLst/>
              <a:ahLst/>
              <a:cxnLst/>
              <a:rect l="l" t="t" r="r" b="b"/>
              <a:pathLst>
                <a:path w="1114" h="13656" extrusionOk="0">
                  <a:moveTo>
                    <a:pt x="158" y="0"/>
                  </a:moveTo>
                  <a:lnTo>
                    <a:pt x="1" y="13"/>
                  </a:lnTo>
                  <a:lnTo>
                    <a:pt x="957" y="13655"/>
                  </a:lnTo>
                  <a:lnTo>
                    <a:pt x="1114" y="13642"/>
                  </a:lnTo>
                  <a:lnTo>
                    <a:pt x="1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9"/>
            <p:cNvSpPr/>
            <p:nvPr/>
          </p:nvSpPr>
          <p:spPr>
            <a:xfrm>
              <a:off x="732350" y="3320125"/>
              <a:ext cx="679500" cy="8200"/>
            </a:xfrm>
            <a:custGeom>
              <a:avLst/>
              <a:gdLst/>
              <a:ahLst/>
              <a:cxnLst/>
              <a:rect l="l" t="t" r="r" b="b"/>
              <a:pathLst>
                <a:path w="27180" h="328" extrusionOk="0">
                  <a:moveTo>
                    <a:pt x="27180" y="0"/>
                  </a:moveTo>
                  <a:lnTo>
                    <a:pt x="0" y="157"/>
                  </a:lnTo>
                  <a:lnTo>
                    <a:pt x="0" y="328"/>
                  </a:lnTo>
                  <a:lnTo>
                    <a:pt x="27180" y="157"/>
                  </a:lnTo>
                  <a:lnTo>
                    <a:pt x="271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9"/>
            <p:cNvSpPr/>
            <p:nvPr/>
          </p:nvSpPr>
          <p:spPr>
            <a:xfrm>
              <a:off x="716950" y="3198025"/>
              <a:ext cx="738750" cy="8550"/>
            </a:xfrm>
            <a:custGeom>
              <a:avLst/>
              <a:gdLst/>
              <a:ahLst/>
              <a:cxnLst/>
              <a:rect l="l" t="t" r="r" b="b"/>
              <a:pathLst>
                <a:path w="29550" h="342" extrusionOk="0">
                  <a:moveTo>
                    <a:pt x="29550" y="1"/>
                  </a:moveTo>
                  <a:lnTo>
                    <a:pt x="1" y="171"/>
                  </a:lnTo>
                  <a:lnTo>
                    <a:pt x="1" y="341"/>
                  </a:lnTo>
                  <a:lnTo>
                    <a:pt x="29550" y="158"/>
                  </a:lnTo>
                  <a:lnTo>
                    <a:pt x="2955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9"/>
            <p:cNvSpPr/>
            <p:nvPr/>
          </p:nvSpPr>
          <p:spPr>
            <a:xfrm>
              <a:off x="452825" y="2930300"/>
              <a:ext cx="124725" cy="32100"/>
            </a:xfrm>
            <a:custGeom>
              <a:avLst/>
              <a:gdLst/>
              <a:ahLst/>
              <a:cxnLst/>
              <a:rect l="l" t="t" r="r" b="b"/>
              <a:pathLst>
                <a:path w="4989" h="1284" extrusionOk="0">
                  <a:moveTo>
                    <a:pt x="642" y="1"/>
                  </a:moveTo>
                  <a:cubicBezTo>
                    <a:pt x="289" y="1"/>
                    <a:pt x="0" y="289"/>
                    <a:pt x="0" y="642"/>
                  </a:cubicBezTo>
                  <a:cubicBezTo>
                    <a:pt x="0" y="996"/>
                    <a:pt x="289" y="1284"/>
                    <a:pt x="642" y="1284"/>
                  </a:cubicBezTo>
                  <a:lnTo>
                    <a:pt x="4347" y="1284"/>
                  </a:lnTo>
                  <a:cubicBezTo>
                    <a:pt x="4701" y="1284"/>
                    <a:pt x="4989" y="996"/>
                    <a:pt x="4989" y="642"/>
                  </a:cubicBezTo>
                  <a:cubicBezTo>
                    <a:pt x="4989" y="289"/>
                    <a:pt x="4701" y="1"/>
                    <a:pt x="43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9"/>
            <p:cNvSpPr/>
            <p:nvPr/>
          </p:nvSpPr>
          <p:spPr>
            <a:xfrm>
              <a:off x="552325" y="2888400"/>
              <a:ext cx="124725" cy="32100"/>
            </a:xfrm>
            <a:custGeom>
              <a:avLst/>
              <a:gdLst/>
              <a:ahLst/>
              <a:cxnLst/>
              <a:rect l="l" t="t" r="r" b="b"/>
              <a:pathLst>
                <a:path w="4989" h="1284" extrusionOk="0">
                  <a:moveTo>
                    <a:pt x="642" y="1"/>
                  </a:moveTo>
                  <a:cubicBezTo>
                    <a:pt x="289" y="1"/>
                    <a:pt x="0" y="289"/>
                    <a:pt x="0" y="655"/>
                  </a:cubicBezTo>
                  <a:cubicBezTo>
                    <a:pt x="0" y="996"/>
                    <a:pt x="289" y="1284"/>
                    <a:pt x="642" y="1284"/>
                  </a:cubicBezTo>
                  <a:lnTo>
                    <a:pt x="4347" y="1284"/>
                  </a:lnTo>
                  <a:cubicBezTo>
                    <a:pt x="4687" y="1284"/>
                    <a:pt x="4976" y="996"/>
                    <a:pt x="4989" y="655"/>
                  </a:cubicBezTo>
                  <a:cubicBezTo>
                    <a:pt x="4989" y="289"/>
                    <a:pt x="4701" y="1"/>
                    <a:pt x="43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TextBox 3">
            <a:extLst>
              <a:ext uri="{FF2B5EF4-FFF2-40B4-BE49-F238E27FC236}">
                <a16:creationId xmlns:a16="http://schemas.microsoft.com/office/drawing/2014/main" id="{74D4F9F1-86A4-5E4B-1804-091A51EF70F9}"/>
              </a:ext>
            </a:extLst>
          </p:cNvPr>
          <p:cNvSpPr txBox="1"/>
          <p:nvPr/>
        </p:nvSpPr>
        <p:spPr>
          <a:xfrm>
            <a:off x="599441" y="261227"/>
            <a:ext cx="4433454"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b="1">
                <a:latin typeface="Lexend"/>
              </a:rPr>
              <a:t>Mapping the Modern Customer: </a:t>
            </a:r>
            <a:r>
              <a:rPr lang="en-US" sz="4400">
                <a:latin typeface="Lexend"/>
              </a:rPr>
              <a:t>A Business Case Exploration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3" name="Google Shape;1003;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2</a:t>
            </a:fld>
            <a:endParaRPr b="1">
              <a:latin typeface="Open Sans"/>
              <a:ea typeface="Open Sans"/>
              <a:cs typeface="Open Sans"/>
              <a:sym typeface="Open Sans"/>
            </a:endParaRPr>
          </a:p>
        </p:txBody>
      </p:sp>
      <p:sp>
        <p:nvSpPr>
          <p:cNvPr id="3" name="Rectangle 2">
            <a:extLst>
              <a:ext uri="{FF2B5EF4-FFF2-40B4-BE49-F238E27FC236}">
                <a16:creationId xmlns:a16="http://schemas.microsoft.com/office/drawing/2014/main" id="{31C7EAB4-663D-EE42-8FA6-44CDCBABE25A}"/>
              </a:ext>
            </a:extLst>
          </p:cNvPr>
          <p:cNvSpPr/>
          <p:nvPr/>
        </p:nvSpPr>
        <p:spPr>
          <a:xfrm>
            <a:off x="1401792" y="1509622"/>
            <a:ext cx="6534509" cy="2102688"/>
          </a:xfrm>
          <a:prstGeom prst="rect">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2" name="Google Shape;1002;p38"/>
          <p:cNvSpPr txBox="1">
            <a:spLocks noGrp="1"/>
          </p:cNvSpPr>
          <p:nvPr>
            <p:ph type="title"/>
          </p:nvPr>
        </p:nvSpPr>
        <p:spPr>
          <a:xfrm>
            <a:off x="1929240" y="1734456"/>
            <a:ext cx="5798848" cy="1014803"/>
          </a:xfrm>
          <a:prstGeom prst="rect">
            <a:avLst/>
          </a:prstGeom>
        </p:spPr>
        <p:txBody>
          <a:bodyPr spcFirstLastPara="1" wrap="square" lIns="91425" tIns="91425" rIns="91425" bIns="91425" anchor="t" anchorCtr="0">
            <a:noAutofit/>
          </a:bodyPr>
          <a:lstStyle/>
          <a:p>
            <a:pPr algn="ctr"/>
            <a:r>
              <a:rPr lang="en" sz="4800">
                <a:solidFill>
                  <a:schemeClr val="bg1"/>
                </a:solidFill>
                <a:latin typeface="Lexend"/>
              </a:rPr>
              <a:t>BUSINESS UNDERSTANDING</a:t>
            </a:r>
          </a:p>
        </p:txBody>
      </p:sp>
      <p:sp>
        <p:nvSpPr>
          <p:cNvPr id="4" name="TextBox 3">
            <a:extLst>
              <a:ext uri="{FF2B5EF4-FFF2-40B4-BE49-F238E27FC236}">
                <a16:creationId xmlns:a16="http://schemas.microsoft.com/office/drawing/2014/main" id="{E153A50F-46A2-6761-ED10-4467B977AB1E}"/>
              </a:ext>
            </a:extLst>
          </p:cNvPr>
          <p:cNvSpPr txBox="1"/>
          <p:nvPr/>
        </p:nvSpPr>
        <p:spPr>
          <a:xfrm>
            <a:off x="2976112" y="3666226"/>
            <a:ext cx="407598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solidFill>
                  <a:schemeClr val="accent2"/>
                </a:solidFill>
                <a:latin typeface="Lexend"/>
              </a:rPr>
              <a:t>HIGH LEVEL</a:t>
            </a:r>
          </a:p>
        </p:txBody>
      </p:sp>
    </p:spTree>
    <p:extLst>
      <p:ext uri="{BB962C8B-B14F-4D97-AF65-F5344CB8AC3E}">
        <p14:creationId xmlns:p14="http://schemas.microsoft.com/office/powerpoint/2010/main" val="1240340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sp>
        <p:nvSpPr>
          <p:cNvPr id="725" name="Google Shape;725;p42"/>
          <p:cNvSpPr txBox="1">
            <a:spLocks noGrp="1"/>
          </p:cNvSpPr>
          <p:nvPr>
            <p:ph type="title"/>
          </p:nvPr>
        </p:nvSpPr>
        <p:spPr>
          <a:xfrm>
            <a:off x="342491" y="964820"/>
            <a:ext cx="5683841" cy="3344608"/>
          </a:xfrm>
          <a:prstGeom prst="rect">
            <a:avLst/>
          </a:prstGeom>
        </p:spPr>
        <p:txBody>
          <a:bodyPr spcFirstLastPara="1" wrap="square" lIns="91425" tIns="91425" rIns="91425" bIns="91425" anchor="t" anchorCtr="0">
            <a:noAutofit/>
          </a:bodyPr>
          <a:lstStyle/>
          <a:p>
            <a:pPr algn="l"/>
            <a:r>
              <a:rPr lang="en">
                <a:latin typeface="Lexend"/>
              </a:rPr>
              <a:t>Case Study</a:t>
            </a:r>
            <a:endParaRPr lang="en-US"/>
          </a:p>
        </p:txBody>
      </p:sp>
      <p:sp>
        <p:nvSpPr>
          <p:cNvPr id="726" name="Google Shape;726;p42"/>
          <p:cNvSpPr txBox="1">
            <a:spLocks noGrp="1"/>
          </p:cNvSpPr>
          <p:nvPr>
            <p:ph type="subTitle" idx="1"/>
          </p:nvPr>
        </p:nvSpPr>
        <p:spPr>
          <a:xfrm>
            <a:off x="4197625" y="2260288"/>
            <a:ext cx="4946075" cy="776423"/>
          </a:xfrm>
          <a:prstGeom prst="rect">
            <a:avLst/>
          </a:prstGeom>
        </p:spPr>
        <p:txBody>
          <a:bodyPr spcFirstLastPara="1" wrap="square" lIns="91425" tIns="91425" rIns="91425" bIns="91425" anchor="t" anchorCtr="0">
            <a:noAutofit/>
          </a:bodyPr>
          <a:lstStyle/>
          <a:p>
            <a:pPr algn="l"/>
            <a:r>
              <a:rPr lang="en-US" sz="1800" b="1">
                <a:solidFill>
                  <a:schemeClr val="bg2"/>
                </a:solidFill>
                <a:latin typeface="Roboto"/>
                <a:ea typeface="Roboto"/>
                <a:cs typeface="Roboto"/>
              </a:rPr>
              <a:t>Business Case Studies UK</a:t>
            </a:r>
            <a:endParaRPr lang="en" sz="1800">
              <a:solidFill>
                <a:schemeClr val="bg2"/>
              </a:solidFill>
              <a:latin typeface="Roboto"/>
              <a:ea typeface="Roboto"/>
              <a:cs typeface="Roboto"/>
            </a:endParaRPr>
          </a:p>
          <a:p>
            <a:pPr algn="l"/>
            <a:r>
              <a:rPr lang="en-US" sz="1800" i="1">
                <a:solidFill>
                  <a:schemeClr val="bg2"/>
                </a:solidFill>
                <a:latin typeface="Roboto"/>
                <a:ea typeface="Roboto"/>
                <a:cs typeface="Roboto"/>
                <a:hlinkClick r:id="rId3">
                  <a:extLst>
                    <a:ext uri="{A12FA001-AC4F-418D-AE19-62706E023703}">
                      <ahyp:hlinkClr xmlns:ahyp="http://schemas.microsoft.com/office/drawing/2018/hyperlinkcolor" val="tx"/>
                    </a:ext>
                  </a:extLst>
                </a:hlinkClick>
              </a:rPr>
              <a:t>Identifying customers and meeting their needs</a:t>
            </a:r>
            <a:r>
              <a:rPr lang="en-US" sz="1800" i="1">
                <a:solidFill>
                  <a:schemeClr val="bg2"/>
                </a:solidFill>
                <a:latin typeface="Roboto"/>
                <a:ea typeface="Roboto"/>
                <a:cs typeface="Roboto"/>
              </a:rPr>
              <a:t> </a:t>
            </a:r>
            <a:endParaRPr lang="en-US" sz="1800" b="1">
              <a:solidFill>
                <a:schemeClr val="bg2"/>
              </a:solidFill>
              <a:latin typeface="Roboto"/>
              <a:ea typeface="Roboto"/>
              <a:cs typeface="Roboto"/>
            </a:endParaRPr>
          </a:p>
          <a:p>
            <a:pPr marL="0" indent="0"/>
            <a:endParaRPr lang="en">
              <a:solidFill>
                <a:schemeClr val="bg2"/>
              </a:solidFill>
              <a:ea typeface="Roboto"/>
              <a:cs typeface="Roboto"/>
            </a:endParaRPr>
          </a:p>
        </p:txBody>
      </p:sp>
      <p:grpSp>
        <p:nvGrpSpPr>
          <p:cNvPr id="727" name="Google Shape;727;p42"/>
          <p:cNvGrpSpPr/>
          <p:nvPr/>
        </p:nvGrpSpPr>
        <p:grpSpPr>
          <a:xfrm rot="254121">
            <a:off x="1282771" y="317676"/>
            <a:ext cx="1152516" cy="870439"/>
            <a:chOff x="5177150" y="1453425"/>
            <a:chExt cx="712875" cy="538400"/>
          </a:xfrm>
        </p:grpSpPr>
        <p:sp>
          <p:nvSpPr>
            <p:cNvPr id="728" name="Google Shape;728;p42"/>
            <p:cNvSpPr/>
            <p:nvPr/>
          </p:nvSpPr>
          <p:spPr>
            <a:xfrm>
              <a:off x="5650750" y="1465175"/>
              <a:ext cx="239275" cy="526650"/>
            </a:xfrm>
            <a:custGeom>
              <a:avLst/>
              <a:gdLst/>
              <a:ahLst/>
              <a:cxnLst/>
              <a:rect l="l" t="t" r="r" b="b"/>
              <a:pathLst>
                <a:path w="9571" h="21066" extrusionOk="0">
                  <a:moveTo>
                    <a:pt x="4750" y="0"/>
                  </a:moveTo>
                  <a:cubicBezTo>
                    <a:pt x="4446" y="0"/>
                    <a:pt x="4143" y="39"/>
                    <a:pt x="3850" y="123"/>
                  </a:cubicBezTo>
                  <a:cubicBezTo>
                    <a:pt x="1716" y="738"/>
                    <a:pt x="865" y="3278"/>
                    <a:pt x="577" y="5478"/>
                  </a:cubicBezTo>
                  <a:cubicBezTo>
                    <a:pt x="105" y="9012"/>
                    <a:pt x="616" y="12508"/>
                    <a:pt x="131" y="16017"/>
                  </a:cubicBezTo>
                  <a:cubicBezTo>
                    <a:pt x="66" y="16383"/>
                    <a:pt x="40" y="16750"/>
                    <a:pt x="27" y="17130"/>
                  </a:cubicBezTo>
                  <a:cubicBezTo>
                    <a:pt x="0" y="18177"/>
                    <a:pt x="197" y="19224"/>
                    <a:pt x="891" y="19971"/>
                  </a:cubicBezTo>
                  <a:cubicBezTo>
                    <a:pt x="1467" y="20599"/>
                    <a:pt x="2318" y="20926"/>
                    <a:pt x="3156" y="21018"/>
                  </a:cubicBezTo>
                  <a:cubicBezTo>
                    <a:pt x="3424" y="21050"/>
                    <a:pt x="3676" y="21065"/>
                    <a:pt x="3912" y="21065"/>
                  </a:cubicBezTo>
                  <a:cubicBezTo>
                    <a:pt x="6397" y="21065"/>
                    <a:pt x="7117" y="19347"/>
                    <a:pt x="7607" y="16907"/>
                  </a:cubicBezTo>
                  <a:cubicBezTo>
                    <a:pt x="8026" y="14812"/>
                    <a:pt x="8445" y="12718"/>
                    <a:pt x="8864" y="10610"/>
                  </a:cubicBezTo>
                  <a:cubicBezTo>
                    <a:pt x="9217" y="8868"/>
                    <a:pt x="9571" y="7088"/>
                    <a:pt x="9401" y="5307"/>
                  </a:cubicBezTo>
                  <a:cubicBezTo>
                    <a:pt x="9230" y="3527"/>
                    <a:pt x="8471" y="1733"/>
                    <a:pt x="6992" y="712"/>
                  </a:cubicBezTo>
                  <a:cubicBezTo>
                    <a:pt x="6339" y="267"/>
                    <a:pt x="5542" y="0"/>
                    <a:pt x="47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42"/>
            <p:cNvSpPr/>
            <p:nvPr/>
          </p:nvSpPr>
          <p:spPr>
            <a:xfrm>
              <a:off x="5745000" y="1490175"/>
              <a:ext cx="14100" cy="42575"/>
            </a:xfrm>
            <a:custGeom>
              <a:avLst/>
              <a:gdLst/>
              <a:ahLst/>
              <a:cxnLst/>
              <a:rect l="l" t="t" r="r" b="b"/>
              <a:pathLst>
                <a:path w="564" h="1703" extrusionOk="0">
                  <a:moveTo>
                    <a:pt x="407" y="0"/>
                  </a:moveTo>
                  <a:lnTo>
                    <a:pt x="1" y="39"/>
                  </a:lnTo>
                  <a:cubicBezTo>
                    <a:pt x="27" y="367"/>
                    <a:pt x="66" y="602"/>
                    <a:pt x="80" y="812"/>
                  </a:cubicBezTo>
                  <a:cubicBezTo>
                    <a:pt x="132" y="1113"/>
                    <a:pt x="145" y="1401"/>
                    <a:pt x="145" y="1702"/>
                  </a:cubicBezTo>
                  <a:lnTo>
                    <a:pt x="564" y="1702"/>
                  </a:lnTo>
                  <a:cubicBezTo>
                    <a:pt x="564" y="1388"/>
                    <a:pt x="538" y="1074"/>
                    <a:pt x="499" y="759"/>
                  </a:cubicBezTo>
                  <a:cubicBezTo>
                    <a:pt x="472" y="563"/>
                    <a:pt x="446" y="327"/>
                    <a:pt x="4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42"/>
            <p:cNvSpPr/>
            <p:nvPr/>
          </p:nvSpPr>
          <p:spPr>
            <a:xfrm>
              <a:off x="5659250" y="1524850"/>
              <a:ext cx="207225" cy="230775"/>
            </a:xfrm>
            <a:custGeom>
              <a:avLst/>
              <a:gdLst/>
              <a:ahLst/>
              <a:cxnLst/>
              <a:rect l="l" t="t" r="r" b="b"/>
              <a:pathLst>
                <a:path w="8289" h="9231" extrusionOk="0">
                  <a:moveTo>
                    <a:pt x="3876" y="1"/>
                  </a:moveTo>
                  <a:lnTo>
                    <a:pt x="3745" y="132"/>
                  </a:lnTo>
                  <a:cubicBezTo>
                    <a:pt x="315" y="3326"/>
                    <a:pt x="1" y="7005"/>
                    <a:pt x="302" y="8498"/>
                  </a:cubicBezTo>
                  <a:lnTo>
                    <a:pt x="708" y="8419"/>
                  </a:lnTo>
                  <a:cubicBezTo>
                    <a:pt x="420" y="7018"/>
                    <a:pt x="721" y="3614"/>
                    <a:pt x="3889" y="564"/>
                  </a:cubicBezTo>
                  <a:cubicBezTo>
                    <a:pt x="5212" y="1847"/>
                    <a:pt x="6756" y="3693"/>
                    <a:pt x="7319" y="5081"/>
                  </a:cubicBezTo>
                  <a:cubicBezTo>
                    <a:pt x="7529" y="5539"/>
                    <a:pt x="7673" y="6036"/>
                    <a:pt x="7751" y="6534"/>
                  </a:cubicBezTo>
                  <a:cubicBezTo>
                    <a:pt x="7869" y="7411"/>
                    <a:pt x="7699" y="8301"/>
                    <a:pt x="7529" y="9152"/>
                  </a:cubicBezTo>
                  <a:lnTo>
                    <a:pt x="7935" y="9231"/>
                  </a:lnTo>
                  <a:cubicBezTo>
                    <a:pt x="8092" y="8393"/>
                    <a:pt x="8288" y="7424"/>
                    <a:pt x="8144" y="6481"/>
                  </a:cubicBezTo>
                  <a:cubicBezTo>
                    <a:pt x="8066" y="5945"/>
                    <a:pt x="7909" y="5421"/>
                    <a:pt x="7699" y="4923"/>
                  </a:cubicBezTo>
                  <a:cubicBezTo>
                    <a:pt x="7044" y="3339"/>
                    <a:pt x="5303" y="1349"/>
                    <a:pt x="4020" y="132"/>
                  </a:cubicBezTo>
                  <a:lnTo>
                    <a:pt x="387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42"/>
            <p:cNvSpPr/>
            <p:nvPr/>
          </p:nvSpPr>
          <p:spPr>
            <a:xfrm>
              <a:off x="5424250" y="1453425"/>
              <a:ext cx="230125" cy="526225"/>
            </a:xfrm>
            <a:custGeom>
              <a:avLst/>
              <a:gdLst/>
              <a:ahLst/>
              <a:cxnLst/>
              <a:rect l="l" t="t" r="r" b="b"/>
              <a:pathLst>
                <a:path w="9205" h="21049" extrusionOk="0">
                  <a:moveTo>
                    <a:pt x="5317" y="0"/>
                  </a:moveTo>
                  <a:cubicBezTo>
                    <a:pt x="4724" y="0"/>
                    <a:pt x="4124" y="137"/>
                    <a:pt x="3588" y="383"/>
                  </a:cubicBezTo>
                  <a:cubicBezTo>
                    <a:pt x="1964" y="1130"/>
                    <a:pt x="917" y="2792"/>
                    <a:pt x="459" y="4507"/>
                  </a:cubicBezTo>
                  <a:cubicBezTo>
                    <a:pt x="1" y="6236"/>
                    <a:pt x="40" y="8055"/>
                    <a:pt x="105" y="9836"/>
                  </a:cubicBezTo>
                  <a:cubicBezTo>
                    <a:pt x="171" y="11970"/>
                    <a:pt x="236" y="14104"/>
                    <a:pt x="302" y="16251"/>
                  </a:cubicBezTo>
                  <a:cubicBezTo>
                    <a:pt x="380" y="18974"/>
                    <a:pt x="878" y="20886"/>
                    <a:pt x="4007" y="21043"/>
                  </a:cubicBezTo>
                  <a:cubicBezTo>
                    <a:pt x="4083" y="21046"/>
                    <a:pt x="4160" y="21048"/>
                    <a:pt x="4236" y="21048"/>
                  </a:cubicBezTo>
                  <a:cubicBezTo>
                    <a:pt x="5005" y="21048"/>
                    <a:pt x="5797" y="20864"/>
                    <a:pt x="6416" y="20388"/>
                  </a:cubicBezTo>
                  <a:cubicBezTo>
                    <a:pt x="7214" y="19760"/>
                    <a:pt x="7581" y="18752"/>
                    <a:pt x="7725" y="17717"/>
                  </a:cubicBezTo>
                  <a:cubicBezTo>
                    <a:pt x="7777" y="17351"/>
                    <a:pt x="7804" y="16984"/>
                    <a:pt x="7817" y="16605"/>
                  </a:cubicBezTo>
                  <a:cubicBezTo>
                    <a:pt x="7908" y="13070"/>
                    <a:pt x="8995" y="9705"/>
                    <a:pt x="9126" y="6144"/>
                  </a:cubicBezTo>
                  <a:cubicBezTo>
                    <a:pt x="9204" y="3931"/>
                    <a:pt x="8786" y="1287"/>
                    <a:pt x="6782" y="318"/>
                  </a:cubicBezTo>
                  <a:cubicBezTo>
                    <a:pt x="6329" y="100"/>
                    <a:pt x="5826" y="0"/>
                    <a:pt x="53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42"/>
            <p:cNvSpPr/>
            <p:nvPr/>
          </p:nvSpPr>
          <p:spPr>
            <a:xfrm>
              <a:off x="5571225" y="1481650"/>
              <a:ext cx="20625" cy="42900"/>
            </a:xfrm>
            <a:custGeom>
              <a:avLst/>
              <a:gdLst/>
              <a:ahLst/>
              <a:cxnLst/>
              <a:rect l="l" t="t" r="r" b="b"/>
              <a:pathLst>
                <a:path w="825" h="1716" extrusionOk="0">
                  <a:moveTo>
                    <a:pt x="419" y="1"/>
                  </a:moveTo>
                  <a:cubicBezTo>
                    <a:pt x="340" y="302"/>
                    <a:pt x="275" y="537"/>
                    <a:pt x="210" y="734"/>
                  </a:cubicBezTo>
                  <a:cubicBezTo>
                    <a:pt x="118" y="1035"/>
                    <a:pt x="52" y="1336"/>
                    <a:pt x="0" y="1650"/>
                  </a:cubicBezTo>
                  <a:lnTo>
                    <a:pt x="406" y="1716"/>
                  </a:lnTo>
                  <a:cubicBezTo>
                    <a:pt x="445" y="1415"/>
                    <a:pt x="524" y="1127"/>
                    <a:pt x="615" y="852"/>
                  </a:cubicBezTo>
                  <a:cubicBezTo>
                    <a:pt x="668" y="655"/>
                    <a:pt x="746" y="420"/>
                    <a:pt x="825" y="105"/>
                  </a:cubicBezTo>
                  <a:lnTo>
                    <a:pt x="41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42"/>
            <p:cNvSpPr/>
            <p:nvPr/>
          </p:nvSpPr>
          <p:spPr>
            <a:xfrm>
              <a:off x="5435700" y="1516025"/>
              <a:ext cx="213425" cy="224225"/>
            </a:xfrm>
            <a:custGeom>
              <a:avLst/>
              <a:gdLst/>
              <a:ahLst/>
              <a:cxnLst/>
              <a:rect l="l" t="t" r="r" b="b"/>
              <a:pathLst>
                <a:path w="8537" h="8969" extrusionOk="0">
                  <a:moveTo>
                    <a:pt x="5578" y="0"/>
                  </a:moveTo>
                  <a:lnTo>
                    <a:pt x="5408" y="105"/>
                  </a:lnTo>
                  <a:cubicBezTo>
                    <a:pt x="3942" y="1087"/>
                    <a:pt x="1899" y="2763"/>
                    <a:pt x="996" y="4216"/>
                  </a:cubicBezTo>
                  <a:cubicBezTo>
                    <a:pt x="695" y="4674"/>
                    <a:pt x="459" y="5159"/>
                    <a:pt x="289" y="5682"/>
                  </a:cubicBezTo>
                  <a:cubicBezTo>
                    <a:pt x="1" y="6586"/>
                    <a:pt x="27" y="7568"/>
                    <a:pt x="53" y="8419"/>
                  </a:cubicBezTo>
                  <a:lnTo>
                    <a:pt x="459" y="8419"/>
                  </a:lnTo>
                  <a:cubicBezTo>
                    <a:pt x="433" y="7541"/>
                    <a:pt x="420" y="6638"/>
                    <a:pt x="682" y="5800"/>
                  </a:cubicBezTo>
                  <a:cubicBezTo>
                    <a:pt x="839" y="5316"/>
                    <a:pt x="1061" y="4858"/>
                    <a:pt x="1336" y="4425"/>
                  </a:cubicBezTo>
                  <a:cubicBezTo>
                    <a:pt x="2135" y="3156"/>
                    <a:pt x="3955" y="1598"/>
                    <a:pt x="5473" y="550"/>
                  </a:cubicBezTo>
                  <a:cubicBezTo>
                    <a:pt x="8092" y="4072"/>
                    <a:pt x="7830" y="7489"/>
                    <a:pt x="7306" y="8811"/>
                  </a:cubicBezTo>
                  <a:lnTo>
                    <a:pt x="7686" y="8968"/>
                  </a:lnTo>
                  <a:cubicBezTo>
                    <a:pt x="8249" y="7541"/>
                    <a:pt x="8537" y="3863"/>
                    <a:pt x="5696" y="157"/>
                  </a:cubicBezTo>
                  <a:lnTo>
                    <a:pt x="55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42"/>
            <p:cNvSpPr/>
            <p:nvPr/>
          </p:nvSpPr>
          <p:spPr>
            <a:xfrm>
              <a:off x="5510000" y="1700400"/>
              <a:ext cx="171875" cy="114150"/>
            </a:xfrm>
            <a:custGeom>
              <a:avLst/>
              <a:gdLst/>
              <a:ahLst/>
              <a:cxnLst/>
              <a:rect l="l" t="t" r="r" b="b"/>
              <a:pathLst>
                <a:path w="6875" h="4566" extrusionOk="0">
                  <a:moveTo>
                    <a:pt x="5787" y="196"/>
                  </a:moveTo>
                  <a:cubicBezTo>
                    <a:pt x="5887" y="196"/>
                    <a:pt x="5988" y="208"/>
                    <a:pt x="6089" y="232"/>
                  </a:cubicBezTo>
                  <a:cubicBezTo>
                    <a:pt x="6285" y="258"/>
                    <a:pt x="6468" y="376"/>
                    <a:pt x="6573" y="546"/>
                  </a:cubicBezTo>
                  <a:cubicBezTo>
                    <a:pt x="6652" y="729"/>
                    <a:pt x="6599" y="978"/>
                    <a:pt x="6403" y="1292"/>
                  </a:cubicBezTo>
                  <a:cubicBezTo>
                    <a:pt x="5382" y="2968"/>
                    <a:pt x="2645" y="4356"/>
                    <a:pt x="511" y="4356"/>
                  </a:cubicBezTo>
                  <a:lnTo>
                    <a:pt x="498" y="4356"/>
                  </a:lnTo>
                  <a:lnTo>
                    <a:pt x="4439" y="873"/>
                  </a:lnTo>
                  <a:cubicBezTo>
                    <a:pt x="4688" y="638"/>
                    <a:pt x="4963" y="441"/>
                    <a:pt x="5277" y="297"/>
                  </a:cubicBezTo>
                  <a:cubicBezTo>
                    <a:pt x="5443" y="231"/>
                    <a:pt x="5614" y="196"/>
                    <a:pt x="5787" y="196"/>
                  </a:cubicBezTo>
                  <a:close/>
                  <a:moveTo>
                    <a:pt x="5801" y="0"/>
                  </a:moveTo>
                  <a:cubicBezTo>
                    <a:pt x="5596" y="0"/>
                    <a:pt x="5392" y="38"/>
                    <a:pt x="5198" y="114"/>
                  </a:cubicBezTo>
                  <a:cubicBezTo>
                    <a:pt x="4871" y="258"/>
                    <a:pt x="4570" y="468"/>
                    <a:pt x="4308" y="729"/>
                  </a:cubicBezTo>
                  <a:lnTo>
                    <a:pt x="210" y="4356"/>
                  </a:lnTo>
                  <a:cubicBezTo>
                    <a:pt x="145" y="4356"/>
                    <a:pt x="79" y="4343"/>
                    <a:pt x="27" y="4343"/>
                  </a:cubicBezTo>
                  <a:lnTo>
                    <a:pt x="1" y="4539"/>
                  </a:lnTo>
                  <a:cubicBezTo>
                    <a:pt x="92" y="4552"/>
                    <a:pt x="184" y="4565"/>
                    <a:pt x="276" y="4565"/>
                  </a:cubicBezTo>
                  <a:lnTo>
                    <a:pt x="498" y="4565"/>
                  </a:lnTo>
                  <a:cubicBezTo>
                    <a:pt x="2685" y="4565"/>
                    <a:pt x="5513" y="3125"/>
                    <a:pt x="6586" y="1397"/>
                  </a:cubicBezTo>
                  <a:cubicBezTo>
                    <a:pt x="6822" y="1031"/>
                    <a:pt x="6874" y="716"/>
                    <a:pt x="6756" y="468"/>
                  </a:cubicBezTo>
                  <a:cubicBezTo>
                    <a:pt x="6625" y="245"/>
                    <a:pt x="6403" y="88"/>
                    <a:pt x="6141" y="36"/>
                  </a:cubicBezTo>
                  <a:cubicBezTo>
                    <a:pt x="6029" y="12"/>
                    <a:pt x="5915" y="0"/>
                    <a:pt x="58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42"/>
            <p:cNvSpPr/>
            <p:nvPr/>
          </p:nvSpPr>
          <p:spPr>
            <a:xfrm>
              <a:off x="5177150" y="1728775"/>
              <a:ext cx="341075" cy="165950"/>
            </a:xfrm>
            <a:custGeom>
              <a:avLst/>
              <a:gdLst/>
              <a:ahLst/>
              <a:cxnLst/>
              <a:rect l="l" t="t" r="r" b="b"/>
              <a:pathLst>
                <a:path w="13643" h="6638" extrusionOk="0">
                  <a:moveTo>
                    <a:pt x="0" y="0"/>
                  </a:moveTo>
                  <a:lnTo>
                    <a:pt x="0" y="6638"/>
                  </a:lnTo>
                  <a:lnTo>
                    <a:pt x="10945" y="6638"/>
                  </a:lnTo>
                  <a:lnTo>
                    <a:pt x="13642" y="3326"/>
                  </a:lnTo>
                  <a:lnTo>
                    <a:pt x="1094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42"/>
            <p:cNvSpPr/>
            <p:nvPr/>
          </p:nvSpPr>
          <p:spPr>
            <a:xfrm>
              <a:off x="5254050" y="1779175"/>
              <a:ext cx="33750" cy="71050"/>
            </a:xfrm>
            <a:custGeom>
              <a:avLst/>
              <a:gdLst/>
              <a:ahLst/>
              <a:cxnLst/>
              <a:rect l="l" t="t" r="r" b="b"/>
              <a:pathLst>
                <a:path w="1350" h="2842" extrusionOk="0">
                  <a:moveTo>
                    <a:pt x="577" y="511"/>
                  </a:moveTo>
                  <a:lnTo>
                    <a:pt x="577" y="1231"/>
                  </a:lnTo>
                  <a:cubicBezTo>
                    <a:pt x="393" y="1218"/>
                    <a:pt x="276" y="1048"/>
                    <a:pt x="289" y="878"/>
                  </a:cubicBezTo>
                  <a:cubicBezTo>
                    <a:pt x="289" y="786"/>
                    <a:pt x="315" y="707"/>
                    <a:pt x="354" y="629"/>
                  </a:cubicBezTo>
                  <a:cubicBezTo>
                    <a:pt x="407" y="563"/>
                    <a:pt x="485" y="511"/>
                    <a:pt x="577" y="511"/>
                  </a:cubicBezTo>
                  <a:close/>
                  <a:moveTo>
                    <a:pt x="773" y="1532"/>
                  </a:moveTo>
                  <a:cubicBezTo>
                    <a:pt x="865" y="1545"/>
                    <a:pt x="956" y="1585"/>
                    <a:pt x="1022" y="1663"/>
                  </a:cubicBezTo>
                  <a:cubicBezTo>
                    <a:pt x="1074" y="1729"/>
                    <a:pt x="1100" y="1820"/>
                    <a:pt x="1100" y="1912"/>
                  </a:cubicBezTo>
                  <a:cubicBezTo>
                    <a:pt x="1100" y="2017"/>
                    <a:pt x="1074" y="2108"/>
                    <a:pt x="1022" y="2187"/>
                  </a:cubicBezTo>
                  <a:cubicBezTo>
                    <a:pt x="956" y="2252"/>
                    <a:pt x="865" y="2292"/>
                    <a:pt x="773" y="2305"/>
                  </a:cubicBezTo>
                  <a:lnTo>
                    <a:pt x="773" y="1532"/>
                  </a:lnTo>
                  <a:close/>
                  <a:moveTo>
                    <a:pt x="577" y="0"/>
                  </a:moveTo>
                  <a:lnTo>
                    <a:pt x="577" y="288"/>
                  </a:lnTo>
                  <a:cubicBezTo>
                    <a:pt x="420" y="302"/>
                    <a:pt x="289" y="367"/>
                    <a:pt x="184" y="485"/>
                  </a:cubicBezTo>
                  <a:cubicBezTo>
                    <a:pt x="92" y="603"/>
                    <a:pt x="40" y="747"/>
                    <a:pt x="40" y="904"/>
                  </a:cubicBezTo>
                  <a:cubicBezTo>
                    <a:pt x="40" y="1048"/>
                    <a:pt x="79" y="1192"/>
                    <a:pt x="171" y="1297"/>
                  </a:cubicBezTo>
                  <a:cubicBezTo>
                    <a:pt x="276" y="1401"/>
                    <a:pt x="407" y="1467"/>
                    <a:pt x="551" y="1493"/>
                  </a:cubicBezTo>
                  <a:lnTo>
                    <a:pt x="577" y="1493"/>
                  </a:lnTo>
                  <a:lnTo>
                    <a:pt x="577" y="2305"/>
                  </a:lnTo>
                  <a:cubicBezTo>
                    <a:pt x="485" y="2292"/>
                    <a:pt x="407" y="2252"/>
                    <a:pt x="354" y="2174"/>
                  </a:cubicBezTo>
                  <a:cubicBezTo>
                    <a:pt x="289" y="2095"/>
                    <a:pt x="249" y="1990"/>
                    <a:pt x="249" y="1886"/>
                  </a:cubicBezTo>
                  <a:lnTo>
                    <a:pt x="1" y="1886"/>
                  </a:lnTo>
                  <a:cubicBezTo>
                    <a:pt x="1" y="2056"/>
                    <a:pt x="66" y="2213"/>
                    <a:pt x="171" y="2344"/>
                  </a:cubicBezTo>
                  <a:cubicBezTo>
                    <a:pt x="276" y="2449"/>
                    <a:pt x="420" y="2527"/>
                    <a:pt x="577" y="2527"/>
                  </a:cubicBezTo>
                  <a:lnTo>
                    <a:pt x="577" y="2841"/>
                  </a:lnTo>
                  <a:lnTo>
                    <a:pt x="773" y="2841"/>
                  </a:lnTo>
                  <a:lnTo>
                    <a:pt x="773" y="2527"/>
                  </a:lnTo>
                  <a:cubicBezTo>
                    <a:pt x="930" y="2514"/>
                    <a:pt x="1087" y="2449"/>
                    <a:pt x="1192" y="2344"/>
                  </a:cubicBezTo>
                  <a:cubicBezTo>
                    <a:pt x="1297" y="2213"/>
                    <a:pt x="1349" y="2056"/>
                    <a:pt x="1349" y="1899"/>
                  </a:cubicBezTo>
                  <a:cubicBezTo>
                    <a:pt x="1349" y="1755"/>
                    <a:pt x="1310" y="1611"/>
                    <a:pt x="1218" y="1493"/>
                  </a:cubicBezTo>
                  <a:cubicBezTo>
                    <a:pt x="1114" y="1388"/>
                    <a:pt x="983" y="1323"/>
                    <a:pt x="839" y="1297"/>
                  </a:cubicBezTo>
                  <a:lnTo>
                    <a:pt x="773" y="1297"/>
                  </a:lnTo>
                  <a:lnTo>
                    <a:pt x="773" y="511"/>
                  </a:lnTo>
                  <a:cubicBezTo>
                    <a:pt x="956" y="550"/>
                    <a:pt x="1048" y="681"/>
                    <a:pt x="1061" y="904"/>
                  </a:cubicBezTo>
                  <a:lnTo>
                    <a:pt x="1310" y="904"/>
                  </a:lnTo>
                  <a:cubicBezTo>
                    <a:pt x="1310" y="747"/>
                    <a:pt x="1258" y="590"/>
                    <a:pt x="1153" y="472"/>
                  </a:cubicBezTo>
                  <a:cubicBezTo>
                    <a:pt x="1048" y="367"/>
                    <a:pt x="917" y="302"/>
                    <a:pt x="773" y="288"/>
                  </a:cubicBezTo>
                  <a:lnTo>
                    <a:pt x="7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42"/>
            <p:cNvSpPr/>
            <p:nvPr/>
          </p:nvSpPr>
          <p:spPr>
            <a:xfrm>
              <a:off x="5294975" y="1779175"/>
              <a:ext cx="33725" cy="71050"/>
            </a:xfrm>
            <a:custGeom>
              <a:avLst/>
              <a:gdLst/>
              <a:ahLst/>
              <a:cxnLst/>
              <a:rect l="l" t="t" r="r" b="b"/>
              <a:pathLst>
                <a:path w="1349" h="2842" extrusionOk="0">
                  <a:moveTo>
                    <a:pt x="563" y="511"/>
                  </a:moveTo>
                  <a:lnTo>
                    <a:pt x="563" y="1231"/>
                  </a:lnTo>
                  <a:cubicBezTo>
                    <a:pt x="380" y="1218"/>
                    <a:pt x="262" y="1048"/>
                    <a:pt x="275" y="878"/>
                  </a:cubicBezTo>
                  <a:cubicBezTo>
                    <a:pt x="275" y="786"/>
                    <a:pt x="301" y="694"/>
                    <a:pt x="354" y="629"/>
                  </a:cubicBezTo>
                  <a:cubicBezTo>
                    <a:pt x="406" y="563"/>
                    <a:pt x="472" y="511"/>
                    <a:pt x="563" y="511"/>
                  </a:cubicBezTo>
                  <a:close/>
                  <a:moveTo>
                    <a:pt x="773" y="1532"/>
                  </a:moveTo>
                  <a:cubicBezTo>
                    <a:pt x="864" y="1545"/>
                    <a:pt x="943" y="1585"/>
                    <a:pt x="1008" y="1663"/>
                  </a:cubicBezTo>
                  <a:cubicBezTo>
                    <a:pt x="1061" y="1729"/>
                    <a:pt x="1100" y="1820"/>
                    <a:pt x="1087" y="1912"/>
                  </a:cubicBezTo>
                  <a:cubicBezTo>
                    <a:pt x="1087" y="2017"/>
                    <a:pt x="1061" y="2108"/>
                    <a:pt x="1008" y="2187"/>
                  </a:cubicBezTo>
                  <a:cubicBezTo>
                    <a:pt x="943" y="2252"/>
                    <a:pt x="864" y="2305"/>
                    <a:pt x="773" y="2305"/>
                  </a:cubicBezTo>
                  <a:lnTo>
                    <a:pt x="773" y="1532"/>
                  </a:lnTo>
                  <a:close/>
                  <a:moveTo>
                    <a:pt x="563" y="0"/>
                  </a:moveTo>
                  <a:lnTo>
                    <a:pt x="563" y="288"/>
                  </a:lnTo>
                  <a:cubicBezTo>
                    <a:pt x="419" y="302"/>
                    <a:pt x="275" y="367"/>
                    <a:pt x="184" y="485"/>
                  </a:cubicBezTo>
                  <a:cubicBezTo>
                    <a:pt x="79" y="603"/>
                    <a:pt x="26" y="747"/>
                    <a:pt x="26" y="904"/>
                  </a:cubicBezTo>
                  <a:cubicBezTo>
                    <a:pt x="26" y="1048"/>
                    <a:pt x="66" y="1192"/>
                    <a:pt x="157" y="1297"/>
                  </a:cubicBezTo>
                  <a:cubicBezTo>
                    <a:pt x="262" y="1401"/>
                    <a:pt x="393" y="1467"/>
                    <a:pt x="537" y="1493"/>
                  </a:cubicBezTo>
                  <a:lnTo>
                    <a:pt x="563" y="1493"/>
                  </a:lnTo>
                  <a:lnTo>
                    <a:pt x="563" y="2305"/>
                  </a:lnTo>
                  <a:cubicBezTo>
                    <a:pt x="472" y="2292"/>
                    <a:pt x="393" y="2252"/>
                    <a:pt x="341" y="2174"/>
                  </a:cubicBezTo>
                  <a:cubicBezTo>
                    <a:pt x="275" y="2095"/>
                    <a:pt x="249" y="1990"/>
                    <a:pt x="236" y="1886"/>
                  </a:cubicBezTo>
                  <a:lnTo>
                    <a:pt x="0" y="1886"/>
                  </a:lnTo>
                  <a:cubicBezTo>
                    <a:pt x="0" y="2056"/>
                    <a:pt x="53" y="2213"/>
                    <a:pt x="157" y="2344"/>
                  </a:cubicBezTo>
                  <a:cubicBezTo>
                    <a:pt x="262" y="2449"/>
                    <a:pt x="406" y="2527"/>
                    <a:pt x="563" y="2527"/>
                  </a:cubicBezTo>
                  <a:lnTo>
                    <a:pt x="563" y="2841"/>
                  </a:lnTo>
                  <a:lnTo>
                    <a:pt x="773" y="2841"/>
                  </a:lnTo>
                  <a:lnTo>
                    <a:pt x="773" y="2527"/>
                  </a:lnTo>
                  <a:cubicBezTo>
                    <a:pt x="930" y="2514"/>
                    <a:pt x="1074" y="2449"/>
                    <a:pt x="1192" y="2344"/>
                  </a:cubicBezTo>
                  <a:cubicBezTo>
                    <a:pt x="1296" y="2226"/>
                    <a:pt x="1349" y="2069"/>
                    <a:pt x="1336" y="1899"/>
                  </a:cubicBezTo>
                  <a:cubicBezTo>
                    <a:pt x="1349" y="1755"/>
                    <a:pt x="1296" y="1611"/>
                    <a:pt x="1205" y="1493"/>
                  </a:cubicBezTo>
                  <a:cubicBezTo>
                    <a:pt x="1100" y="1388"/>
                    <a:pt x="969" y="1323"/>
                    <a:pt x="825" y="1297"/>
                  </a:cubicBezTo>
                  <a:lnTo>
                    <a:pt x="773" y="1297"/>
                  </a:lnTo>
                  <a:lnTo>
                    <a:pt x="773" y="511"/>
                  </a:lnTo>
                  <a:cubicBezTo>
                    <a:pt x="943" y="550"/>
                    <a:pt x="1048" y="681"/>
                    <a:pt x="1061" y="904"/>
                  </a:cubicBezTo>
                  <a:lnTo>
                    <a:pt x="1309" y="904"/>
                  </a:lnTo>
                  <a:cubicBezTo>
                    <a:pt x="1296" y="747"/>
                    <a:pt x="1244" y="590"/>
                    <a:pt x="1139" y="472"/>
                  </a:cubicBezTo>
                  <a:cubicBezTo>
                    <a:pt x="1048" y="367"/>
                    <a:pt x="917" y="302"/>
                    <a:pt x="773" y="288"/>
                  </a:cubicBezTo>
                  <a:lnTo>
                    <a:pt x="7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8" name="Google Shape;738;p42"/>
          <p:cNvGrpSpPr/>
          <p:nvPr/>
        </p:nvGrpSpPr>
        <p:grpSpPr>
          <a:xfrm>
            <a:off x="7926312" y="3853158"/>
            <a:ext cx="479276" cy="463063"/>
            <a:chOff x="6085197" y="1608975"/>
            <a:chExt cx="296453" cy="286425"/>
          </a:xfrm>
        </p:grpSpPr>
        <p:sp>
          <p:nvSpPr>
            <p:cNvPr id="739" name="Google Shape;739;p42"/>
            <p:cNvSpPr/>
            <p:nvPr/>
          </p:nvSpPr>
          <p:spPr>
            <a:xfrm>
              <a:off x="6227450" y="1611925"/>
              <a:ext cx="154200" cy="280850"/>
            </a:xfrm>
            <a:custGeom>
              <a:avLst/>
              <a:gdLst/>
              <a:ahLst/>
              <a:cxnLst/>
              <a:rect l="l" t="t" r="r" b="b"/>
              <a:pathLst>
                <a:path w="6168" h="11234" extrusionOk="0">
                  <a:moveTo>
                    <a:pt x="2515" y="0"/>
                  </a:moveTo>
                  <a:lnTo>
                    <a:pt x="2515" y="956"/>
                  </a:lnTo>
                  <a:cubicBezTo>
                    <a:pt x="1114" y="1126"/>
                    <a:pt x="223" y="2003"/>
                    <a:pt x="223" y="3273"/>
                  </a:cubicBezTo>
                  <a:cubicBezTo>
                    <a:pt x="223" y="4622"/>
                    <a:pt x="1088" y="5303"/>
                    <a:pt x="2999" y="5853"/>
                  </a:cubicBezTo>
                  <a:cubicBezTo>
                    <a:pt x="4544" y="6271"/>
                    <a:pt x="4989" y="6861"/>
                    <a:pt x="4989" y="7699"/>
                  </a:cubicBezTo>
                  <a:cubicBezTo>
                    <a:pt x="4989" y="8641"/>
                    <a:pt x="4334" y="9178"/>
                    <a:pt x="3156" y="9178"/>
                  </a:cubicBezTo>
                  <a:cubicBezTo>
                    <a:pt x="2096" y="9178"/>
                    <a:pt x="1415" y="8667"/>
                    <a:pt x="1192" y="7633"/>
                  </a:cubicBezTo>
                  <a:lnTo>
                    <a:pt x="1" y="7633"/>
                  </a:lnTo>
                  <a:cubicBezTo>
                    <a:pt x="158" y="8929"/>
                    <a:pt x="1009" y="9885"/>
                    <a:pt x="2567" y="10055"/>
                  </a:cubicBezTo>
                  <a:lnTo>
                    <a:pt x="2567" y="11233"/>
                  </a:lnTo>
                  <a:lnTo>
                    <a:pt x="3601" y="11233"/>
                  </a:lnTo>
                  <a:lnTo>
                    <a:pt x="3601" y="10068"/>
                  </a:lnTo>
                  <a:cubicBezTo>
                    <a:pt x="5185" y="9911"/>
                    <a:pt x="6167" y="8995"/>
                    <a:pt x="6167" y="7581"/>
                  </a:cubicBezTo>
                  <a:cubicBezTo>
                    <a:pt x="6167" y="6298"/>
                    <a:pt x="5539" y="5394"/>
                    <a:pt x="3339" y="4740"/>
                  </a:cubicBezTo>
                  <a:cubicBezTo>
                    <a:pt x="1899" y="4321"/>
                    <a:pt x="1415" y="4007"/>
                    <a:pt x="1415" y="3169"/>
                  </a:cubicBezTo>
                  <a:cubicBezTo>
                    <a:pt x="1415" y="2501"/>
                    <a:pt x="1808" y="1859"/>
                    <a:pt x="2973" y="1859"/>
                  </a:cubicBezTo>
                  <a:cubicBezTo>
                    <a:pt x="4243" y="1859"/>
                    <a:pt x="4609" y="2527"/>
                    <a:pt x="4727" y="3103"/>
                  </a:cubicBezTo>
                  <a:lnTo>
                    <a:pt x="5945" y="3103"/>
                  </a:lnTo>
                  <a:cubicBezTo>
                    <a:pt x="5827" y="2226"/>
                    <a:pt x="5303" y="1152"/>
                    <a:pt x="3549" y="969"/>
                  </a:cubicBezTo>
                  <a:lnTo>
                    <a:pt x="354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42"/>
            <p:cNvSpPr/>
            <p:nvPr/>
          </p:nvSpPr>
          <p:spPr>
            <a:xfrm>
              <a:off x="6152500" y="1611925"/>
              <a:ext cx="153875" cy="280850"/>
            </a:xfrm>
            <a:custGeom>
              <a:avLst/>
              <a:gdLst/>
              <a:ahLst/>
              <a:cxnLst/>
              <a:rect l="l" t="t" r="r" b="b"/>
              <a:pathLst>
                <a:path w="6155" h="11234" extrusionOk="0">
                  <a:moveTo>
                    <a:pt x="2501" y="0"/>
                  </a:moveTo>
                  <a:lnTo>
                    <a:pt x="2501" y="956"/>
                  </a:lnTo>
                  <a:cubicBezTo>
                    <a:pt x="1101" y="1126"/>
                    <a:pt x="210" y="2003"/>
                    <a:pt x="210" y="3273"/>
                  </a:cubicBezTo>
                  <a:cubicBezTo>
                    <a:pt x="210" y="4622"/>
                    <a:pt x="1074" y="5303"/>
                    <a:pt x="2986" y="5853"/>
                  </a:cubicBezTo>
                  <a:cubicBezTo>
                    <a:pt x="4531" y="6271"/>
                    <a:pt x="4976" y="6861"/>
                    <a:pt x="4976" y="7699"/>
                  </a:cubicBezTo>
                  <a:cubicBezTo>
                    <a:pt x="4976" y="8641"/>
                    <a:pt x="4321" y="9178"/>
                    <a:pt x="3143" y="9178"/>
                  </a:cubicBezTo>
                  <a:cubicBezTo>
                    <a:pt x="2082" y="9178"/>
                    <a:pt x="1389" y="8667"/>
                    <a:pt x="1179" y="7633"/>
                  </a:cubicBezTo>
                  <a:lnTo>
                    <a:pt x="1" y="7633"/>
                  </a:lnTo>
                  <a:cubicBezTo>
                    <a:pt x="158" y="8929"/>
                    <a:pt x="996" y="9885"/>
                    <a:pt x="2567" y="10055"/>
                  </a:cubicBezTo>
                  <a:lnTo>
                    <a:pt x="2567" y="11233"/>
                  </a:lnTo>
                  <a:lnTo>
                    <a:pt x="3601" y="11233"/>
                  </a:lnTo>
                  <a:lnTo>
                    <a:pt x="3601" y="10068"/>
                  </a:lnTo>
                  <a:cubicBezTo>
                    <a:pt x="5172" y="9911"/>
                    <a:pt x="6154" y="8995"/>
                    <a:pt x="6154" y="7581"/>
                  </a:cubicBezTo>
                  <a:cubicBezTo>
                    <a:pt x="6154" y="6298"/>
                    <a:pt x="5526" y="5394"/>
                    <a:pt x="3326" y="4740"/>
                  </a:cubicBezTo>
                  <a:cubicBezTo>
                    <a:pt x="1873" y="4321"/>
                    <a:pt x="1389" y="4007"/>
                    <a:pt x="1389" y="3169"/>
                  </a:cubicBezTo>
                  <a:cubicBezTo>
                    <a:pt x="1389" y="2501"/>
                    <a:pt x="1794" y="1859"/>
                    <a:pt x="2947" y="1859"/>
                  </a:cubicBezTo>
                  <a:cubicBezTo>
                    <a:pt x="4230" y="1859"/>
                    <a:pt x="4583" y="2527"/>
                    <a:pt x="4714" y="3103"/>
                  </a:cubicBezTo>
                  <a:lnTo>
                    <a:pt x="5918" y="3103"/>
                  </a:lnTo>
                  <a:cubicBezTo>
                    <a:pt x="5814" y="2226"/>
                    <a:pt x="5290" y="1152"/>
                    <a:pt x="3523" y="969"/>
                  </a:cubicBezTo>
                  <a:lnTo>
                    <a:pt x="352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42"/>
            <p:cNvSpPr/>
            <p:nvPr/>
          </p:nvSpPr>
          <p:spPr>
            <a:xfrm>
              <a:off x="6085197" y="1608975"/>
              <a:ext cx="160075" cy="286425"/>
            </a:xfrm>
            <a:custGeom>
              <a:avLst/>
              <a:gdLst/>
              <a:ahLst/>
              <a:cxnLst/>
              <a:rect l="l" t="t" r="r" b="b"/>
              <a:pathLst>
                <a:path w="6403" h="11457" extrusionOk="0">
                  <a:moveTo>
                    <a:pt x="3562" y="210"/>
                  </a:moveTo>
                  <a:lnTo>
                    <a:pt x="3562" y="1166"/>
                  </a:lnTo>
                  <a:lnTo>
                    <a:pt x="3653" y="1179"/>
                  </a:lnTo>
                  <a:cubicBezTo>
                    <a:pt x="5290" y="1349"/>
                    <a:pt x="5814" y="2292"/>
                    <a:pt x="5945" y="3103"/>
                  </a:cubicBezTo>
                  <a:lnTo>
                    <a:pt x="4937" y="3103"/>
                  </a:lnTo>
                  <a:cubicBezTo>
                    <a:pt x="4727" y="2279"/>
                    <a:pt x="4125" y="1873"/>
                    <a:pt x="3091" y="1873"/>
                  </a:cubicBezTo>
                  <a:cubicBezTo>
                    <a:pt x="2056" y="1873"/>
                    <a:pt x="1441" y="2396"/>
                    <a:pt x="1441" y="3287"/>
                  </a:cubicBezTo>
                  <a:cubicBezTo>
                    <a:pt x="1441" y="4216"/>
                    <a:pt x="2030" y="4543"/>
                    <a:pt x="3431" y="4949"/>
                  </a:cubicBezTo>
                  <a:cubicBezTo>
                    <a:pt x="5395" y="5525"/>
                    <a:pt x="6193" y="6324"/>
                    <a:pt x="6193" y="7699"/>
                  </a:cubicBezTo>
                  <a:cubicBezTo>
                    <a:pt x="6193" y="9047"/>
                    <a:pt x="5264" y="9937"/>
                    <a:pt x="3719" y="10081"/>
                  </a:cubicBezTo>
                  <a:lnTo>
                    <a:pt x="3627" y="10095"/>
                  </a:lnTo>
                  <a:lnTo>
                    <a:pt x="3627" y="11247"/>
                  </a:lnTo>
                  <a:lnTo>
                    <a:pt x="2789" y="11247"/>
                  </a:lnTo>
                  <a:lnTo>
                    <a:pt x="2789" y="10081"/>
                  </a:lnTo>
                  <a:lnTo>
                    <a:pt x="2698" y="10068"/>
                  </a:lnTo>
                  <a:cubicBezTo>
                    <a:pt x="1310" y="9911"/>
                    <a:pt x="446" y="9126"/>
                    <a:pt x="236" y="7856"/>
                  </a:cubicBezTo>
                  <a:lnTo>
                    <a:pt x="1218" y="7856"/>
                  </a:lnTo>
                  <a:cubicBezTo>
                    <a:pt x="1467" y="8864"/>
                    <a:pt x="2174" y="9401"/>
                    <a:pt x="3274" y="9401"/>
                  </a:cubicBezTo>
                  <a:cubicBezTo>
                    <a:pt x="4504" y="9401"/>
                    <a:pt x="5211" y="8825"/>
                    <a:pt x="5211" y="7817"/>
                  </a:cubicBezTo>
                  <a:cubicBezTo>
                    <a:pt x="5211" y="6848"/>
                    <a:pt x="4609" y="6272"/>
                    <a:pt x="3156" y="5866"/>
                  </a:cubicBezTo>
                  <a:cubicBezTo>
                    <a:pt x="1179" y="5303"/>
                    <a:pt x="446" y="4635"/>
                    <a:pt x="446" y="3391"/>
                  </a:cubicBezTo>
                  <a:cubicBezTo>
                    <a:pt x="446" y="2187"/>
                    <a:pt x="1297" y="1336"/>
                    <a:pt x="2658" y="1179"/>
                  </a:cubicBezTo>
                  <a:lnTo>
                    <a:pt x="2750" y="1166"/>
                  </a:lnTo>
                  <a:lnTo>
                    <a:pt x="2750" y="210"/>
                  </a:lnTo>
                  <a:close/>
                  <a:moveTo>
                    <a:pt x="2528" y="1"/>
                  </a:moveTo>
                  <a:lnTo>
                    <a:pt x="2528" y="982"/>
                  </a:lnTo>
                  <a:cubicBezTo>
                    <a:pt x="1114" y="1192"/>
                    <a:pt x="236" y="2095"/>
                    <a:pt x="236" y="3391"/>
                  </a:cubicBezTo>
                  <a:cubicBezTo>
                    <a:pt x="236" y="4936"/>
                    <a:pt x="1375" y="5565"/>
                    <a:pt x="3091" y="6062"/>
                  </a:cubicBezTo>
                  <a:cubicBezTo>
                    <a:pt x="4766" y="6533"/>
                    <a:pt x="5002" y="7188"/>
                    <a:pt x="5002" y="7817"/>
                  </a:cubicBezTo>
                  <a:cubicBezTo>
                    <a:pt x="5002" y="8707"/>
                    <a:pt x="4387" y="9191"/>
                    <a:pt x="3274" y="9191"/>
                  </a:cubicBezTo>
                  <a:cubicBezTo>
                    <a:pt x="2240" y="9191"/>
                    <a:pt x="1611" y="8707"/>
                    <a:pt x="1402" y="7738"/>
                  </a:cubicBezTo>
                  <a:lnTo>
                    <a:pt x="1375" y="7646"/>
                  </a:lnTo>
                  <a:lnTo>
                    <a:pt x="1" y="7646"/>
                  </a:lnTo>
                  <a:lnTo>
                    <a:pt x="14" y="7764"/>
                  </a:lnTo>
                  <a:cubicBezTo>
                    <a:pt x="197" y="9165"/>
                    <a:pt x="1127" y="10068"/>
                    <a:pt x="2593" y="10265"/>
                  </a:cubicBezTo>
                  <a:lnTo>
                    <a:pt x="2593" y="11456"/>
                  </a:lnTo>
                  <a:lnTo>
                    <a:pt x="3824" y="11456"/>
                  </a:lnTo>
                  <a:lnTo>
                    <a:pt x="3837" y="10304"/>
                  </a:lnTo>
                  <a:cubicBezTo>
                    <a:pt x="5447" y="10121"/>
                    <a:pt x="6403" y="9152"/>
                    <a:pt x="6403" y="7725"/>
                  </a:cubicBezTo>
                  <a:cubicBezTo>
                    <a:pt x="6403" y="6232"/>
                    <a:pt x="5565" y="5381"/>
                    <a:pt x="3496" y="4779"/>
                  </a:cubicBezTo>
                  <a:cubicBezTo>
                    <a:pt x="2004" y="4334"/>
                    <a:pt x="1637" y="4046"/>
                    <a:pt x="1637" y="3300"/>
                  </a:cubicBezTo>
                  <a:cubicBezTo>
                    <a:pt x="1637" y="2933"/>
                    <a:pt x="1781" y="2082"/>
                    <a:pt x="3091" y="2082"/>
                  </a:cubicBezTo>
                  <a:cubicBezTo>
                    <a:pt x="4046" y="2082"/>
                    <a:pt x="4596" y="2462"/>
                    <a:pt x="4766" y="3234"/>
                  </a:cubicBezTo>
                  <a:lnTo>
                    <a:pt x="4779" y="3313"/>
                  </a:lnTo>
                  <a:lnTo>
                    <a:pt x="6180" y="3313"/>
                  </a:lnTo>
                  <a:lnTo>
                    <a:pt x="6167" y="3195"/>
                  </a:lnTo>
                  <a:cubicBezTo>
                    <a:pt x="6076" y="2462"/>
                    <a:pt x="5630" y="1218"/>
                    <a:pt x="3771" y="982"/>
                  </a:cubicBezTo>
                  <a:lnTo>
                    <a:pt x="37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2" name="Google Shape;742;p42"/>
          <p:cNvGrpSpPr/>
          <p:nvPr/>
        </p:nvGrpSpPr>
        <p:grpSpPr>
          <a:xfrm rot="21279094">
            <a:off x="132074" y="333363"/>
            <a:ext cx="1082690" cy="839815"/>
            <a:chOff x="4159225" y="1883250"/>
            <a:chExt cx="669675" cy="519450"/>
          </a:xfrm>
        </p:grpSpPr>
        <p:sp>
          <p:nvSpPr>
            <p:cNvPr id="743" name="Google Shape;743;p42"/>
            <p:cNvSpPr/>
            <p:nvPr/>
          </p:nvSpPr>
          <p:spPr>
            <a:xfrm>
              <a:off x="4159225" y="2173250"/>
              <a:ext cx="229450" cy="229450"/>
            </a:xfrm>
            <a:custGeom>
              <a:avLst/>
              <a:gdLst/>
              <a:ahLst/>
              <a:cxnLst/>
              <a:rect l="l" t="t" r="r" b="b"/>
              <a:pathLst>
                <a:path w="9178" h="9178" extrusionOk="0">
                  <a:moveTo>
                    <a:pt x="5512" y="0"/>
                  </a:moveTo>
                  <a:lnTo>
                    <a:pt x="4439" y="2252"/>
                  </a:lnTo>
                  <a:lnTo>
                    <a:pt x="3103" y="144"/>
                  </a:lnTo>
                  <a:lnTo>
                    <a:pt x="3287" y="2632"/>
                  </a:lnTo>
                  <a:lnTo>
                    <a:pt x="1074" y="1493"/>
                  </a:lnTo>
                  <a:lnTo>
                    <a:pt x="2488" y="3548"/>
                  </a:lnTo>
                  <a:lnTo>
                    <a:pt x="0" y="3653"/>
                  </a:lnTo>
                  <a:lnTo>
                    <a:pt x="2252" y="4727"/>
                  </a:lnTo>
                  <a:lnTo>
                    <a:pt x="144" y="6075"/>
                  </a:lnTo>
                  <a:lnTo>
                    <a:pt x="2632" y="5879"/>
                  </a:lnTo>
                  <a:lnTo>
                    <a:pt x="2632" y="5879"/>
                  </a:lnTo>
                  <a:lnTo>
                    <a:pt x="1480" y="8091"/>
                  </a:lnTo>
                  <a:lnTo>
                    <a:pt x="3535" y="6690"/>
                  </a:lnTo>
                  <a:lnTo>
                    <a:pt x="3653" y="9178"/>
                  </a:lnTo>
                  <a:lnTo>
                    <a:pt x="4727" y="6926"/>
                  </a:lnTo>
                  <a:lnTo>
                    <a:pt x="6075" y="9034"/>
                  </a:lnTo>
                  <a:lnTo>
                    <a:pt x="5879" y="6546"/>
                  </a:lnTo>
                  <a:lnTo>
                    <a:pt x="8091" y="7685"/>
                  </a:lnTo>
                  <a:lnTo>
                    <a:pt x="6677" y="5630"/>
                  </a:lnTo>
                  <a:lnTo>
                    <a:pt x="9178" y="5525"/>
                  </a:lnTo>
                  <a:lnTo>
                    <a:pt x="6926" y="4452"/>
                  </a:lnTo>
                  <a:lnTo>
                    <a:pt x="9021" y="3103"/>
                  </a:lnTo>
                  <a:lnTo>
                    <a:pt x="9021" y="3103"/>
                  </a:lnTo>
                  <a:lnTo>
                    <a:pt x="6533" y="3300"/>
                  </a:lnTo>
                  <a:lnTo>
                    <a:pt x="7685" y="1087"/>
                  </a:lnTo>
                  <a:lnTo>
                    <a:pt x="5630" y="2501"/>
                  </a:lnTo>
                  <a:lnTo>
                    <a:pt x="551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42"/>
            <p:cNvSpPr/>
            <p:nvPr/>
          </p:nvSpPr>
          <p:spPr>
            <a:xfrm>
              <a:off x="4331050" y="1887850"/>
              <a:ext cx="494600" cy="391800"/>
            </a:xfrm>
            <a:custGeom>
              <a:avLst/>
              <a:gdLst/>
              <a:ahLst/>
              <a:cxnLst/>
              <a:rect l="l" t="t" r="r" b="b"/>
              <a:pathLst>
                <a:path w="19784" h="15672" extrusionOk="0">
                  <a:moveTo>
                    <a:pt x="1" y="0"/>
                  </a:moveTo>
                  <a:lnTo>
                    <a:pt x="1" y="15671"/>
                  </a:lnTo>
                  <a:lnTo>
                    <a:pt x="19783" y="15671"/>
                  </a:lnTo>
                  <a:lnTo>
                    <a:pt x="197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42"/>
            <p:cNvSpPr/>
            <p:nvPr/>
          </p:nvSpPr>
          <p:spPr>
            <a:xfrm>
              <a:off x="4306825" y="1886200"/>
              <a:ext cx="494925" cy="391800"/>
            </a:xfrm>
            <a:custGeom>
              <a:avLst/>
              <a:gdLst/>
              <a:ahLst/>
              <a:cxnLst/>
              <a:rect l="l" t="t" r="r" b="b"/>
              <a:pathLst>
                <a:path w="19797" h="15672" extrusionOk="0">
                  <a:moveTo>
                    <a:pt x="1" y="1"/>
                  </a:moveTo>
                  <a:lnTo>
                    <a:pt x="1" y="15672"/>
                  </a:lnTo>
                  <a:lnTo>
                    <a:pt x="19796" y="15672"/>
                  </a:lnTo>
                  <a:lnTo>
                    <a:pt x="1979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42"/>
            <p:cNvSpPr/>
            <p:nvPr/>
          </p:nvSpPr>
          <p:spPr>
            <a:xfrm>
              <a:off x="4303900" y="2079650"/>
              <a:ext cx="525000" cy="7875"/>
            </a:xfrm>
            <a:custGeom>
              <a:avLst/>
              <a:gdLst/>
              <a:ahLst/>
              <a:cxnLst/>
              <a:rect l="l" t="t" r="r" b="b"/>
              <a:pathLst>
                <a:path w="21000" h="315" extrusionOk="0">
                  <a:moveTo>
                    <a:pt x="0" y="0"/>
                  </a:moveTo>
                  <a:lnTo>
                    <a:pt x="0" y="209"/>
                  </a:lnTo>
                  <a:lnTo>
                    <a:pt x="21000" y="314"/>
                  </a:lnTo>
                  <a:lnTo>
                    <a:pt x="21000" y="105"/>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42"/>
            <p:cNvSpPr/>
            <p:nvPr/>
          </p:nvSpPr>
          <p:spPr>
            <a:xfrm>
              <a:off x="4552975" y="1883250"/>
              <a:ext cx="4925" cy="408500"/>
            </a:xfrm>
            <a:custGeom>
              <a:avLst/>
              <a:gdLst/>
              <a:ahLst/>
              <a:cxnLst/>
              <a:rect l="l" t="t" r="r" b="b"/>
              <a:pathLst>
                <a:path w="197" h="16340" extrusionOk="0">
                  <a:moveTo>
                    <a:pt x="0" y="1"/>
                  </a:moveTo>
                  <a:lnTo>
                    <a:pt x="0" y="16340"/>
                  </a:lnTo>
                  <a:lnTo>
                    <a:pt x="197" y="16340"/>
                  </a:lnTo>
                  <a:lnTo>
                    <a:pt x="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42"/>
            <p:cNvSpPr/>
            <p:nvPr/>
          </p:nvSpPr>
          <p:spPr>
            <a:xfrm>
              <a:off x="4528425" y="2071775"/>
              <a:ext cx="50900" cy="55025"/>
            </a:xfrm>
            <a:custGeom>
              <a:avLst/>
              <a:gdLst/>
              <a:ahLst/>
              <a:cxnLst/>
              <a:rect l="l" t="t" r="r" b="b"/>
              <a:pathLst>
                <a:path w="2036" h="2201" extrusionOk="0">
                  <a:moveTo>
                    <a:pt x="1061" y="1"/>
                  </a:moveTo>
                  <a:lnTo>
                    <a:pt x="969" y="328"/>
                  </a:lnTo>
                  <a:cubicBezTo>
                    <a:pt x="773" y="970"/>
                    <a:pt x="445" y="1559"/>
                    <a:pt x="0" y="2056"/>
                  </a:cubicBezTo>
                  <a:lnTo>
                    <a:pt x="157" y="2200"/>
                  </a:lnTo>
                  <a:cubicBezTo>
                    <a:pt x="550" y="1755"/>
                    <a:pt x="864" y="1231"/>
                    <a:pt x="1074" y="669"/>
                  </a:cubicBezTo>
                  <a:cubicBezTo>
                    <a:pt x="1283" y="1153"/>
                    <a:pt x="1545" y="1611"/>
                    <a:pt x="1859" y="2030"/>
                  </a:cubicBezTo>
                  <a:cubicBezTo>
                    <a:pt x="1886" y="2082"/>
                    <a:pt x="1925" y="2109"/>
                    <a:pt x="1977" y="2122"/>
                  </a:cubicBezTo>
                  <a:lnTo>
                    <a:pt x="2017" y="1925"/>
                  </a:lnTo>
                  <a:cubicBezTo>
                    <a:pt x="2025" y="1925"/>
                    <a:pt x="2034" y="1931"/>
                    <a:pt x="2035" y="1931"/>
                  </a:cubicBezTo>
                  <a:cubicBezTo>
                    <a:pt x="2035" y="1931"/>
                    <a:pt x="2034" y="1930"/>
                    <a:pt x="2030" y="1925"/>
                  </a:cubicBezTo>
                  <a:cubicBezTo>
                    <a:pt x="1689" y="1428"/>
                    <a:pt x="1349" y="904"/>
                    <a:pt x="1166" y="328"/>
                  </a:cubicBezTo>
                  <a:lnTo>
                    <a:pt x="10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42"/>
            <p:cNvSpPr/>
            <p:nvPr/>
          </p:nvSpPr>
          <p:spPr>
            <a:xfrm>
              <a:off x="4553625" y="2018400"/>
              <a:ext cx="76275" cy="63875"/>
            </a:xfrm>
            <a:custGeom>
              <a:avLst/>
              <a:gdLst/>
              <a:ahLst/>
              <a:cxnLst/>
              <a:rect l="l" t="t" r="r" b="b"/>
              <a:pathLst>
                <a:path w="3051" h="2555" extrusionOk="0">
                  <a:moveTo>
                    <a:pt x="2287" y="201"/>
                  </a:moveTo>
                  <a:cubicBezTo>
                    <a:pt x="2390" y="201"/>
                    <a:pt x="2491" y="234"/>
                    <a:pt x="2580" y="316"/>
                  </a:cubicBezTo>
                  <a:cubicBezTo>
                    <a:pt x="2841" y="552"/>
                    <a:pt x="2658" y="971"/>
                    <a:pt x="2514" y="1154"/>
                  </a:cubicBezTo>
                  <a:cubicBezTo>
                    <a:pt x="2056" y="1769"/>
                    <a:pt x="1100" y="2345"/>
                    <a:pt x="302" y="2345"/>
                  </a:cubicBezTo>
                  <a:lnTo>
                    <a:pt x="262" y="2345"/>
                  </a:lnTo>
                  <a:cubicBezTo>
                    <a:pt x="341" y="2254"/>
                    <a:pt x="432" y="2123"/>
                    <a:pt x="537" y="1939"/>
                  </a:cubicBezTo>
                  <a:cubicBezTo>
                    <a:pt x="577" y="1887"/>
                    <a:pt x="603" y="1835"/>
                    <a:pt x="629" y="1822"/>
                  </a:cubicBezTo>
                  <a:cubicBezTo>
                    <a:pt x="734" y="1664"/>
                    <a:pt x="838" y="1520"/>
                    <a:pt x="930" y="1376"/>
                  </a:cubicBezTo>
                  <a:cubicBezTo>
                    <a:pt x="1061" y="1180"/>
                    <a:pt x="1205" y="984"/>
                    <a:pt x="1349" y="800"/>
                  </a:cubicBezTo>
                  <a:cubicBezTo>
                    <a:pt x="1388" y="761"/>
                    <a:pt x="1427" y="709"/>
                    <a:pt x="1480" y="643"/>
                  </a:cubicBezTo>
                  <a:cubicBezTo>
                    <a:pt x="1570" y="553"/>
                    <a:pt x="1945" y="201"/>
                    <a:pt x="2287" y="201"/>
                  </a:cubicBezTo>
                  <a:close/>
                  <a:moveTo>
                    <a:pt x="2297" y="1"/>
                  </a:moveTo>
                  <a:cubicBezTo>
                    <a:pt x="1969" y="1"/>
                    <a:pt x="1613" y="235"/>
                    <a:pt x="1336" y="512"/>
                  </a:cubicBezTo>
                  <a:cubicBezTo>
                    <a:pt x="1283" y="565"/>
                    <a:pt x="1231" y="617"/>
                    <a:pt x="1179" y="683"/>
                  </a:cubicBezTo>
                  <a:cubicBezTo>
                    <a:pt x="1035" y="866"/>
                    <a:pt x="904" y="1062"/>
                    <a:pt x="773" y="1259"/>
                  </a:cubicBezTo>
                  <a:cubicBezTo>
                    <a:pt x="668" y="1403"/>
                    <a:pt x="563" y="1547"/>
                    <a:pt x="459" y="1691"/>
                  </a:cubicBezTo>
                  <a:cubicBezTo>
                    <a:pt x="446" y="1717"/>
                    <a:pt x="406" y="1769"/>
                    <a:pt x="367" y="1835"/>
                  </a:cubicBezTo>
                  <a:cubicBezTo>
                    <a:pt x="262" y="2018"/>
                    <a:pt x="144" y="2175"/>
                    <a:pt x="0" y="2332"/>
                  </a:cubicBezTo>
                  <a:cubicBezTo>
                    <a:pt x="7" y="2326"/>
                    <a:pt x="14" y="2322"/>
                    <a:pt x="20" y="2322"/>
                  </a:cubicBezTo>
                  <a:cubicBezTo>
                    <a:pt x="27" y="2322"/>
                    <a:pt x="33" y="2326"/>
                    <a:pt x="40" y="2332"/>
                  </a:cubicBezTo>
                  <a:lnTo>
                    <a:pt x="0" y="2529"/>
                  </a:lnTo>
                  <a:cubicBezTo>
                    <a:pt x="105" y="2542"/>
                    <a:pt x="197" y="2555"/>
                    <a:pt x="302" y="2555"/>
                  </a:cubicBezTo>
                  <a:cubicBezTo>
                    <a:pt x="1192" y="2555"/>
                    <a:pt x="2187" y="1939"/>
                    <a:pt x="2684" y="1285"/>
                  </a:cubicBezTo>
                  <a:cubicBezTo>
                    <a:pt x="2933" y="958"/>
                    <a:pt x="3051" y="460"/>
                    <a:pt x="2724" y="172"/>
                  </a:cubicBezTo>
                  <a:cubicBezTo>
                    <a:pt x="2595" y="52"/>
                    <a:pt x="2449" y="1"/>
                    <a:pt x="22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42"/>
            <p:cNvSpPr/>
            <p:nvPr/>
          </p:nvSpPr>
          <p:spPr>
            <a:xfrm>
              <a:off x="4486850" y="2007775"/>
              <a:ext cx="72375" cy="76475"/>
            </a:xfrm>
            <a:custGeom>
              <a:avLst/>
              <a:gdLst/>
              <a:ahLst/>
              <a:cxnLst/>
              <a:rect l="l" t="t" r="r" b="b"/>
              <a:pathLst>
                <a:path w="2895" h="3059" extrusionOk="0">
                  <a:moveTo>
                    <a:pt x="821" y="200"/>
                  </a:moveTo>
                  <a:cubicBezTo>
                    <a:pt x="1018" y="200"/>
                    <a:pt x="1221" y="285"/>
                    <a:pt x="1362" y="401"/>
                  </a:cubicBezTo>
                  <a:cubicBezTo>
                    <a:pt x="1611" y="636"/>
                    <a:pt x="1807" y="924"/>
                    <a:pt x="1925" y="1252"/>
                  </a:cubicBezTo>
                  <a:cubicBezTo>
                    <a:pt x="1991" y="1396"/>
                    <a:pt x="2069" y="1540"/>
                    <a:pt x="2161" y="1710"/>
                  </a:cubicBezTo>
                  <a:cubicBezTo>
                    <a:pt x="2357" y="2063"/>
                    <a:pt x="2527" y="2443"/>
                    <a:pt x="2645" y="2836"/>
                  </a:cubicBezTo>
                  <a:cubicBezTo>
                    <a:pt x="2462" y="2783"/>
                    <a:pt x="2292" y="2718"/>
                    <a:pt x="2122" y="2626"/>
                  </a:cubicBezTo>
                  <a:cubicBezTo>
                    <a:pt x="2043" y="2574"/>
                    <a:pt x="1964" y="2535"/>
                    <a:pt x="1899" y="2508"/>
                  </a:cubicBezTo>
                  <a:cubicBezTo>
                    <a:pt x="1336" y="2273"/>
                    <a:pt x="655" y="1906"/>
                    <a:pt x="367" y="1291"/>
                  </a:cubicBezTo>
                  <a:cubicBezTo>
                    <a:pt x="210" y="964"/>
                    <a:pt x="210" y="505"/>
                    <a:pt x="498" y="296"/>
                  </a:cubicBezTo>
                  <a:cubicBezTo>
                    <a:pt x="594" y="229"/>
                    <a:pt x="706" y="200"/>
                    <a:pt x="821" y="200"/>
                  </a:cubicBezTo>
                  <a:close/>
                  <a:moveTo>
                    <a:pt x="835" y="0"/>
                  </a:moveTo>
                  <a:cubicBezTo>
                    <a:pt x="680" y="0"/>
                    <a:pt x="527" y="41"/>
                    <a:pt x="393" y="139"/>
                  </a:cubicBezTo>
                  <a:cubicBezTo>
                    <a:pt x="1" y="401"/>
                    <a:pt x="1" y="977"/>
                    <a:pt x="184" y="1383"/>
                  </a:cubicBezTo>
                  <a:cubicBezTo>
                    <a:pt x="498" y="2063"/>
                    <a:pt x="1218" y="2443"/>
                    <a:pt x="1820" y="2705"/>
                  </a:cubicBezTo>
                  <a:cubicBezTo>
                    <a:pt x="1886" y="2731"/>
                    <a:pt x="1951" y="2757"/>
                    <a:pt x="2030" y="2810"/>
                  </a:cubicBezTo>
                  <a:cubicBezTo>
                    <a:pt x="2252" y="2940"/>
                    <a:pt x="2501" y="3019"/>
                    <a:pt x="2750" y="3058"/>
                  </a:cubicBezTo>
                  <a:lnTo>
                    <a:pt x="2789" y="3058"/>
                  </a:lnTo>
                  <a:lnTo>
                    <a:pt x="2894" y="3045"/>
                  </a:lnTo>
                  <a:lnTo>
                    <a:pt x="2881" y="2940"/>
                  </a:lnTo>
                  <a:cubicBezTo>
                    <a:pt x="2763" y="2469"/>
                    <a:pt x="2580" y="2024"/>
                    <a:pt x="2344" y="1605"/>
                  </a:cubicBezTo>
                  <a:cubicBezTo>
                    <a:pt x="2266" y="1461"/>
                    <a:pt x="2187" y="1304"/>
                    <a:pt x="2122" y="1160"/>
                  </a:cubicBezTo>
                  <a:cubicBezTo>
                    <a:pt x="1991" y="806"/>
                    <a:pt x="1781" y="492"/>
                    <a:pt x="1506" y="244"/>
                  </a:cubicBezTo>
                  <a:cubicBezTo>
                    <a:pt x="1323" y="100"/>
                    <a:pt x="1077" y="0"/>
                    <a:pt x="8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1" name="Google Shape;751;p42"/>
          <p:cNvGrpSpPr/>
          <p:nvPr/>
        </p:nvGrpSpPr>
        <p:grpSpPr>
          <a:xfrm>
            <a:off x="6383581" y="415639"/>
            <a:ext cx="870083" cy="870083"/>
            <a:chOff x="2429425" y="1984725"/>
            <a:chExt cx="239600" cy="239600"/>
          </a:xfrm>
        </p:grpSpPr>
        <p:sp>
          <p:nvSpPr>
            <p:cNvPr id="752" name="Google Shape;752;p42"/>
            <p:cNvSpPr/>
            <p:nvPr/>
          </p:nvSpPr>
          <p:spPr>
            <a:xfrm>
              <a:off x="2429425" y="1984725"/>
              <a:ext cx="239600" cy="239600"/>
            </a:xfrm>
            <a:custGeom>
              <a:avLst/>
              <a:gdLst/>
              <a:ahLst/>
              <a:cxnLst/>
              <a:rect l="l" t="t" r="r" b="b"/>
              <a:pathLst>
                <a:path w="9584" h="9584" extrusionOk="0">
                  <a:moveTo>
                    <a:pt x="3771" y="0"/>
                  </a:moveTo>
                  <a:lnTo>
                    <a:pt x="3679" y="2606"/>
                  </a:lnTo>
                  <a:lnTo>
                    <a:pt x="1519" y="1152"/>
                  </a:lnTo>
                  <a:lnTo>
                    <a:pt x="2736" y="3457"/>
                  </a:lnTo>
                  <a:lnTo>
                    <a:pt x="131" y="3273"/>
                  </a:lnTo>
                  <a:lnTo>
                    <a:pt x="2344" y="4661"/>
                  </a:lnTo>
                  <a:lnTo>
                    <a:pt x="0" y="5813"/>
                  </a:lnTo>
                  <a:lnTo>
                    <a:pt x="2606" y="5905"/>
                  </a:lnTo>
                  <a:lnTo>
                    <a:pt x="1152" y="8065"/>
                  </a:lnTo>
                  <a:lnTo>
                    <a:pt x="1152" y="8065"/>
                  </a:lnTo>
                  <a:lnTo>
                    <a:pt x="3457" y="6847"/>
                  </a:lnTo>
                  <a:lnTo>
                    <a:pt x="3273" y="9453"/>
                  </a:lnTo>
                  <a:lnTo>
                    <a:pt x="4661" y="7240"/>
                  </a:lnTo>
                  <a:lnTo>
                    <a:pt x="5813" y="9584"/>
                  </a:lnTo>
                  <a:lnTo>
                    <a:pt x="5905" y="6978"/>
                  </a:lnTo>
                  <a:lnTo>
                    <a:pt x="8065" y="8432"/>
                  </a:lnTo>
                  <a:lnTo>
                    <a:pt x="6847" y="6127"/>
                  </a:lnTo>
                  <a:lnTo>
                    <a:pt x="9453" y="6311"/>
                  </a:lnTo>
                  <a:lnTo>
                    <a:pt x="7240" y="4923"/>
                  </a:lnTo>
                  <a:lnTo>
                    <a:pt x="9584" y="3771"/>
                  </a:lnTo>
                  <a:lnTo>
                    <a:pt x="6978" y="3679"/>
                  </a:lnTo>
                  <a:lnTo>
                    <a:pt x="8432" y="1519"/>
                  </a:lnTo>
                  <a:lnTo>
                    <a:pt x="6127" y="2737"/>
                  </a:lnTo>
                  <a:lnTo>
                    <a:pt x="6127" y="2737"/>
                  </a:lnTo>
                  <a:lnTo>
                    <a:pt x="6311" y="131"/>
                  </a:lnTo>
                  <a:lnTo>
                    <a:pt x="4923" y="2344"/>
                  </a:lnTo>
                  <a:lnTo>
                    <a:pt x="377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42"/>
            <p:cNvSpPr/>
            <p:nvPr/>
          </p:nvSpPr>
          <p:spPr>
            <a:xfrm>
              <a:off x="2543993" y="2064079"/>
              <a:ext cx="17050" cy="80875"/>
            </a:xfrm>
            <a:custGeom>
              <a:avLst/>
              <a:gdLst/>
              <a:ahLst/>
              <a:cxnLst/>
              <a:rect l="l" t="t" r="r" b="b"/>
              <a:pathLst>
                <a:path w="682" h="3235" extrusionOk="0">
                  <a:moveTo>
                    <a:pt x="66" y="1"/>
                  </a:moveTo>
                  <a:lnTo>
                    <a:pt x="131" y="2266"/>
                  </a:lnTo>
                  <a:lnTo>
                    <a:pt x="459" y="2266"/>
                  </a:lnTo>
                  <a:lnTo>
                    <a:pt x="524" y="1"/>
                  </a:lnTo>
                  <a:close/>
                  <a:moveTo>
                    <a:pt x="288" y="2645"/>
                  </a:moveTo>
                  <a:cubicBezTo>
                    <a:pt x="131" y="2645"/>
                    <a:pt x="0" y="2789"/>
                    <a:pt x="13" y="2946"/>
                  </a:cubicBezTo>
                  <a:cubicBezTo>
                    <a:pt x="0" y="3103"/>
                    <a:pt x="131" y="3234"/>
                    <a:pt x="288" y="3234"/>
                  </a:cubicBezTo>
                  <a:cubicBezTo>
                    <a:pt x="681" y="3234"/>
                    <a:pt x="681" y="2645"/>
                    <a:pt x="288" y="264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44"/>
          <p:cNvSpPr txBox="1">
            <a:spLocks noGrp="1"/>
          </p:cNvSpPr>
          <p:nvPr>
            <p:ph type="title"/>
          </p:nvPr>
        </p:nvSpPr>
        <p:spPr>
          <a:xfrm>
            <a:off x="503887" y="147269"/>
            <a:ext cx="7704000" cy="572700"/>
          </a:xfrm>
          <a:prstGeom prst="rect">
            <a:avLst/>
          </a:prstGeom>
        </p:spPr>
        <p:txBody>
          <a:bodyPr spcFirstLastPara="1" wrap="square" lIns="91425" tIns="91425" rIns="91425" bIns="91425" anchor="t" anchorCtr="0">
            <a:noAutofit/>
          </a:bodyPr>
          <a:lstStyle/>
          <a:p>
            <a:r>
              <a:rPr lang="en">
                <a:solidFill>
                  <a:schemeClr val="accent2"/>
                </a:solidFill>
                <a:latin typeface="Lexend"/>
              </a:rPr>
              <a:t>Introduction</a:t>
            </a:r>
          </a:p>
        </p:txBody>
      </p:sp>
      <p:sp>
        <p:nvSpPr>
          <p:cNvPr id="880" name="Google Shape;880;p44"/>
          <p:cNvSpPr txBox="1">
            <a:spLocks noGrp="1"/>
          </p:cNvSpPr>
          <p:nvPr>
            <p:ph type="subTitle" idx="2"/>
          </p:nvPr>
        </p:nvSpPr>
        <p:spPr>
          <a:xfrm>
            <a:off x="3634036" y="1285345"/>
            <a:ext cx="5074849" cy="3663501"/>
          </a:xfrm>
          <a:prstGeom prst="rect">
            <a:avLst/>
          </a:prstGeom>
        </p:spPr>
        <p:txBody>
          <a:bodyPr spcFirstLastPara="1" wrap="square" lIns="91425" tIns="91425" rIns="91425" bIns="91425" anchor="t" anchorCtr="0">
            <a:noAutofit/>
          </a:bodyPr>
          <a:lstStyle/>
          <a:p>
            <a:pPr marL="0" indent="0" algn="just">
              <a:lnSpc>
                <a:spcPct val="90000"/>
              </a:lnSpc>
              <a:spcBef>
                <a:spcPts val="1000"/>
              </a:spcBef>
            </a:pPr>
            <a:r>
              <a:rPr lang="en-US" sz="1600" b="1">
                <a:solidFill>
                  <a:srgbClr val="000000"/>
                </a:solidFill>
                <a:latin typeface="Calibri"/>
                <a:ea typeface="Calibri"/>
                <a:cs typeface="Calibri"/>
              </a:rPr>
              <a:t>Argos</a:t>
            </a:r>
            <a:r>
              <a:rPr lang="en-US" sz="1600">
                <a:solidFill>
                  <a:srgbClr val="000000"/>
                </a:solidFill>
                <a:latin typeface="Calibri"/>
                <a:ea typeface="Calibri"/>
                <a:cs typeface="Calibri"/>
              </a:rPr>
              <a:t> is the UK’s leading general merchandise retailer, known for its wide range of products and unique shopping experience. Operating over 580 stores, the UK population has an Argos store within a 10-mile radius of their home. </a:t>
            </a:r>
            <a:endParaRPr lang="en-US">
              <a:solidFill>
                <a:srgbClr val="333333"/>
              </a:solidFill>
              <a:ea typeface="Calibri"/>
              <a:cs typeface="Calibri"/>
            </a:endParaRPr>
          </a:p>
          <a:p>
            <a:pPr marL="0" indent="0" algn="just">
              <a:lnSpc>
                <a:spcPct val="90000"/>
              </a:lnSpc>
              <a:spcBef>
                <a:spcPts val="1000"/>
              </a:spcBef>
            </a:pPr>
            <a:r>
              <a:rPr lang="en-US" sz="1600">
                <a:solidFill>
                  <a:srgbClr val="000000"/>
                </a:solidFill>
                <a:latin typeface="Calibri"/>
                <a:ea typeface="Calibri"/>
                <a:cs typeface="Calibri"/>
              </a:rPr>
              <a:t>As consumer expectations shift toward faster, more convenient, and more digital shopping experiences, retailers like </a:t>
            </a:r>
            <a:r>
              <a:rPr lang="en-US" sz="1600" i="1">
                <a:solidFill>
                  <a:srgbClr val="000000"/>
                </a:solidFill>
                <a:latin typeface="Calibri"/>
                <a:ea typeface="Calibri"/>
                <a:cs typeface="Calibri"/>
              </a:rPr>
              <a:t>Argos are under pressure to adapt. </a:t>
            </a:r>
            <a:r>
              <a:rPr lang="en-US" sz="1600">
                <a:solidFill>
                  <a:srgbClr val="000000"/>
                </a:solidFill>
                <a:latin typeface="Calibri"/>
                <a:ea typeface="Calibri"/>
                <a:cs typeface="Calibri"/>
              </a:rPr>
              <a:t>In response, the company continuously evaluates customer needs, leverages technology to its advantage, and implements strategic growth initiatives to maintain its position at the top of the retail market.</a:t>
            </a:r>
          </a:p>
          <a:p>
            <a:pPr marL="0" indent="0" algn="just">
              <a:lnSpc>
                <a:spcPct val="90000"/>
              </a:lnSpc>
              <a:spcBef>
                <a:spcPts val="1000"/>
              </a:spcBef>
            </a:pPr>
            <a:endParaRPr lang="en-US" sz="1600">
              <a:solidFill>
                <a:srgbClr val="000000"/>
              </a:solidFill>
              <a:latin typeface="Calibri"/>
              <a:ea typeface="Calibri"/>
              <a:cs typeface="Calibri"/>
            </a:endParaRPr>
          </a:p>
          <a:p>
            <a:pPr marL="0" indent="0" algn="just">
              <a:lnSpc>
                <a:spcPct val="90000"/>
              </a:lnSpc>
              <a:spcBef>
                <a:spcPts val="1000"/>
              </a:spcBef>
            </a:pPr>
            <a:endParaRPr lang="en-US" sz="1600">
              <a:solidFill>
                <a:srgbClr val="000000"/>
              </a:solidFill>
              <a:latin typeface="Calibri"/>
              <a:ea typeface="Calibri"/>
              <a:cs typeface="Calibri"/>
            </a:endParaRPr>
          </a:p>
          <a:p>
            <a:pPr marL="0" lvl="0" indent="0" algn="just">
              <a:lnSpc>
                <a:spcPct val="90000"/>
              </a:lnSpc>
              <a:spcBef>
                <a:spcPts val="1000"/>
              </a:spcBef>
              <a:spcAft>
                <a:spcPts val="0"/>
              </a:spcAft>
              <a:buNone/>
            </a:pPr>
            <a:endParaRPr lang="en-US" sz="2800">
              <a:solidFill>
                <a:srgbClr val="000000"/>
              </a:solidFill>
              <a:latin typeface="Calibri"/>
              <a:ea typeface="Calibri"/>
              <a:cs typeface="Calibri"/>
            </a:endParaRPr>
          </a:p>
          <a:p>
            <a:pPr marL="0" indent="0"/>
            <a:endParaRPr lang="en">
              <a:solidFill>
                <a:srgbClr val="333333"/>
              </a:solidFill>
              <a:ea typeface="Calibri"/>
              <a:cs typeface="Calibri"/>
            </a:endParaRPr>
          </a:p>
        </p:txBody>
      </p:sp>
      <p:grpSp>
        <p:nvGrpSpPr>
          <p:cNvPr id="881" name="Google Shape;881;p44"/>
          <p:cNvGrpSpPr/>
          <p:nvPr/>
        </p:nvGrpSpPr>
        <p:grpSpPr>
          <a:xfrm rot="20803935">
            <a:off x="189975" y="116925"/>
            <a:ext cx="1074915" cy="631870"/>
            <a:chOff x="7181413" y="1382775"/>
            <a:chExt cx="1074924" cy="631875"/>
          </a:xfrm>
        </p:grpSpPr>
        <p:sp>
          <p:nvSpPr>
            <p:cNvPr id="882" name="Google Shape;882;p44"/>
            <p:cNvSpPr/>
            <p:nvPr/>
          </p:nvSpPr>
          <p:spPr>
            <a:xfrm>
              <a:off x="7181413" y="1382775"/>
              <a:ext cx="1074924" cy="631875"/>
            </a:xfrm>
            <a:custGeom>
              <a:avLst/>
              <a:gdLst/>
              <a:ahLst/>
              <a:cxnLst/>
              <a:rect l="l" t="t" r="r" b="b"/>
              <a:pathLst>
                <a:path w="19708" h="11585" extrusionOk="0">
                  <a:moveTo>
                    <a:pt x="19191" y="112"/>
                  </a:moveTo>
                  <a:cubicBezTo>
                    <a:pt x="19419" y="112"/>
                    <a:pt x="19608" y="308"/>
                    <a:pt x="19608" y="550"/>
                  </a:cubicBezTo>
                  <a:lnTo>
                    <a:pt x="19608" y="11047"/>
                  </a:lnTo>
                  <a:cubicBezTo>
                    <a:pt x="19608" y="11297"/>
                    <a:pt x="19408" y="11485"/>
                    <a:pt x="19170" y="11485"/>
                  </a:cubicBezTo>
                  <a:lnTo>
                    <a:pt x="550" y="11485"/>
                  </a:lnTo>
                  <a:cubicBezTo>
                    <a:pt x="300" y="11485"/>
                    <a:pt x="100" y="11297"/>
                    <a:pt x="113" y="11047"/>
                  </a:cubicBezTo>
                  <a:lnTo>
                    <a:pt x="113" y="550"/>
                  </a:lnTo>
                  <a:cubicBezTo>
                    <a:pt x="113" y="308"/>
                    <a:pt x="289" y="112"/>
                    <a:pt x="528" y="112"/>
                  </a:cubicBezTo>
                  <a:cubicBezTo>
                    <a:pt x="535" y="112"/>
                    <a:pt x="543" y="112"/>
                    <a:pt x="550" y="113"/>
                  </a:cubicBezTo>
                  <a:lnTo>
                    <a:pt x="19170" y="113"/>
                  </a:lnTo>
                  <a:cubicBezTo>
                    <a:pt x="19177" y="112"/>
                    <a:pt x="19184" y="112"/>
                    <a:pt x="19191" y="112"/>
                  </a:cubicBezTo>
                  <a:close/>
                  <a:moveTo>
                    <a:pt x="550" y="0"/>
                  </a:moveTo>
                  <a:cubicBezTo>
                    <a:pt x="250" y="0"/>
                    <a:pt x="13" y="250"/>
                    <a:pt x="0" y="550"/>
                  </a:cubicBezTo>
                  <a:lnTo>
                    <a:pt x="0" y="11047"/>
                  </a:lnTo>
                  <a:cubicBezTo>
                    <a:pt x="0" y="11347"/>
                    <a:pt x="250" y="11585"/>
                    <a:pt x="550" y="11585"/>
                  </a:cubicBezTo>
                  <a:lnTo>
                    <a:pt x="19170" y="11585"/>
                  </a:lnTo>
                  <a:cubicBezTo>
                    <a:pt x="19470" y="11585"/>
                    <a:pt x="19708" y="11347"/>
                    <a:pt x="19708" y="11047"/>
                  </a:cubicBezTo>
                  <a:lnTo>
                    <a:pt x="19708" y="550"/>
                  </a:lnTo>
                  <a:cubicBezTo>
                    <a:pt x="19708" y="250"/>
                    <a:pt x="19470" y="0"/>
                    <a:pt x="191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44"/>
            <p:cNvSpPr/>
            <p:nvPr/>
          </p:nvSpPr>
          <p:spPr>
            <a:xfrm>
              <a:off x="7184795" y="1844913"/>
              <a:ext cx="1068815" cy="75705"/>
            </a:xfrm>
            <a:custGeom>
              <a:avLst/>
              <a:gdLst/>
              <a:ahLst/>
              <a:cxnLst/>
              <a:rect l="l" t="t" r="r" b="b"/>
              <a:pathLst>
                <a:path w="19596" h="1388" extrusionOk="0">
                  <a:moveTo>
                    <a:pt x="1" y="0"/>
                  </a:moveTo>
                  <a:lnTo>
                    <a:pt x="1" y="1387"/>
                  </a:lnTo>
                  <a:lnTo>
                    <a:pt x="19596" y="1387"/>
                  </a:lnTo>
                  <a:lnTo>
                    <a:pt x="195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44"/>
            <p:cNvSpPr/>
            <p:nvPr/>
          </p:nvSpPr>
          <p:spPr>
            <a:xfrm>
              <a:off x="7254336" y="1446808"/>
              <a:ext cx="180699" cy="115957"/>
            </a:xfrm>
            <a:custGeom>
              <a:avLst/>
              <a:gdLst/>
              <a:ahLst/>
              <a:cxnLst/>
              <a:rect l="l" t="t" r="r" b="b"/>
              <a:pathLst>
                <a:path w="3313" h="2126" extrusionOk="0">
                  <a:moveTo>
                    <a:pt x="263" y="1"/>
                  </a:moveTo>
                  <a:cubicBezTo>
                    <a:pt x="125" y="1"/>
                    <a:pt x="1" y="113"/>
                    <a:pt x="1" y="263"/>
                  </a:cubicBezTo>
                  <a:lnTo>
                    <a:pt x="1" y="1875"/>
                  </a:lnTo>
                  <a:cubicBezTo>
                    <a:pt x="1" y="2013"/>
                    <a:pt x="125" y="2125"/>
                    <a:pt x="263" y="2125"/>
                  </a:cubicBezTo>
                  <a:lnTo>
                    <a:pt x="3062" y="2125"/>
                  </a:lnTo>
                  <a:cubicBezTo>
                    <a:pt x="3200" y="2125"/>
                    <a:pt x="3312" y="2013"/>
                    <a:pt x="3312" y="1875"/>
                  </a:cubicBezTo>
                  <a:lnTo>
                    <a:pt x="3312" y="263"/>
                  </a:lnTo>
                  <a:cubicBezTo>
                    <a:pt x="3312" y="113"/>
                    <a:pt x="3200" y="1"/>
                    <a:pt x="306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44"/>
            <p:cNvSpPr/>
            <p:nvPr/>
          </p:nvSpPr>
          <p:spPr>
            <a:xfrm>
              <a:off x="7182068" y="1778753"/>
              <a:ext cx="1074269" cy="70960"/>
            </a:xfrm>
            <a:custGeom>
              <a:avLst/>
              <a:gdLst/>
              <a:ahLst/>
              <a:cxnLst/>
              <a:rect l="l" t="t" r="r" b="b"/>
              <a:pathLst>
                <a:path w="19696" h="1301" extrusionOk="0">
                  <a:moveTo>
                    <a:pt x="1688" y="1"/>
                  </a:moveTo>
                  <a:lnTo>
                    <a:pt x="1" y="1188"/>
                  </a:lnTo>
                  <a:lnTo>
                    <a:pt x="51" y="1275"/>
                  </a:lnTo>
                  <a:lnTo>
                    <a:pt x="1688" y="126"/>
                  </a:lnTo>
                  <a:lnTo>
                    <a:pt x="3400" y="1288"/>
                  </a:lnTo>
                  <a:lnTo>
                    <a:pt x="5187" y="126"/>
                  </a:lnTo>
                  <a:lnTo>
                    <a:pt x="6637" y="1300"/>
                  </a:lnTo>
                  <a:lnTo>
                    <a:pt x="8224" y="126"/>
                  </a:lnTo>
                  <a:lnTo>
                    <a:pt x="9786" y="1300"/>
                  </a:lnTo>
                  <a:lnTo>
                    <a:pt x="11323" y="126"/>
                  </a:lnTo>
                  <a:lnTo>
                    <a:pt x="12872" y="1300"/>
                  </a:lnTo>
                  <a:lnTo>
                    <a:pt x="14622" y="126"/>
                  </a:lnTo>
                  <a:lnTo>
                    <a:pt x="16209" y="1300"/>
                  </a:lnTo>
                  <a:lnTo>
                    <a:pt x="17859" y="126"/>
                  </a:lnTo>
                  <a:lnTo>
                    <a:pt x="19646" y="1275"/>
                  </a:lnTo>
                  <a:lnTo>
                    <a:pt x="19696" y="1188"/>
                  </a:lnTo>
                  <a:lnTo>
                    <a:pt x="17859" y="1"/>
                  </a:lnTo>
                  <a:lnTo>
                    <a:pt x="16209" y="1176"/>
                  </a:lnTo>
                  <a:lnTo>
                    <a:pt x="14622" y="1"/>
                  </a:lnTo>
                  <a:lnTo>
                    <a:pt x="12872" y="1176"/>
                  </a:lnTo>
                  <a:lnTo>
                    <a:pt x="11323" y="1"/>
                  </a:lnTo>
                  <a:lnTo>
                    <a:pt x="9786" y="1176"/>
                  </a:lnTo>
                  <a:lnTo>
                    <a:pt x="8224" y="1"/>
                  </a:lnTo>
                  <a:lnTo>
                    <a:pt x="6637" y="1163"/>
                  </a:lnTo>
                  <a:lnTo>
                    <a:pt x="5200" y="1"/>
                  </a:lnTo>
                  <a:lnTo>
                    <a:pt x="3400" y="1176"/>
                  </a:lnTo>
                  <a:lnTo>
                    <a:pt x="16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44"/>
            <p:cNvSpPr/>
            <p:nvPr/>
          </p:nvSpPr>
          <p:spPr>
            <a:xfrm>
              <a:off x="7182068" y="1735174"/>
              <a:ext cx="1074269" cy="70251"/>
            </a:xfrm>
            <a:custGeom>
              <a:avLst/>
              <a:gdLst/>
              <a:ahLst/>
              <a:cxnLst/>
              <a:rect l="l" t="t" r="r" b="b"/>
              <a:pathLst>
                <a:path w="19696" h="1288" extrusionOk="0">
                  <a:moveTo>
                    <a:pt x="1688" y="0"/>
                  </a:moveTo>
                  <a:lnTo>
                    <a:pt x="1" y="1187"/>
                  </a:lnTo>
                  <a:lnTo>
                    <a:pt x="51" y="1262"/>
                  </a:lnTo>
                  <a:lnTo>
                    <a:pt x="1688" y="125"/>
                  </a:lnTo>
                  <a:lnTo>
                    <a:pt x="3400" y="1287"/>
                  </a:lnTo>
                  <a:lnTo>
                    <a:pt x="5187" y="125"/>
                  </a:lnTo>
                  <a:lnTo>
                    <a:pt x="6637" y="1287"/>
                  </a:lnTo>
                  <a:lnTo>
                    <a:pt x="8224" y="125"/>
                  </a:lnTo>
                  <a:lnTo>
                    <a:pt x="9786" y="1287"/>
                  </a:lnTo>
                  <a:lnTo>
                    <a:pt x="11323" y="125"/>
                  </a:lnTo>
                  <a:lnTo>
                    <a:pt x="12872" y="1287"/>
                  </a:lnTo>
                  <a:lnTo>
                    <a:pt x="14622" y="125"/>
                  </a:lnTo>
                  <a:lnTo>
                    <a:pt x="16209" y="1287"/>
                  </a:lnTo>
                  <a:lnTo>
                    <a:pt x="17859" y="113"/>
                  </a:lnTo>
                  <a:lnTo>
                    <a:pt x="19646" y="1262"/>
                  </a:lnTo>
                  <a:lnTo>
                    <a:pt x="19696" y="1187"/>
                  </a:lnTo>
                  <a:lnTo>
                    <a:pt x="17859" y="0"/>
                  </a:lnTo>
                  <a:lnTo>
                    <a:pt x="16209" y="1162"/>
                  </a:lnTo>
                  <a:lnTo>
                    <a:pt x="14622" y="0"/>
                  </a:lnTo>
                  <a:lnTo>
                    <a:pt x="12872" y="1162"/>
                  </a:lnTo>
                  <a:lnTo>
                    <a:pt x="11323" y="0"/>
                  </a:lnTo>
                  <a:lnTo>
                    <a:pt x="9786" y="1162"/>
                  </a:lnTo>
                  <a:lnTo>
                    <a:pt x="8224" y="0"/>
                  </a:lnTo>
                  <a:lnTo>
                    <a:pt x="6637" y="1162"/>
                  </a:lnTo>
                  <a:lnTo>
                    <a:pt x="5200" y="0"/>
                  </a:lnTo>
                  <a:lnTo>
                    <a:pt x="3400" y="1162"/>
                  </a:lnTo>
                  <a:lnTo>
                    <a:pt x="16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44"/>
            <p:cNvSpPr/>
            <p:nvPr/>
          </p:nvSpPr>
          <p:spPr>
            <a:xfrm>
              <a:off x="7182068" y="1690831"/>
              <a:ext cx="1074269" cy="70960"/>
            </a:xfrm>
            <a:custGeom>
              <a:avLst/>
              <a:gdLst/>
              <a:ahLst/>
              <a:cxnLst/>
              <a:rect l="l" t="t" r="r" b="b"/>
              <a:pathLst>
                <a:path w="19696" h="1301" extrusionOk="0">
                  <a:moveTo>
                    <a:pt x="1688" y="1"/>
                  </a:moveTo>
                  <a:lnTo>
                    <a:pt x="1" y="1188"/>
                  </a:lnTo>
                  <a:lnTo>
                    <a:pt x="51" y="1275"/>
                  </a:lnTo>
                  <a:lnTo>
                    <a:pt x="1688" y="126"/>
                  </a:lnTo>
                  <a:lnTo>
                    <a:pt x="3400" y="1288"/>
                  </a:lnTo>
                  <a:lnTo>
                    <a:pt x="5187" y="126"/>
                  </a:lnTo>
                  <a:lnTo>
                    <a:pt x="6637" y="1300"/>
                  </a:lnTo>
                  <a:lnTo>
                    <a:pt x="8224" y="126"/>
                  </a:lnTo>
                  <a:lnTo>
                    <a:pt x="9786" y="1288"/>
                  </a:lnTo>
                  <a:lnTo>
                    <a:pt x="11323" y="126"/>
                  </a:lnTo>
                  <a:lnTo>
                    <a:pt x="12872" y="1288"/>
                  </a:lnTo>
                  <a:lnTo>
                    <a:pt x="14622" y="126"/>
                  </a:lnTo>
                  <a:lnTo>
                    <a:pt x="16209" y="1288"/>
                  </a:lnTo>
                  <a:lnTo>
                    <a:pt x="17859" y="126"/>
                  </a:lnTo>
                  <a:lnTo>
                    <a:pt x="19646" y="1275"/>
                  </a:lnTo>
                  <a:lnTo>
                    <a:pt x="19696" y="1188"/>
                  </a:lnTo>
                  <a:lnTo>
                    <a:pt x="17859" y="1"/>
                  </a:lnTo>
                  <a:lnTo>
                    <a:pt x="16209" y="1175"/>
                  </a:lnTo>
                  <a:lnTo>
                    <a:pt x="14622" y="1"/>
                  </a:lnTo>
                  <a:lnTo>
                    <a:pt x="12872" y="1175"/>
                  </a:lnTo>
                  <a:lnTo>
                    <a:pt x="11323" y="1"/>
                  </a:lnTo>
                  <a:lnTo>
                    <a:pt x="9786" y="1163"/>
                  </a:lnTo>
                  <a:lnTo>
                    <a:pt x="8224" y="1"/>
                  </a:lnTo>
                  <a:lnTo>
                    <a:pt x="6637" y="1163"/>
                  </a:lnTo>
                  <a:lnTo>
                    <a:pt x="5200" y="1"/>
                  </a:lnTo>
                  <a:lnTo>
                    <a:pt x="3400" y="1175"/>
                  </a:lnTo>
                  <a:lnTo>
                    <a:pt x="16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8" name="Google Shape;888;p44"/>
          <p:cNvGrpSpPr/>
          <p:nvPr/>
        </p:nvGrpSpPr>
        <p:grpSpPr>
          <a:xfrm rot="552673">
            <a:off x="7874156" y="245096"/>
            <a:ext cx="1082696" cy="839820"/>
            <a:chOff x="4159225" y="1883250"/>
            <a:chExt cx="669675" cy="519450"/>
          </a:xfrm>
        </p:grpSpPr>
        <p:sp>
          <p:nvSpPr>
            <p:cNvPr id="889" name="Google Shape;889;p44"/>
            <p:cNvSpPr/>
            <p:nvPr/>
          </p:nvSpPr>
          <p:spPr>
            <a:xfrm>
              <a:off x="4159225" y="2173250"/>
              <a:ext cx="229450" cy="229450"/>
            </a:xfrm>
            <a:custGeom>
              <a:avLst/>
              <a:gdLst/>
              <a:ahLst/>
              <a:cxnLst/>
              <a:rect l="l" t="t" r="r" b="b"/>
              <a:pathLst>
                <a:path w="9178" h="9178" extrusionOk="0">
                  <a:moveTo>
                    <a:pt x="5512" y="0"/>
                  </a:moveTo>
                  <a:lnTo>
                    <a:pt x="4439" y="2252"/>
                  </a:lnTo>
                  <a:lnTo>
                    <a:pt x="3103" y="144"/>
                  </a:lnTo>
                  <a:lnTo>
                    <a:pt x="3287" y="2632"/>
                  </a:lnTo>
                  <a:lnTo>
                    <a:pt x="1074" y="1493"/>
                  </a:lnTo>
                  <a:lnTo>
                    <a:pt x="2488" y="3548"/>
                  </a:lnTo>
                  <a:lnTo>
                    <a:pt x="0" y="3653"/>
                  </a:lnTo>
                  <a:lnTo>
                    <a:pt x="2252" y="4727"/>
                  </a:lnTo>
                  <a:lnTo>
                    <a:pt x="144" y="6075"/>
                  </a:lnTo>
                  <a:lnTo>
                    <a:pt x="2632" y="5879"/>
                  </a:lnTo>
                  <a:lnTo>
                    <a:pt x="2632" y="5879"/>
                  </a:lnTo>
                  <a:lnTo>
                    <a:pt x="1480" y="8091"/>
                  </a:lnTo>
                  <a:lnTo>
                    <a:pt x="3535" y="6690"/>
                  </a:lnTo>
                  <a:lnTo>
                    <a:pt x="3653" y="9178"/>
                  </a:lnTo>
                  <a:lnTo>
                    <a:pt x="4727" y="6926"/>
                  </a:lnTo>
                  <a:lnTo>
                    <a:pt x="6075" y="9034"/>
                  </a:lnTo>
                  <a:lnTo>
                    <a:pt x="5879" y="6546"/>
                  </a:lnTo>
                  <a:lnTo>
                    <a:pt x="8091" y="7685"/>
                  </a:lnTo>
                  <a:lnTo>
                    <a:pt x="6677" y="5630"/>
                  </a:lnTo>
                  <a:lnTo>
                    <a:pt x="9178" y="5525"/>
                  </a:lnTo>
                  <a:lnTo>
                    <a:pt x="6926" y="4452"/>
                  </a:lnTo>
                  <a:lnTo>
                    <a:pt x="9021" y="3103"/>
                  </a:lnTo>
                  <a:lnTo>
                    <a:pt x="9021" y="3103"/>
                  </a:lnTo>
                  <a:lnTo>
                    <a:pt x="6533" y="3300"/>
                  </a:lnTo>
                  <a:lnTo>
                    <a:pt x="7685" y="1087"/>
                  </a:lnTo>
                  <a:lnTo>
                    <a:pt x="5630" y="2501"/>
                  </a:lnTo>
                  <a:lnTo>
                    <a:pt x="551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44"/>
            <p:cNvSpPr/>
            <p:nvPr/>
          </p:nvSpPr>
          <p:spPr>
            <a:xfrm>
              <a:off x="4331050" y="1887850"/>
              <a:ext cx="494600" cy="391800"/>
            </a:xfrm>
            <a:custGeom>
              <a:avLst/>
              <a:gdLst/>
              <a:ahLst/>
              <a:cxnLst/>
              <a:rect l="l" t="t" r="r" b="b"/>
              <a:pathLst>
                <a:path w="19784" h="15672" extrusionOk="0">
                  <a:moveTo>
                    <a:pt x="1" y="0"/>
                  </a:moveTo>
                  <a:lnTo>
                    <a:pt x="1" y="15671"/>
                  </a:lnTo>
                  <a:lnTo>
                    <a:pt x="19783" y="15671"/>
                  </a:lnTo>
                  <a:lnTo>
                    <a:pt x="197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44"/>
            <p:cNvSpPr/>
            <p:nvPr/>
          </p:nvSpPr>
          <p:spPr>
            <a:xfrm>
              <a:off x="4306825" y="1886200"/>
              <a:ext cx="494925" cy="391800"/>
            </a:xfrm>
            <a:custGeom>
              <a:avLst/>
              <a:gdLst/>
              <a:ahLst/>
              <a:cxnLst/>
              <a:rect l="l" t="t" r="r" b="b"/>
              <a:pathLst>
                <a:path w="19797" h="15672" extrusionOk="0">
                  <a:moveTo>
                    <a:pt x="1" y="1"/>
                  </a:moveTo>
                  <a:lnTo>
                    <a:pt x="1" y="15672"/>
                  </a:lnTo>
                  <a:lnTo>
                    <a:pt x="19796" y="15672"/>
                  </a:lnTo>
                  <a:lnTo>
                    <a:pt x="1979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44"/>
            <p:cNvSpPr/>
            <p:nvPr/>
          </p:nvSpPr>
          <p:spPr>
            <a:xfrm>
              <a:off x="4303900" y="2079650"/>
              <a:ext cx="525000" cy="7875"/>
            </a:xfrm>
            <a:custGeom>
              <a:avLst/>
              <a:gdLst/>
              <a:ahLst/>
              <a:cxnLst/>
              <a:rect l="l" t="t" r="r" b="b"/>
              <a:pathLst>
                <a:path w="21000" h="315" extrusionOk="0">
                  <a:moveTo>
                    <a:pt x="0" y="0"/>
                  </a:moveTo>
                  <a:lnTo>
                    <a:pt x="0" y="209"/>
                  </a:lnTo>
                  <a:lnTo>
                    <a:pt x="21000" y="314"/>
                  </a:lnTo>
                  <a:lnTo>
                    <a:pt x="21000" y="105"/>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44"/>
            <p:cNvSpPr/>
            <p:nvPr/>
          </p:nvSpPr>
          <p:spPr>
            <a:xfrm>
              <a:off x="4552975" y="1883250"/>
              <a:ext cx="4925" cy="408500"/>
            </a:xfrm>
            <a:custGeom>
              <a:avLst/>
              <a:gdLst/>
              <a:ahLst/>
              <a:cxnLst/>
              <a:rect l="l" t="t" r="r" b="b"/>
              <a:pathLst>
                <a:path w="197" h="16340" extrusionOk="0">
                  <a:moveTo>
                    <a:pt x="0" y="1"/>
                  </a:moveTo>
                  <a:lnTo>
                    <a:pt x="0" y="16340"/>
                  </a:lnTo>
                  <a:lnTo>
                    <a:pt x="197" y="16340"/>
                  </a:lnTo>
                  <a:lnTo>
                    <a:pt x="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44"/>
            <p:cNvSpPr/>
            <p:nvPr/>
          </p:nvSpPr>
          <p:spPr>
            <a:xfrm>
              <a:off x="4528425" y="2071775"/>
              <a:ext cx="50900" cy="55025"/>
            </a:xfrm>
            <a:custGeom>
              <a:avLst/>
              <a:gdLst/>
              <a:ahLst/>
              <a:cxnLst/>
              <a:rect l="l" t="t" r="r" b="b"/>
              <a:pathLst>
                <a:path w="2036" h="2201" extrusionOk="0">
                  <a:moveTo>
                    <a:pt x="1061" y="1"/>
                  </a:moveTo>
                  <a:lnTo>
                    <a:pt x="969" y="328"/>
                  </a:lnTo>
                  <a:cubicBezTo>
                    <a:pt x="773" y="970"/>
                    <a:pt x="445" y="1559"/>
                    <a:pt x="0" y="2056"/>
                  </a:cubicBezTo>
                  <a:lnTo>
                    <a:pt x="157" y="2200"/>
                  </a:lnTo>
                  <a:cubicBezTo>
                    <a:pt x="550" y="1755"/>
                    <a:pt x="864" y="1231"/>
                    <a:pt x="1074" y="669"/>
                  </a:cubicBezTo>
                  <a:cubicBezTo>
                    <a:pt x="1283" y="1153"/>
                    <a:pt x="1545" y="1611"/>
                    <a:pt x="1859" y="2030"/>
                  </a:cubicBezTo>
                  <a:cubicBezTo>
                    <a:pt x="1886" y="2082"/>
                    <a:pt x="1925" y="2109"/>
                    <a:pt x="1977" y="2122"/>
                  </a:cubicBezTo>
                  <a:lnTo>
                    <a:pt x="2017" y="1925"/>
                  </a:lnTo>
                  <a:cubicBezTo>
                    <a:pt x="2025" y="1925"/>
                    <a:pt x="2034" y="1931"/>
                    <a:pt x="2035" y="1931"/>
                  </a:cubicBezTo>
                  <a:cubicBezTo>
                    <a:pt x="2035" y="1931"/>
                    <a:pt x="2034" y="1930"/>
                    <a:pt x="2030" y="1925"/>
                  </a:cubicBezTo>
                  <a:cubicBezTo>
                    <a:pt x="1689" y="1428"/>
                    <a:pt x="1349" y="904"/>
                    <a:pt x="1166" y="328"/>
                  </a:cubicBezTo>
                  <a:lnTo>
                    <a:pt x="10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44"/>
            <p:cNvSpPr/>
            <p:nvPr/>
          </p:nvSpPr>
          <p:spPr>
            <a:xfrm>
              <a:off x="4553625" y="2018400"/>
              <a:ext cx="76275" cy="63875"/>
            </a:xfrm>
            <a:custGeom>
              <a:avLst/>
              <a:gdLst/>
              <a:ahLst/>
              <a:cxnLst/>
              <a:rect l="l" t="t" r="r" b="b"/>
              <a:pathLst>
                <a:path w="3051" h="2555" extrusionOk="0">
                  <a:moveTo>
                    <a:pt x="2287" y="201"/>
                  </a:moveTo>
                  <a:cubicBezTo>
                    <a:pt x="2390" y="201"/>
                    <a:pt x="2491" y="234"/>
                    <a:pt x="2580" y="316"/>
                  </a:cubicBezTo>
                  <a:cubicBezTo>
                    <a:pt x="2841" y="552"/>
                    <a:pt x="2658" y="971"/>
                    <a:pt x="2514" y="1154"/>
                  </a:cubicBezTo>
                  <a:cubicBezTo>
                    <a:pt x="2056" y="1769"/>
                    <a:pt x="1100" y="2345"/>
                    <a:pt x="302" y="2345"/>
                  </a:cubicBezTo>
                  <a:lnTo>
                    <a:pt x="262" y="2345"/>
                  </a:lnTo>
                  <a:cubicBezTo>
                    <a:pt x="341" y="2254"/>
                    <a:pt x="432" y="2123"/>
                    <a:pt x="537" y="1939"/>
                  </a:cubicBezTo>
                  <a:cubicBezTo>
                    <a:pt x="577" y="1887"/>
                    <a:pt x="603" y="1835"/>
                    <a:pt x="629" y="1822"/>
                  </a:cubicBezTo>
                  <a:cubicBezTo>
                    <a:pt x="734" y="1664"/>
                    <a:pt x="838" y="1520"/>
                    <a:pt x="930" y="1376"/>
                  </a:cubicBezTo>
                  <a:cubicBezTo>
                    <a:pt x="1061" y="1180"/>
                    <a:pt x="1205" y="984"/>
                    <a:pt x="1349" y="800"/>
                  </a:cubicBezTo>
                  <a:cubicBezTo>
                    <a:pt x="1388" y="761"/>
                    <a:pt x="1427" y="709"/>
                    <a:pt x="1480" y="643"/>
                  </a:cubicBezTo>
                  <a:cubicBezTo>
                    <a:pt x="1570" y="553"/>
                    <a:pt x="1945" y="201"/>
                    <a:pt x="2287" y="201"/>
                  </a:cubicBezTo>
                  <a:close/>
                  <a:moveTo>
                    <a:pt x="2297" y="1"/>
                  </a:moveTo>
                  <a:cubicBezTo>
                    <a:pt x="1969" y="1"/>
                    <a:pt x="1613" y="235"/>
                    <a:pt x="1336" y="512"/>
                  </a:cubicBezTo>
                  <a:cubicBezTo>
                    <a:pt x="1283" y="565"/>
                    <a:pt x="1231" y="617"/>
                    <a:pt x="1179" y="683"/>
                  </a:cubicBezTo>
                  <a:cubicBezTo>
                    <a:pt x="1035" y="866"/>
                    <a:pt x="904" y="1062"/>
                    <a:pt x="773" y="1259"/>
                  </a:cubicBezTo>
                  <a:cubicBezTo>
                    <a:pt x="668" y="1403"/>
                    <a:pt x="563" y="1547"/>
                    <a:pt x="459" y="1691"/>
                  </a:cubicBezTo>
                  <a:cubicBezTo>
                    <a:pt x="446" y="1717"/>
                    <a:pt x="406" y="1769"/>
                    <a:pt x="367" y="1835"/>
                  </a:cubicBezTo>
                  <a:cubicBezTo>
                    <a:pt x="262" y="2018"/>
                    <a:pt x="144" y="2175"/>
                    <a:pt x="0" y="2332"/>
                  </a:cubicBezTo>
                  <a:cubicBezTo>
                    <a:pt x="7" y="2326"/>
                    <a:pt x="14" y="2322"/>
                    <a:pt x="20" y="2322"/>
                  </a:cubicBezTo>
                  <a:cubicBezTo>
                    <a:pt x="27" y="2322"/>
                    <a:pt x="33" y="2326"/>
                    <a:pt x="40" y="2332"/>
                  </a:cubicBezTo>
                  <a:lnTo>
                    <a:pt x="0" y="2529"/>
                  </a:lnTo>
                  <a:cubicBezTo>
                    <a:pt x="105" y="2542"/>
                    <a:pt x="197" y="2555"/>
                    <a:pt x="302" y="2555"/>
                  </a:cubicBezTo>
                  <a:cubicBezTo>
                    <a:pt x="1192" y="2555"/>
                    <a:pt x="2187" y="1939"/>
                    <a:pt x="2684" y="1285"/>
                  </a:cubicBezTo>
                  <a:cubicBezTo>
                    <a:pt x="2933" y="958"/>
                    <a:pt x="3051" y="460"/>
                    <a:pt x="2724" y="172"/>
                  </a:cubicBezTo>
                  <a:cubicBezTo>
                    <a:pt x="2595" y="52"/>
                    <a:pt x="2449" y="1"/>
                    <a:pt x="22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44"/>
            <p:cNvSpPr/>
            <p:nvPr/>
          </p:nvSpPr>
          <p:spPr>
            <a:xfrm>
              <a:off x="4486850" y="2007775"/>
              <a:ext cx="72375" cy="76475"/>
            </a:xfrm>
            <a:custGeom>
              <a:avLst/>
              <a:gdLst/>
              <a:ahLst/>
              <a:cxnLst/>
              <a:rect l="l" t="t" r="r" b="b"/>
              <a:pathLst>
                <a:path w="2895" h="3059" extrusionOk="0">
                  <a:moveTo>
                    <a:pt x="821" y="200"/>
                  </a:moveTo>
                  <a:cubicBezTo>
                    <a:pt x="1018" y="200"/>
                    <a:pt x="1221" y="285"/>
                    <a:pt x="1362" y="401"/>
                  </a:cubicBezTo>
                  <a:cubicBezTo>
                    <a:pt x="1611" y="636"/>
                    <a:pt x="1807" y="924"/>
                    <a:pt x="1925" y="1252"/>
                  </a:cubicBezTo>
                  <a:cubicBezTo>
                    <a:pt x="1991" y="1396"/>
                    <a:pt x="2069" y="1540"/>
                    <a:pt x="2161" y="1710"/>
                  </a:cubicBezTo>
                  <a:cubicBezTo>
                    <a:pt x="2357" y="2063"/>
                    <a:pt x="2527" y="2443"/>
                    <a:pt x="2645" y="2836"/>
                  </a:cubicBezTo>
                  <a:cubicBezTo>
                    <a:pt x="2462" y="2783"/>
                    <a:pt x="2292" y="2718"/>
                    <a:pt x="2122" y="2626"/>
                  </a:cubicBezTo>
                  <a:cubicBezTo>
                    <a:pt x="2043" y="2574"/>
                    <a:pt x="1964" y="2535"/>
                    <a:pt x="1899" y="2508"/>
                  </a:cubicBezTo>
                  <a:cubicBezTo>
                    <a:pt x="1336" y="2273"/>
                    <a:pt x="655" y="1906"/>
                    <a:pt x="367" y="1291"/>
                  </a:cubicBezTo>
                  <a:cubicBezTo>
                    <a:pt x="210" y="964"/>
                    <a:pt x="210" y="505"/>
                    <a:pt x="498" y="296"/>
                  </a:cubicBezTo>
                  <a:cubicBezTo>
                    <a:pt x="594" y="229"/>
                    <a:pt x="706" y="200"/>
                    <a:pt x="821" y="200"/>
                  </a:cubicBezTo>
                  <a:close/>
                  <a:moveTo>
                    <a:pt x="835" y="0"/>
                  </a:moveTo>
                  <a:cubicBezTo>
                    <a:pt x="680" y="0"/>
                    <a:pt x="527" y="41"/>
                    <a:pt x="393" y="139"/>
                  </a:cubicBezTo>
                  <a:cubicBezTo>
                    <a:pt x="1" y="401"/>
                    <a:pt x="1" y="977"/>
                    <a:pt x="184" y="1383"/>
                  </a:cubicBezTo>
                  <a:cubicBezTo>
                    <a:pt x="498" y="2063"/>
                    <a:pt x="1218" y="2443"/>
                    <a:pt x="1820" y="2705"/>
                  </a:cubicBezTo>
                  <a:cubicBezTo>
                    <a:pt x="1886" y="2731"/>
                    <a:pt x="1951" y="2757"/>
                    <a:pt x="2030" y="2810"/>
                  </a:cubicBezTo>
                  <a:cubicBezTo>
                    <a:pt x="2252" y="2940"/>
                    <a:pt x="2501" y="3019"/>
                    <a:pt x="2750" y="3058"/>
                  </a:cubicBezTo>
                  <a:lnTo>
                    <a:pt x="2789" y="3058"/>
                  </a:lnTo>
                  <a:lnTo>
                    <a:pt x="2894" y="3045"/>
                  </a:lnTo>
                  <a:lnTo>
                    <a:pt x="2881" y="2940"/>
                  </a:lnTo>
                  <a:cubicBezTo>
                    <a:pt x="2763" y="2469"/>
                    <a:pt x="2580" y="2024"/>
                    <a:pt x="2344" y="1605"/>
                  </a:cubicBezTo>
                  <a:cubicBezTo>
                    <a:pt x="2266" y="1461"/>
                    <a:pt x="2187" y="1304"/>
                    <a:pt x="2122" y="1160"/>
                  </a:cubicBezTo>
                  <a:cubicBezTo>
                    <a:pt x="1991" y="806"/>
                    <a:pt x="1781" y="492"/>
                    <a:pt x="1506" y="244"/>
                  </a:cubicBezTo>
                  <a:cubicBezTo>
                    <a:pt x="1323" y="100"/>
                    <a:pt x="1077" y="0"/>
                    <a:pt x="8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descr="Argos">
            <a:extLst>
              <a:ext uri="{FF2B5EF4-FFF2-40B4-BE49-F238E27FC236}">
                <a16:creationId xmlns:a16="http://schemas.microsoft.com/office/drawing/2014/main" id="{64D5AEC3-1ED4-86C8-315B-4697513998BB}"/>
              </a:ext>
            </a:extLst>
          </p:cNvPr>
          <p:cNvPicPr>
            <a:picLocks noChangeAspect="1"/>
          </p:cNvPicPr>
          <p:nvPr/>
        </p:nvPicPr>
        <p:blipFill>
          <a:blip r:embed="rId3"/>
          <a:stretch>
            <a:fillRect/>
          </a:stretch>
        </p:blipFill>
        <p:spPr>
          <a:xfrm>
            <a:off x="727102" y="1166532"/>
            <a:ext cx="2743200" cy="27432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E3BA97-D039-DB43-BB5D-D36D3B3308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918FD9-659B-BC00-D671-D81721931B68}"/>
              </a:ext>
            </a:extLst>
          </p:cNvPr>
          <p:cNvSpPr>
            <a:spLocks noGrp="1"/>
          </p:cNvSpPr>
          <p:nvPr>
            <p:ph type="title"/>
          </p:nvPr>
        </p:nvSpPr>
        <p:spPr>
          <a:xfrm>
            <a:off x="327978" y="-635"/>
            <a:ext cx="4798705" cy="1069848"/>
          </a:xfrm>
        </p:spPr>
        <p:txBody>
          <a:bodyPr>
            <a:norm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CA" sz="2800">
                <a:solidFill>
                  <a:schemeClr val="accent2"/>
                </a:solidFill>
                <a:latin typeface="Lexend"/>
              </a:rPr>
              <a:t>Problem Solving Process</a:t>
            </a:r>
            <a:br>
              <a:rPr lang="en-CA" sz="2800">
                <a:latin typeface="Lexend"/>
                <a:ea typeface="Calibri Light"/>
                <a:cs typeface="Calibri Light"/>
              </a:rPr>
            </a:br>
            <a:r>
              <a:rPr lang="en-CA" sz="2800">
                <a:solidFill>
                  <a:schemeClr val="accent2"/>
                </a:solidFill>
                <a:latin typeface="Lexend"/>
              </a:rPr>
              <a:t>1 – Exploring the mess</a:t>
            </a:r>
            <a:endParaRPr lang="en-US" sz="2400">
              <a:solidFill>
                <a:schemeClr val="accent2"/>
              </a:solidFill>
              <a:latin typeface="Lexend"/>
            </a:endParaRPr>
          </a:p>
        </p:txBody>
      </p:sp>
      <p:graphicFrame>
        <p:nvGraphicFramePr>
          <p:cNvPr id="6" name="Content Placeholder 5">
            <a:extLst>
              <a:ext uri="{FF2B5EF4-FFF2-40B4-BE49-F238E27FC236}">
                <a16:creationId xmlns:a16="http://schemas.microsoft.com/office/drawing/2014/main" id="{83D63743-0D13-F70C-F034-BD3757250AB4}"/>
              </a:ext>
            </a:extLst>
          </p:cNvPr>
          <p:cNvGraphicFramePr>
            <a:graphicFrameLocks noGrp="1"/>
          </p:cNvGraphicFramePr>
          <p:nvPr>
            <p:ph idx="1"/>
            <p:extLst>
              <p:ext uri="{D42A27DB-BD31-4B8C-83A1-F6EECF244321}">
                <p14:modId xmlns:p14="http://schemas.microsoft.com/office/powerpoint/2010/main" val="322328340"/>
              </p:ext>
            </p:extLst>
          </p:nvPr>
        </p:nvGraphicFramePr>
        <p:xfrm>
          <a:off x="326431" y="984249"/>
          <a:ext cx="8619015" cy="3968129"/>
        </p:xfrm>
        <a:graphic>
          <a:graphicData uri="http://schemas.openxmlformats.org/drawingml/2006/table">
            <a:tbl>
              <a:tblPr firstRow="1" bandRow="1">
                <a:tableStyleId>{5C22544A-7EE6-4342-B048-85BDC9FD1C3A}</a:tableStyleId>
              </a:tblPr>
              <a:tblGrid>
                <a:gridCol w="571353">
                  <a:extLst>
                    <a:ext uri="{9D8B030D-6E8A-4147-A177-3AD203B41FA5}">
                      <a16:colId xmlns:a16="http://schemas.microsoft.com/office/drawing/2014/main" val="132850126"/>
                    </a:ext>
                  </a:extLst>
                </a:gridCol>
                <a:gridCol w="1929683">
                  <a:extLst>
                    <a:ext uri="{9D8B030D-6E8A-4147-A177-3AD203B41FA5}">
                      <a16:colId xmlns:a16="http://schemas.microsoft.com/office/drawing/2014/main" val="2577973472"/>
                    </a:ext>
                  </a:extLst>
                </a:gridCol>
                <a:gridCol w="6117979">
                  <a:extLst>
                    <a:ext uri="{9D8B030D-6E8A-4147-A177-3AD203B41FA5}">
                      <a16:colId xmlns:a16="http://schemas.microsoft.com/office/drawing/2014/main" val="3264490754"/>
                    </a:ext>
                  </a:extLst>
                </a:gridCol>
              </a:tblGrid>
              <a:tr h="310844">
                <a:tc>
                  <a:txBody>
                    <a:bodyPr/>
                    <a:lstStyle/>
                    <a:p>
                      <a:r>
                        <a:rPr lang="en-US" sz="1400"/>
                        <a:t>#</a:t>
                      </a:r>
                    </a:p>
                  </a:txBody>
                  <a:tcPr marL="68580" marR="68580" marT="34290" marB="34290"/>
                </a:tc>
                <a:tc>
                  <a:txBody>
                    <a:bodyPr/>
                    <a:lstStyle/>
                    <a:p>
                      <a:r>
                        <a:rPr lang="en-US" sz="1400"/>
                        <a:t>Question</a:t>
                      </a:r>
                    </a:p>
                  </a:txBody>
                  <a:tcPr marL="68580" marR="68580" marT="34290" marB="34290"/>
                </a:tc>
                <a:tc>
                  <a:txBody>
                    <a:bodyPr/>
                    <a:lstStyle/>
                    <a:p>
                      <a:r>
                        <a:rPr lang="en-US" sz="1400"/>
                        <a:t>Answer</a:t>
                      </a:r>
                    </a:p>
                  </a:txBody>
                  <a:tcPr marL="68580" marR="68580" marT="34290" marB="34290"/>
                </a:tc>
                <a:extLst>
                  <a:ext uri="{0D108BD9-81ED-4DB2-BD59-A6C34878D82A}">
                    <a16:rowId xmlns:a16="http://schemas.microsoft.com/office/drawing/2014/main" val="3234149977"/>
                  </a:ext>
                </a:extLst>
              </a:tr>
              <a:tr h="790575">
                <a:tc>
                  <a:txBody>
                    <a:bodyPr/>
                    <a:lstStyle/>
                    <a:p>
                      <a:r>
                        <a:rPr lang="en-US" sz="1400"/>
                        <a:t>Q1.1</a:t>
                      </a:r>
                    </a:p>
                  </a:txBody>
                  <a:tcPr marL="68580" marR="68580" marT="34290" marB="34290"/>
                </a:tc>
                <a:tc>
                  <a:txBody>
                    <a:bodyPr/>
                    <a:lstStyle/>
                    <a:p>
                      <a:pPr lvl="0" algn="l">
                        <a:lnSpc>
                          <a:spcPct val="100000"/>
                        </a:lnSpc>
                        <a:spcBef>
                          <a:spcPts val="0"/>
                        </a:spcBef>
                        <a:spcAft>
                          <a:spcPts val="0"/>
                        </a:spcAft>
                        <a:buNone/>
                      </a:pPr>
                      <a:r>
                        <a:rPr lang="en-US" sz="1200" b="0" i="0" u="none" strike="noStrike" noProof="0">
                          <a:solidFill>
                            <a:srgbClr val="000000"/>
                          </a:solidFill>
                          <a:latin typeface="Arial"/>
                        </a:rPr>
                        <a:t>What problems (or opportunities) did they face?</a:t>
                      </a:r>
                      <a:endParaRPr lang="en-US" sz="1200">
                        <a:latin typeface="Arial"/>
                      </a:endParaRPr>
                    </a:p>
                    <a:p>
                      <a:pPr lvl="0">
                        <a:buNone/>
                      </a:pPr>
                      <a:endParaRPr lang="en-US" sz="1200">
                        <a:latin typeface="Arial"/>
                      </a:endParaRPr>
                    </a:p>
                  </a:txBody>
                  <a:tcPr marL="68580" marR="68580" marT="34290" marB="34290"/>
                </a:tc>
                <a:tc>
                  <a:txBody>
                    <a:bodyPr/>
                    <a:lstStyle/>
                    <a:p>
                      <a:pPr marL="0" lvl="0" indent="0" algn="l">
                        <a:lnSpc>
                          <a:spcPct val="100000"/>
                        </a:lnSpc>
                        <a:spcBef>
                          <a:spcPts val="0"/>
                        </a:spcBef>
                        <a:spcAft>
                          <a:spcPts val="0"/>
                        </a:spcAft>
                        <a:buNone/>
                      </a:pPr>
                      <a:r>
                        <a:rPr lang="en-US" sz="1100" b="0" i="0" u="none" strike="noStrike" noProof="0">
                          <a:solidFill>
                            <a:schemeClr val="tx1"/>
                          </a:solidFill>
                          <a:latin typeface="Arial"/>
                        </a:rPr>
                        <a:t>Argos faced growing competition and shifting consumer behaviors, exposing gaps in customer engagement and segmentation. However, it saw opportunities in expanding digital channels, targeting under-engaged customer groups, and leveraging its low-cost, multi-channel model to boost growth.</a:t>
                      </a:r>
                      <a:endParaRPr lang="en-US">
                        <a:solidFill>
                          <a:schemeClr val="tx1"/>
                        </a:solidFill>
                      </a:endParaRPr>
                    </a:p>
                  </a:txBody>
                  <a:tcPr marL="68580" marR="68580" marT="34290" marB="34290"/>
                </a:tc>
                <a:extLst>
                  <a:ext uri="{0D108BD9-81ED-4DB2-BD59-A6C34878D82A}">
                    <a16:rowId xmlns:a16="http://schemas.microsoft.com/office/drawing/2014/main" val="1285076396"/>
                  </a:ext>
                </a:extLst>
              </a:tr>
              <a:tr h="932533">
                <a:tc>
                  <a:txBody>
                    <a:bodyPr/>
                    <a:lstStyle/>
                    <a:p>
                      <a:r>
                        <a:rPr lang="en-US" sz="1400"/>
                        <a:t>Q1.2</a:t>
                      </a:r>
                    </a:p>
                  </a:txBody>
                  <a:tcPr marL="68580" marR="68580" marT="34290" marB="34290"/>
                </a:tc>
                <a:tc>
                  <a:txBody>
                    <a:bodyPr/>
                    <a:lstStyle/>
                    <a:p>
                      <a:pPr lvl="0" algn="l">
                        <a:lnSpc>
                          <a:spcPct val="100000"/>
                        </a:lnSpc>
                        <a:spcBef>
                          <a:spcPts val="0"/>
                        </a:spcBef>
                        <a:spcAft>
                          <a:spcPts val="0"/>
                        </a:spcAft>
                        <a:buNone/>
                      </a:pPr>
                      <a:r>
                        <a:rPr lang="en-US" sz="1200" b="0" i="0" u="none" strike="noStrike" noProof="0">
                          <a:solidFill>
                            <a:srgbClr val="000000"/>
                          </a:solidFill>
                          <a:latin typeface="Arial"/>
                        </a:rPr>
                        <a:t>Where was there a gap between the current situation and the desired one?</a:t>
                      </a:r>
                    </a:p>
                    <a:p>
                      <a:pPr lvl="0">
                        <a:buNone/>
                      </a:pPr>
                      <a:endParaRPr lang="en-US" sz="1200">
                        <a:latin typeface="Arial"/>
                      </a:endParaRPr>
                    </a:p>
                  </a:txBody>
                  <a:tcPr marL="68580" marR="68580" marT="34290" marB="34290"/>
                </a:tc>
                <a:tc>
                  <a:txBody>
                    <a:bodyPr/>
                    <a:lstStyle/>
                    <a:p>
                      <a:pPr marL="0" lvl="0" indent="0" algn="l">
                        <a:lnSpc>
                          <a:spcPct val="100000"/>
                        </a:lnSpc>
                        <a:spcBef>
                          <a:spcPts val="0"/>
                        </a:spcBef>
                        <a:spcAft>
                          <a:spcPts val="0"/>
                        </a:spcAft>
                        <a:buNone/>
                      </a:pPr>
                      <a:r>
                        <a:rPr lang="en-US" sz="1100" b="0" i="0" u="none" strike="noStrike" noProof="0">
                          <a:solidFill>
                            <a:schemeClr val="tx1"/>
                          </a:solidFill>
                          <a:latin typeface="Arial"/>
                        </a:rPr>
                        <a:t>Argos’s ability to fully engage occasional or unaware customers, maximize purchase frequency, and effectively segment its market—shifting from demographic to behavior-based targeting to better meet evolving shopping preferences.</a:t>
                      </a:r>
                      <a:endParaRPr lang="en-US">
                        <a:solidFill>
                          <a:schemeClr val="tx1"/>
                        </a:solidFill>
                      </a:endParaRPr>
                    </a:p>
                    <a:p>
                      <a:pPr lvl="0">
                        <a:buNone/>
                      </a:pPr>
                      <a:endParaRPr lang="en-US" sz="1100" b="0" i="0" u="none" strike="noStrike" noProof="0">
                        <a:solidFill>
                          <a:schemeClr val="tx1"/>
                        </a:solidFill>
                        <a:latin typeface="Calibri"/>
                      </a:endParaRPr>
                    </a:p>
                  </a:txBody>
                  <a:tcPr marL="68580" marR="68580" marT="34290" marB="34290"/>
                </a:tc>
                <a:extLst>
                  <a:ext uri="{0D108BD9-81ED-4DB2-BD59-A6C34878D82A}">
                    <a16:rowId xmlns:a16="http://schemas.microsoft.com/office/drawing/2014/main" val="560721380"/>
                  </a:ext>
                </a:extLst>
              </a:tr>
              <a:tr h="18742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Q1.3</a:t>
                      </a:r>
                    </a:p>
                  </a:txBody>
                  <a:tcPr marL="68580" marR="68580" marT="34290" marB="34290"/>
                </a:tc>
                <a:tc>
                  <a:txBody>
                    <a:bodyPr/>
                    <a:lstStyle/>
                    <a:p>
                      <a:pPr lvl="0" algn="l">
                        <a:lnSpc>
                          <a:spcPct val="100000"/>
                        </a:lnSpc>
                        <a:spcBef>
                          <a:spcPts val="0"/>
                        </a:spcBef>
                        <a:spcAft>
                          <a:spcPts val="0"/>
                        </a:spcAft>
                        <a:buNone/>
                      </a:pPr>
                      <a:r>
                        <a:rPr lang="en-US" sz="1200" b="0" i="0" u="none" strike="noStrike" noProof="0">
                          <a:solidFill>
                            <a:srgbClr val="000000"/>
                          </a:solidFill>
                          <a:latin typeface="Arial"/>
                        </a:rPr>
                        <a:t>What were the stated and unstated goals?</a:t>
                      </a:r>
                      <a:endParaRPr lang="en-US" sz="1200">
                        <a:latin typeface="Arial"/>
                      </a:endParaRPr>
                    </a:p>
                  </a:txBody>
                  <a:tcPr marL="68580" marR="68580" marT="34290" marB="34290"/>
                </a:tc>
                <a:tc>
                  <a:txBody>
                    <a:bodyPr/>
                    <a:lstStyle/>
                    <a:p>
                      <a:pPr lvl="0" algn="l">
                        <a:lnSpc>
                          <a:spcPct val="100000"/>
                        </a:lnSpc>
                        <a:spcBef>
                          <a:spcPts val="0"/>
                        </a:spcBef>
                        <a:spcAft>
                          <a:spcPts val="0"/>
                        </a:spcAft>
                        <a:buNone/>
                      </a:pPr>
                      <a:r>
                        <a:rPr lang="en-US" sz="1100" b="1" i="0" u="none" strike="noStrike" noProof="0">
                          <a:solidFill>
                            <a:schemeClr val="tx1"/>
                          </a:solidFill>
                        </a:rPr>
                        <a:t>Stated Goals:</a:t>
                      </a:r>
                      <a:endParaRPr lang="en-US">
                        <a:solidFill>
                          <a:schemeClr val="tx1"/>
                        </a:solidFill>
                      </a:endParaRPr>
                    </a:p>
                    <a:p>
                      <a:pPr marL="285750" lvl="0" indent="-285750" algn="l">
                        <a:lnSpc>
                          <a:spcPct val="100000"/>
                        </a:lnSpc>
                        <a:spcBef>
                          <a:spcPts val="0"/>
                        </a:spcBef>
                        <a:spcAft>
                          <a:spcPts val="0"/>
                        </a:spcAft>
                        <a:buFont typeface="Arial"/>
                        <a:buChar char="•"/>
                      </a:pPr>
                      <a:r>
                        <a:rPr lang="en-US" sz="1100" b="0" i="0" u="none" strike="noStrike" noProof="0">
                          <a:solidFill>
                            <a:schemeClr val="tx1"/>
                          </a:solidFill>
                        </a:rPr>
                        <a:t>To meet diverse customer needs through value, choice, and convenience.</a:t>
                      </a:r>
                      <a:endParaRPr lang="en-US" b="0">
                        <a:solidFill>
                          <a:schemeClr val="tx1"/>
                        </a:solidFill>
                      </a:endParaRPr>
                    </a:p>
                    <a:p>
                      <a:pPr marL="285750" lvl="0" indent="-285750" algn="l">
                        <a:lnSpc>
                          <a:spcPct val="100000"/>
                        </a:lnSpc>
                        <a:spcBef>
                          <a:spcPts val="0"/>
                        </a:spcBef>
                        <a:spcAft>
                          <a:spcPts val="0"/>
                        </a:spcAft>
                        <a:buFont typeface="Arial"/>
                        <a:buChar char="•"/>
                      </a:pPr>
                      <a:r>
                        <a:rPr lang="en-US" sz="1100" b="0" i="0" u="none" strike="noStrike" noProof="0">
                          <a:solidFill>
                            <a:schemeClr val="tx1"/>
                          </a:solidFill>
                        </a:rPr>
                        <a:t>To grow the business through increasing frequency and spend per customer.</a:t>
                      </a:r>
                      <a:endParaRPr lang="en-US" b="0">
                        <a:solidFill>
                          <a:schemeClr val="tx1"/>
                        </a:solidFill>
                      </a:endParaRPr>
                    </a:p>
                    <a:p>
                      <a:pPr marL="285750" lvl="0" indent="-285750" algn="l">
                        <a:lnSpc>
                          <a:spcPct val="100000"/>
                        </a:lnSpc>
                        <a:spcBef>
                          <a:spcPts val="0"/>
                        </a:spcBef>
                        <a:spcAft>
                          <a:spcPts val="0"/>
                        </a:spcAft>
                        <a:buFont typeface="Arial"/>
                        <a:buChar char="•"/>
                      </a:pPr>
                      <a:r>
                        <a:rPr lang="en-US" sz="1100" b="0" i="0" u="none" strike="noStrike" noProof="0">
                          <a:solidFill>
                            <a:schemeClr val="tx1"/>
                          </a:solidFill>
                        </a:rPr>
                        <a:t>To differentiate from competitors through a multi-channel experience.</a:t>
                      </a:r>
                      <a:endParaRPr lang="en-US" b="0">
                        <a:solidFill>
                          <a:schemeClr val="tx1"/>
                        </a:solidFill>
                      </a:endParaRPr>
                    </a:p>
                    <a:p>
                      <a:pPr marL="285750" lvl="0" indent="-285750" algn="l">
                        <a:lnSpc>
                          <a:spcPct val="100000"/>
                        </a:lnSpc>
                        <a:spcBef>
                          <a:spcPts val="0"/>
                        </a:spcBef>
                        <a:spcAft>
                          <a:spcPts val="0"/>
                        </a:spcAft>
                        <a:buFont typeface="Arial"/>
                        <a:buChar char="•"/>
                      </a:pPr>
                      <a:r>
                        <a:rPr lang="en-US" sz="1100" b="0" i="0" u="none" strike="noStrike" noProof="0">
                          <a:solidFill>
                            <a:schemeClr val="tx1"/>
                          </a:solidFill>
                        </a:rPr>
                        <a:t>To leverage technology to make shopping easier and faster.</a:t>
                      </a:r>
                      <a:endParaRPr lang="en-US">
                        <a:solidFill>
                          <a:schemeClr val="tx1"/>
                        </a:solidFill>
                      </a:endParaRPr>
                    </a:p>
                    <a:p>
                      <a:pPr lvl="0" indent="0" algn="l">
                        <a:lnSpc>
                          <a:spcPct val="100000"/>
                        </a:lnSpc>
                        <a:spcBef>
                          <a:spcPts val="0"/>
                        </a:spcBef>
                        <a:spcAft>
                          <a:spcPts val="0"/>
                        </a:spcAft>
                        <a:buNone/>
                      </a:pPr>
                      <a:r>
                        <a:rPr lang="en-US" sz="1100" b="1" i="0" u="none" strike="noStrike" noProof="0">
                          <a:solidFill>
                            <a:schemeClr val="tx1"/>
                          </a:solidFill>
                        </a:rPr>
                        <a:t>Unstated Goals:</a:t>
                      </a:r>
                      <a:endParaRPr lang="en-US">
                        <a:solidFill>
                          <a:schemeClr val="tx1"/>
                        </a:solidFill>
                      </a:endParaRPr>
                    </a:p>
                    <a:p>
                      <a:pPr marL="285750" lvl="0" indent="-285750" algn="l">
                        <a:lnSpc>
                          <a:spcPct val="100000"/>
                        </a:lnSpc>
                        <a:spcBef>
                          <a:spcPts val="0"/>
                        </a:spcBef>
                        <a:spcAft>
                          <a:spcPts val="0"/>
                        </a:spcAft>
                        <a:buFont typeface="Arial"/>
                        <a:buChar char="•"/>
                      </a:pPr>
                      <a:r>
                        <a:rPr lang="en-US" sz="1100" b="0" i="0" u="none" strike="noStrike" noProof="0">
                          <a:solidFill>
                            <a:schemeClr val="tx1"/>
                          </a:solidFill>
                        </a:rPr>
                        <a:t>To solidify Argos’ brand as a modern retailer that can compete with both physical and online-only retailers.</a:t>
                      </a:r>
                      <a:endParaRPr lang="en-US" b="0">
                        <a:solidFill>
                          <a:schemeClr val="tx1"/>
                        </a:solidFill>
                      </a:endParaRPr>
                    </a:p>
                    <a:p>
                      <a:pPr marL="285750" lvl="0" indent="-285750" algn="l">
                        <a:lnSpc>
                          <a:spcPct val="100000"/>
                        </a:lnSpc>
                        <a:spcBef>
                          <a:spcPts val="0"/>
                        </a:spcBef>
                        <a:spcAft>
                          <a:spcPts val="0"/>
                        </a:spcAft>
                        <a:buFont typeface="Arial"/>
                        <a:buChar char="•"/>
                      </a:pPr>
                      <a:r>
                        <a:rPr lang="en-US" sz="1100" b="0" i="0" u="none" strike="noStrike" noProof="0">
                          <a:solidFill>
                            <a:schemeClr val="tx1"/>
                          </a:solidFill>
                        </a:rPr>
                        <a:t>To optimize operations behind the scenes (logistics, cost savings, stock visibility) to maintain profit margins while offering low prices.</a:t>
                      </a:r>
                      <a:endParaRPr lang="en-US">
                        <a:solidFill>
                          <a:schemeClr val="tx1"/>
                        </a:solidFill>
                      </a:endParaRPr>
                    </a:p>
                  </a:txBody>
                  <a:tcPr marL="68580" marR="68580" marT="34290" marB="34290"/>
                </a:tc>
                <a:extLst>
                  <a:ext uri="{0D108BD9-81ED-4DB2-BD59-A6C34878D82A}">
                    <a16:rowId xmlns:a16="http://schemas.microsoft.com/office/drawing/2014/main" val="1901711666"/>
                  </a:ext>
                </a:extLst>
              </a:tr>
            </a:tbl>
          </a:graphicData>
        </a:graphic>
      </p:graphicFrame>
    </p:spTree>
    <p:extLst>
      <p:ext uri="{BB962C8B-B14F-4D97-AF65-F5344CB8AC3E}">
        <p14:creationId xmlns:p14="http://schemas.microsoft.com/office/powerpoint/2010/main" val="12019656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61D42-1959-423D-AB28-29C40C3D8FEC}"/>
              </a:ext>
            </a:extLst>
          </p:cNvPr>
          <p:cNvSpPr>
            <a:spLocks noGrp="1"/>
          </p:cNvSpPr>
          <p:nvPr>
            <p:ph type="title"/>
          </p:nvPr>
        </p:nvSpPr>
        <p:spPr>
          <a:xfrm>
            <a:off x="348615" y="952"/>
            <a:ext cx="5246380" cy="1069848"/>
          </a:xfrm>
        </p:spPr>
        <p:txBody>
          <a:bodyPr spcFirstLastPara="1" wrap="square" lIns="91425" tIns="91425" rIns="91425" bIns="91425" anchor="t" anchorCtr="0">
            <a:no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CA" sz="2800">
                <a:solidFill>
                  <a:schemeClr val="accent2"/>
                </a:solidFill>
                <a:latin typeface="Lexend"/>
              </a:rPr>
              <a:t>Problem Solving Process</a:t>
            </a:r>
            <a:br>
              <a:rPr lang="en-CA" sz="2800">
                <a:latin typeface="Lexend"/>
              </a:rPr>
            </a:br>
            <a:r>
              <a:rPr lang="en-CA" sz="2800">
                <a:solidFill>
                  <a:schemeClr val="accent2"/>
                </a:solidFill>
                <a:latin typeface="Lexend"/>
              </a:rPr>
              <a:t>2 – Searching for information</a:t>
            </a:r>
            <a:endParaRPr lang="en-CA" sz="2800">
              <a:solidFill>
                <a:schemeClr val="accent2"/>
              </a:solidFill>
              <a:latin typeface="Lexend"/>
              <a:cs typeface="Arial"/>
            </a:endParaRPr>
          </a:p>
        </p:txBody>
      </p:sp>
      <p:graphicFrame>
        <p:nvGraphicFramePr>
          <p:cNvPr id="6" name="Content Placeholder 5">
            <a:extLst>
              <a:ext uri="{FF2B5EF4-FFF2-40B4-BE49-F238E27FC236}">
                <a16:creationId xmlns:a16="http://schemas.microsoft.com/office/drawing/2014/main" id="{DA733954-731A-4E94-99F4-DD1402118A33}"/>
              </a:ext>
            </a:extLst>
          </p:cNvPr>
          <p:cNvGraphicFramePr>
            <a:graphicFrameLocks noGrp="1"/>
          </p:cNvGraphicFramePr>
          <p:nvPr>
            <p:ph idx="1"/>
            <p:extLst>
              <p:ext uri="{D42A27DB-BD31-4B8C-83A1-F6EECF244321}">
                <p14:modId xmlns:p14="http://schemas.microsoft.com/office/powerpoint/2010/main" val="1128539797"/>
              </p:ext>
            </p:extLst>
          </p:nvPr>
        </p:nvGraphicFramePr>
        <p:xfrm>
          <a:off x="346262" y="1175148"/>
          <a:ext cx="8452080" cy="3413760"/>
        </p:xfrm>
        <a:graphic>
          <a:graphicData uri="http://schemas.openxmlformats.org/drawingml/2006/table">
            <a:tbl>
              <a:tblPr firstRow="1" bandRow="1">
                <a:tableStyleId>{5C22544A-7EE6-4342-B048-85BDC9FD1C3A}</a:tableStyleId>
              </a:tblPr>
              <a:tblGrid>
                <a:gridCol w="560287">
                  <a:extLst>
                    <a:ext uri="{9D8B030D-6E8A-4147-A177-3AD203B41FA5}">
                      <a16:colId xmlns:a16="http://schemas.microsoft.com/office/drawing/2014/main" val="132850126"/>
                    </a:ext>
                  </a:extLst>
                </a:gridCol>
                <a:gridCol w="1892309">
                  <a:extLst>
                    <a:ext uri="{9D8B030D-6E8A-4147-A177-3AD203B41FA5}">
                      <a16:colId xmlns:a16="http://schemas.microsoft.com/office/drawing/2014/main" val="2577973472"/>
                    </a:ext>
                  </a:extLst>
                </a:gridCol>
                <a:gridCol w="5999484">
                  <a:extLst>
                    <a:ext uri="{9D8B030D-6E8A-4147-A177-3AD203B41FA5}">
                      <a16:colId xmlns:a16="http://schemas.microsoft.com/office/drawing/2014/main" val="3264490754"/>
                    </a:ext>
                  </a:extLst>
                </a:gridCol>
              </a:tblGrid>
              <a:tr h="279400">
                <a:tc>
                  <a:txBody>
                    <a:bodyPr/>
                    <a:lstStyle/>
                    <a:p>
                      <a:r>
                        <a:rPr lang="en-US" sz="1400"/>
                        <a:t>#</a:t>
                      </a:r>
                    </a:p>
                  </a:txBody>
                  <a:tcPr marL="68580" marR="68580" marT="34290" marB="34290"/>
                </a:tc>
                <a:tc>
                  <a:txBody>
                    <a:bodyPr/>
                    <a:lstStyle/>
                    <a:p>
                      <a:r>
                        <a:rPr lang="en-US" sz="1400"/>
                        <a:t>Question</a:t>
                      </a:r>
                    </a:p>
                  </a:txBody>
                  <a:tcPr marL="68580" marR="68580" marT="34290" marB="34290"/>
                </a:tc>
                <a:tc>
                  <a:txBody>
                    <a:bodyPr/>
                    <a:lstStyle/>
                    <a:p>
                      <a:r>
                        <a:rPr lang="en-US" sz="1400"/>
                        <a:t>Answer</a:t>
                      </a:r>
                    </a:p>
                  </a:txBody>
                  <a:tcPr marL="68580" marR="68580" marT="34290" marB="34290"/>
                </a:tc>
                <a:extLst>
                  <a:ext uri="{0D108BD9-81ED-4DB2-BD59-A6C34878D82A}">
                    <a16:rowId xmlns:a16="http://schemas.microsoft.com/office/drawing/2014/main" val="3234149977"/>
                  </a:ext>
                </a:extLst>
              </a:tr>
              <a:tr h="1531620">
                <a:tc>
                  <a:txBody>
                    <a:bodyPr/>
                    <a:lstStyle/>
                    <a:p>
                      <a:r>
                        <a:rPr lang="en-US" sz="1400"/>
                        <a:t>Q2.1</a:t>
                      </a:r>
                    </a:p>
                  </a:txBody>
                  <a:tcPr marL="68580" marR="68580" marT="34290" marB="34290"/>
                </a:tc>
                <a:tc>
                  <a:txBody>
                    <a:bodyPr/>
                    <a:lstStyle/>
                    <a:p>
                      <a:r>
                        <a:rPr lang="en-US" sz="1200"/>
                        <a:t>What were the symptoms and causes?</a:t>
                      </a:r>
                    </a:p>
                  </a:txBody>
                  <a:tcPr marL="68580" marR="68580" marT="34290" marB="34290"/>
                </a:tc>
                <a:tc>
                  <a:txBody>
                    <a:bodyPr/>
                    <a:lstStyle/>
                    <a:p>
                      <a:pPr lvl="0" algn="l">
                        <a:lnSpc>
                          <a:spcPct val="100000"/>
                        </a:lnSpc>
                        <a:spcBef>
                          <a:spcPts val="0"/>
                        </a:spcBef>
                        <a:spcAft>
                          <a:spcPts val="0"/>
                        </a:spcAft>
                        <a:buNone/>
                      </a:pPr>
                      <a:r>
                        <a:rPr lang="en-US" sz="1200" b="1" i="0" u="none" strike="noStrike" noProof="0">
                          <a:solidFill>
                            <a:schemeClr val="tx1"/>
                          </a:solidFill>
                        </a:rPr>
                        <a:t>Symptoms:</a:t>
                      </a:r>
                      <a:endParaRPr lang="en-US"/>
                    </a:p>
                    <a:p>
                      <a:pPr marL="285750" lvl="0" indent="-285750" algn="l">
                        <a:lnSpc>
                          <a:spcPct val="100000"/>
                        </a:lnSpc>
                        <a:spcBef>
                          <a:spcPts val="0"/>
                        </a:spcBef>
                        <a:spcAft>
                          <a:spcPts val="0"/>
                        </a:spcAft>
                        <a:buFont typeface="Arial"/>
                        <a:buChar char="•"/>
                      </a:pPr>
                      <a:r>
                        <a:rPr lang="en-US" sz="1200" b="0" i="0" u="none" strike="noStrike" noProof="0">
                          <a:solidFill>
                            <a:schemeClr val="tx1"/>
                          </a:solidFill>
                        </a:rPr>
                        <a:t>Infrequent purchases from a significant portion of the customer base.</a:t>
                      </a:r>
                      <a:endParaRPr lang="en-US"/>
                    </a:p>
                    <a:p>
                      <a:pPr marL="285750" lvl="0" indent="-285750" algn="l">
                        <a:lnSpc>
                          <a:spcPct val="100000"/>
                        </a:lnSpc>
                        <a:spcBef>
                          <a:spcPts val="0"/>
                        </a:spcBef>
                        <a:spcAft>
                          <a:spcPts val="0"/>
                        </a:spcAft>
                        <a:buFont typeface="Arial"/>
                        <a:buChar char="•"/>
                      </a:pPr>
                      <a:r>
                        <a:rPr lang="en-US" sz="1200" b="0" i="0" u="none" strike="noStrike" noProof="0">
                          <a:solidFill>
                            <a:schemeClr val="tx1"/>
                          </a:solidFill>
                        </a:rPr>
                        <a:t>Limited effectiveness of demographic segmentation.</a:t>
                      </a:r>
                      <a:endParaRPr lang="en-US"/>
                    </a:p>
                    <a:p>
                      <a:pPr marL="0" lvl="0" indent="0" algn="l">
                        <a:lnSpc>
                          <a:spcPct val="100000"/>
                        </a:lnSpc>
                        <a:spcBef>
                          <a:spcPts val="0"/>
                        </a:spcBef>
                        <a:spcAft>
                          <a:spcPts val="0"/>
                        </a:spcAft>
                        <a:buNone/>
                      </a:pPr>
                      <a:endParaRPr lang="en-US" sz="1200" b="0" i="0" u="none" strike="noStrike" noProof="0">
                        <a:solidFill>
                          <a:schemeClr val="tx1"/>
                        </a:solidFill>
                      </a:endParaRPr>
                    </a:p>
                    <a:p>
                      <a:pPr lvl="0" indent="0" algn="l">
                        <a:lnSpc>
                          <a:spcPct val="100000"/>
                        </a:lnSpc>
                        <a:spcBef>
                          <a:spcPts val="0"/>
                        </a:spcBef>
                        <a:spcAft>
                          <a:spcPts val="0"/>
                        </a:spcAft>
                        <a:buNone/>
                      </a:pPr>
                      <a:r>
                        <a:rPr lang="en-US" sz="1200" b="1" i="0" u="none" strike="noStrike" noProof="0">
                          <a:solidFill>
                            <a:schemeClr val="tx1"/>
                          </a:solidFill>
                        </a:rPr>
                        <a:t>Causes:</a:t>
                      </a:r>
                      <a:endParaRPr lang="en-US"/>
                    </a:p>
                    <a:p>
                      <a:pPr marL="285750" lvl="0" indent="-285750" algn="l">
                        <a:lnSpc>
                          <a:spcPct val="100000"/>
                        </a:lnSpc>
                        <a:spcBef>
                          <a:spcPts val="0"/>
                        </a:spcBef>
                        <a:spcAft>
                          <a:spcPts val="0"/>
                        </a:spcAft>
                        <a:buFont typeface="Arial"/>
                        <a:buChar char="•"/>
                      </a:pPr>
                      <a:r>
                        <a:rPr lang="en-US" sz="1200" b="0" i="0" u="none" strike="noStrike" noProof="0">
                          <a:solidFill>
                            <a:schemeClr val="tx1"/>
                          </a:solidFill>
                        </a:rPr>
                        <a:t>Outdated segmentation methods that didn’t reflect actual customer behavior.</a:t>
                      </a:r>
                      <a:endParaRPr lang="en-US"/>
                    </a:p>
                    <a:p>
                      <a:pPr marL="285750" lvl="0" indent="-285750" algn="l">
                        <a:lnSpc>
                          <a:spcPct val="100000"/>
                        </a:lnSpc>
                        <a:spcBef>
                          <a:spcPts val="0"/>
                        </a:spcBef>
                        <a:spcAft>
                          <a:spcPts val="0"/>
                        </a:spcAft>
                        <a:buFont typeface="Arial"/>
                        <a:buChar char="•"/>
                      </a:pPr>
                      <a:r>
                        <a:rPr lang="en-US" sz="1200" b="0" i="0" u="none" strike="noStrike" noProof="0">
                          <a:solidFill>
                            <a:schemeClr val="tx1"/>
                          </a:solidFill>
                        </a:rPr>
                        <a:t>Growing competition and evolving consumer expectations around convenience and speed.</a:t>
                      </a:r>
                      <a:endParaRPr lang="en-US"/>
                    </a:p>
                    <a:p>
                      <a:pPr marL="285750" lvl="0" indent="-285750" algn="l">
                        <a:lnSpc>
                          <a:spcPct val="100000"/>
                        </a:lnSpc>
                        <a:spcBef>
                          <a:spcPts val="0"/>
                        </a:spcBef>
                        <a:spcAft>
                          <a:spcPts val="0"/>
                        </a:spcAft>
                        <a:buFont typeface="Arial"/>
                        <a:buChar char="•"/>
                      </a:pPr>
                      <a:r>
                        <a:rPr lang="en-US" sz="1200" b="0" i="0" u="none" strike="noStrike" noProof="0">
                          <a:solidFill>
                            <a:schemeClr val="tx1"/>
                          </a:solidFill>
                        </a:rPr>
                        <a:t>Underutilization of digital tools among certain customer segments.</a:t>
                      </a:r>
                      <a:endParaRPr lang="en-US"/>
                    </a:p>
                  </a:txBody>
                  <a:tcPr marL="68580" marR="68580" marT="34290" marB="34290"/>
                </a:tc>
                <a:extLst>
                  <a:ext uri="{0D108BD9-81ED-4DB2-BD59-A6C34878D82A}">
                    <a16:rowId xmlns:a16="http://schemas.microsoft.com/office/drawing/2014/main" val="1285076396"/>
                  </a:ext>
                </a:extLst>
              </a:tr>
              <a:tr h="685800">
                <a:tc>
                  <a:txBody>
                    <a:bodyPr/>
                    <a:lstStyle/>
                    <a:p>
                      <a:r>
                        <a:rPr lang="en-US" sz="1400"/>
                        <a:t>Q2.2</a:t>
                      </a:r>
                    </a:p>
                  </a:txBody>
                  <a:tcPr marL="68580" marR="68580" marT="34290" marB="34290"/>
                </a:tc>
                <a:tc>
                  <a:txBody>
                    <a:bodyPr/>
                    <a:lstStyle/>
                    <a:p>
                      <a:r>
                        <a:rPr lang="en-US" sz="1200"/>
                        <a:t>What measures of effectiveness seemed appropriate?</a:t>
                      </a:r>
                    </a:p>
                  </a:txBody>
                  <a:tcPr marL="68580" marR="68580" marT="34290" marB="34290"/>
                </a:tc>
                <a:tc>
                  <a:txBody>
                    <a:bodyPr/>
                    <a:lstStyle/>
                    <a:p>
                      <a:pPr marL="285750" lvl="0" indent="-285750" algn="l">
                        <a:lnSpc>
                          <a:spcPct val="100000"/>
                        </a:lnSpc>
                        <a:spcBef>
                          <a:spcPts val="0"/>
                        </a:spcBef>
                        <a:spcAft>
                          <a:spcPts val="0"/>
                        </a:spcAft>
                        <a:buFont typeface="Arial"/>
                        <a:buChar char="•"/>
                      </a:pPr>
                      <a:r>
                        <a:rPr lang="en-US" sz="1200" b="0" i="0" u="none" strike="noStrike" noProof="0">
                          <a:solidFill>
                            <a:schemeClr val="tx1"/>
                          </a:solidFill>
                        </a:rPr>
                        <a:t>Track customer engagement and spending</a:t>
                      </a:r>
                      <a:endParaRPr lang="en-US" b="0"/>
                    </a:p>
                    <a:p>
                      <a:pPr marL="285750" lvl="0" indent="-285750" algn="l">
                        <a:lnSpc>
                          <a:spcPct val="100000"/>
                        </a:lnSpc>
                        <a:spcBef>
                          <a:spcPts val="0"/>
                        </a:spcBef>
                        <a:spcAft>
                          <a:spcPts val="0"/>
                        </a:spcAft>
                        <a:buFont typeface="Arial"/>
                        <a:buChar char="•"/>
                      </a:pPr>
                      <a:r>
                        <a:rPr lang="en-US" sz="1200" b="0" i="0" u="none" strike="noStrike" noProof="0">
                          <a:solidFill>
                            <a:schemeClr val="tx1"/>
                          </a:solidFill>
                        </a:rPr>
                        <a:t>Customer satisfaction and convenience ratings across shopping channels.</a:t>
                      </a:r>
                      <a:endParaRPr lang="en-US" b="0"/>
                    </a:p>
                    <a:p>
                      <a:pPr marL="285750" lvl="0" indent="-285750" algn="l">
                        <a:lnSpc>
                          <a:spcPct val="100000"/>
                        </a:lnSpc>
                        <a:spcBef>
                          <a:spcPts val="0"/>
                        </a:spcBef>
                        <a:spcAft>
                          <a:spcPts val="0"/>
                        </a:spcAft>
                        <a:buFont typeface="Arial"/>
                        <a:buChar char="•"/>
                      </a:pPr>
                      <a:r>
                        <a:rPr lang="en-US" sz="1200" b="0" i="0" u="none" strike="noStrike" noProof="0">
                          <a:solidFill>
                            <a:schemeClr val="tx1"/>
                          </a:solidFill>
                        </a:rPr>
                        <a:t>Sales growth from both new and existing customers.</a:t>
                      </a:r>
                      <a:endParaRPr lang="en-US" b="0"/>
                    </a:p>
                    <a:p>
                      <a:pPr marL="285750" lvl="0" indent="-285750" algn="l">
                        <a:lnSpc>
                          <a:spcPct val="100000"/>
                        </a:lnSpc>
                        <a:spcBef>
                          <a:spcPts val="0"/>
                        </a:spcBef>
                        <a:spcAft>
                          <a:spcPts val="0"/>
                        </a:spcAft>
                        <a:buFont typeface="Arial"/>
                        <a:buChar char="•"/>
                      </a:pPr>
                      <a:r>
                        <a:rPr lang="en-US" sz="1200" b="0" i="0" u="none" strike="noStrike" noProof="0">
                          <a:solidFill>
                            <a:schemeClr val="tx1"/>
                          </a:solidFill>
                        </a:rPr>
                        <a:t>Channel usage data (online, catalog, in-store, mobile).</a:t>
                      </a:r>
                      <a:endParaRPr lang="en-US" b="0"/>
                    </a:p>
                  </a:txBody>
                  <a:tcPr marL="68580" marR="68580" marT="34290" marB="34290"/>
                </a:tc>
                <a:extLst>
                  <a:ext uri="{0D108BD9-81ED-4DB2-BD59-A6C34878D82A}">
                    <a16:rowId xmlns:a16="http://schemas.microsoft.com/office/drawing/2014/main" val="560721380"/>
                  </a:ext>
                </a:extLst>
              </a:tr>
              <a:tr h="4800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Q2.3</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What actions were available?</a:t>
                      </a:r>
                    </a:p>
                  </a:txBody>
                  <a:tcPr marL="68580" marR="68580" marT="34290" marB="34290"/>
                </a:tc>
                <a:tc>
                  <a:txBody>
                    <a:bodyPr/>
                    <a:lstStyle/>
                    <a:p>
                      <a:pPr marL="285750" lvl="0" indent="-285750" algn="l">
                        <a:lnSpc>
                          <a:spcPct val="100000"/>
                        </a:lnSpc>
                        <a:spcBef>
                          <a:spcPts val="0"/>
                        </a:spcBef>
                        <a:spcAft>
                          <a:spcPts val="0"/>
                        </a:spcAft>
                        <a:buFont typeface="Arial"/>
                        <a:buChar char="•"/>
                      </a:pPr>
                      <a:r>
                        <a:rPr lang="en-US" sz="1200" b="0" i="0" u="none" strike="noStrike" noProof="0">
                          <a:solidFill>
                            <a:schemeClr val="tx1"/>
                          </a:solidFill>
                        </a:rPr>
                        <a:t>Expand online and mobile shopping tools to improve accessibility and convenience.</a:t>
                      </a:r>
                      <a:endParaRPr lang="en-US" b="0"/>
                    </a:p>
                    <a:p>
                      <a:pPr marL="285750" lvl="0" indent="-285750" algn="l">
                        <a:lnSpc>
                          <a:spcPct val="100000"/>
                        </a:lnSpc>
                        <a:spcBef>
                          <a:spcPts val="0"/>
                        </a:spcBef>
                        <a:spcAft>
                          <a:spcPts val="0"/>
                        </a:spcAft>
                        <a:buFont typeface="Arial"/>
                        <a:buChar char="•"/>
                      </a:pPr>
                      <a:r>
                        <a:rPr lang="en-US" sz="1200" b="0" i="0" u="none" strike="noStrike" noProof="0">
                          <a:solidFill>
                            <a:schemeClr val="tx1"/>
                          </a:solidFill>
                        </a:rPr>
                        <a:t>Increase product range and highlight value-for-money in marketing.</a:t>
                      </a:r>
                      <a:endParaRPr lang="en-US" b="0"/>
                    </a:p>
                  </a:txBody>
                  <a:tcPr marL="68580" marR="68580" marT="34290" marB="34290"/>
                </a:tc>
                <a:extLst>
                  <a:ext uri="{0D108BD9-81ED-4DB2-BD59-A6C34878D82A}">
                    <a16:rowId xmlns:a16="http://schemas.microsoft.com/office/drawing/2014/main" val="1901711666"/>
                  </a:ext>
                </a:extLst>
              </a:tr>
            </a:tbl>
          </a:graphicData>
        </a:graphic>
      </p:graphicFrame>
    </p:spTree>
    <p:extLst>
      <p:ext uri="{BB962C8B-B14F-4D97-AF65-F5344CB8AC3E}">
        <p14:creationId xmlns:p14="http://schemas.microsoft.com/office/powerpoint/2010/main" val="301872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61D42-1959-423D-AB28-29C40C3D8FEC}"/>
              </a:ext>
            </a:extLst>
          </p:cNvPr>
          <p:cNvSpPr>
            <a:spLocks noGrp="1"/>
          </p:cNvSpPr>
          <p:nvPr>
            <p:ph type="title"/>
          </p:nvPr>
        </p:nvSpPr>
        <p:spPr>
          <a:xfrm>
            <a:off x="308928" y="135890"/>
            <a:ext cx="4798705" cy="1069848"/>
          </a:xfrm>
        </p:spPr>
        <p:txBody>
          <a:bodyPr>
            <a:norm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CA" sz="2800">
                <a:solidFill>
                  <a:schemeClr val="accent2"/>
                </a:solidFill>
                <a:latin typeface="Lexend"/>
              </a:rPr>
              <a:t>Problem Solving Process</a:t>
            </a:r>
            <a:br>
              <a:rPr lang="en-CA" sz="2800">
                <a:solidFill>
                  <a:schemeClr val="accent2"/>
                </a:solidFill>
                <a:latin typeface="Lexend"/>
              </a:rPr>
            </a:br>
            <a:r>
              <a:rPr lang="en-CA" sz="2800">
                <a:solidFill>
                  <a:schemeClr val="accent2"/>
                </a:solidFill>
                <a:latin typeface="Lexend"/>
              </a:rPr>
              <a:t>3 – Identifying a problem</a:t>
            </a:r>
          </a:p>
        </p:txBody>
      </p:sp>
      <p:graphicFrame>
        <p:nvGraphicFramePr>
          <p:cNvPr id="6" name="Content Placeholder 5">
            <a:extLst>
              <a:ext uri="{FF2B5EF4-FFF2-40B4-BE49-F238E27FC236}">
                <a16:creationId xmlns:a16="http://schemas.microsoft.com/office/drawing/2014/main" id="{DA733954-731A-4E94-99F4-DD1402118A33}"/>
              </a:ext>
            </a:extLst>
          </p:cNvPr>
          <p:cNvGraphicFramePr>
            <a:graphicFrameLocks noGrp="1"/>
          </p:cNvGraphicFramePr>
          <p:nvPr>
            <p:ph idx="1"/>
            <p:extLst>
              <p:ext uri="{D42A27DB-BD31-4B8C-83A1-F6EECF244321}">
                <p14:modId xmlns:p14="http://schemas.microsoft.com/office/powerpoint/2010/main" val="3485510892"/>
              </p:ext>
            </p:extLst>
          </p:nvPr>
        </p:nvGraphicFramePr>
        <p:xfrm>
          <a:off x="309562" y="1404937"/>
          <a:ext cx="7856998" cy="3036959"/>
        </p:xfrm>
        <a:graphic>
          <a:graphicData uri="http://schemas.openxmlformats.org/drawingml/2006/table">
            <a:tbl>
              <a:tblPr firstRow="1" bandRow="1">
                <a:tableStyleId>{5C22544A-7EE6-4342-B048-85BDC9FD1C3A}</a:tableStyleId>
              </a:tblPr>
              <a:tblGrid>
                <a:gridCol w="704849">
                  <a:extLst>
                    <a:ext uri="{9D8B030D-6E8A-4147-A177-3AD203B41FA5}">
                      <a16:colId xmlns:a16="http://schemas.microsoft.com/office/drawing/2014/main" val="132850126"/>
                    </a:ext>
                  </a:extLst>
                </a:gridCol>
                <a:gridCol w="1857375">
                  <a:extLst>
                    <a:ext uri="{9D8B030D-6E8A-4147-A177-3AD203B41FA5}">
                      <a16:colId xmlns:a16="http://schemas.microsoft.com/office/drawing/2014/main" val="2577973472"/>
                    </a:ext>
                  </a:extLst>
                </a:gridCol>
                <a:gridCol w="5294774">
                  <a:extLst>
                    <a:ext uri="{9D8B030D-6E8A-4147-A177-3AD203B41FA5}">
                      <a16:colId xmlns:a16="http://schemas.microsoft.com/office/drawing/2014/main" val="3264490754"/>
                    </a:ext>
                  </a:extLst>
                </a:gridCol>
              </a:tblGrid>
              <a:tr h="307094">
                <a:tc>
                  <a:txBody>
                    <a:bodyPr/>
                    <a:lstStyle/>
                    <a:p>
                      <a:r>
                        <a:rPr lang="en-US" sz="1400"/>
                        <a:t>#</a:t>
                      </a:r>
                    </a:p>
                  </a:txBody>
                  <a:tcPr marL="68580" marR="68580" marT="34290" marB="34290"/>
                </a:tc>
                <a:tc>
                  <a:txBody>
                    <a:bodyPr/>
                    <a:lstStyle/>
                    <a:p>
                      <a:r>
                        <a:rPr lang="en-US" sz="1400"/>
                        <a:t>Question</a:t>
                      </a:r>
                    </a:p>
                  </a:txBody>
                  <a:tcPr marL="68580" marR="68580" marT="34290" marB="34290"/>
                </a:tc>
                <a:tc>
                  <a:txBody>
                    <a:bodyPr/>
                    <a:lstStyle/>
                    <a:p>
                      <a:r>
                        <a:rPr lang="en-US" sz="1400"/>
                        <a:t>Answer</a:t>
                      </a:r>
                    </a:p>
                  </a:txBody>
                  <a:tcPr marL="68580" marR="68580" marT="34290" marB="34290"/>
                </a:tc>
                <a:extLst>
                  <a:ext uri="{0D108BD9-81ED-4DB2-BD59-A6C34878D82A}">
                    <a16:rowId xmlns:a16="http://schemas.microsoft.com/office/drawing/2014/main" val="3234149977"/>
                  </a:ext>
                </a:extLst>
              </a:tr>
              <a:tr h="1038225">
                <a:tc>
                  <a:txBody>
                    <a:bodyPr/>
                    <a:lstStyle/>
                    <a:p>
                      <a:r>
                        <a:rPr lang="en-US" sz="1400"/>
                        <a:t>Q3.1</a:t>
                      </a:r>
                    </a:p>
                  </a:txBody>
                  <a:tcPr marL="68580" marR="68580" marT="34290" marB="34290"/>
                </a:tc>
                <a:tc>
                  <a:txBody>
                    <a:bodyPr/>
                    <a:lstStyle/>
                    <a:p>
                      <a:r>
                        <a:rPr lang="en-US" sz="1200"/>
                        <a:t>Which was the most important problem in this situation?</a:t>
                      </a:r>
                    </a:p>
                  </a:txBody>
                  <a:tcPr marL="68580" marR="68580" marT="34290" marB="34290"/>
                </a:tc>
                <a:tc>
                  <a:txBody>
                    <a:bodyPr/>
                    <a:lstStyle/>
                    <a:p>
                      <a:pPr lvl="0" algn="l">
                        <a:lnSpc>
                          <a:spcPct val="100000"/>
                        </a:lnSpc>
                        <a:spcBef>
                          <a:spcPts val="0"/>
                        </a:spcBef>
                        <a:spcAft>
                          <a:spcPts val="0"/>
                        </a:spcAft>
                        <a:buNone/>
                      </a:pPr>
                      <a:r>
                        <a:rPr lang="en-US" sz="1100" b="0" i="0" u="none" strike="noStrike" noProof="0">
                          <a:solidFill>
                            <a:schemeClr val="tx1"/>
                          </a:solidFill>
                        </a:rPr>
                        <a:t>Despite having a strong brand and multi-channel presence, it struggled to convert these customers and increase purchase frequency due to outdated shopping methods and evolving consumer expectations around convenience and technology.</a:t>
                      </a:r>
                      <a:endParaRPr lang="en-US"/>
                    </a:p>
                  </a:txBody>
                  <a:tcPr marL="68580" marR="68580" marT="34290" marB="34290"/>
                </a:tc>
                <a:extLst>
                  <a:ext uri="{0D108BD9-81ED-4DB2-BD59-A6C34878D82A}">
                    <a16:rowId xmlns:a16="http://schemas.microsoft.com/office/drawing/2014/main" val="1285076396"/>
                  </a:ext>
                </a:extLst>
              </a:tr>
              <a:tr h="515918">
                <a:tc>
                  <a:txBody>
                    <a:bodyPr/>
                    <a:lstStyle/>
                    <a:p>
                      <a:r>
                        <a:rPr lang="en-US" sz="1400"/>
                        <a:t>Q3.2</a:t>
                      </a:r>
                    </a:p>
                  </a:txBody>
                  <a:tcPr marL="68580" marR="68580" marT="34290" marB="34290"/>
                </a:tc>
                <a:tc>
                  <a:txBody>
                    <a:bodyPr/>
                    <a:lstStyle/>
                    <a:p>
                      <a:r>
                        <a:rPr lang="en-US" sz="1200"/>
                        <a:t>Was the problem like others they had dealt with?</a:t>
                      </a:r>
                    </a:p>
                  </a:txBody>
                  <a:tcPr marL="68580" marR="68580" marT="34290" marB="34290"/>
                </a:tc>
                <a:tc>
                  <a:txBody>
                    <a:bodyPr/>
                    <a:lstStyle/>
                    <a:p>
                      <a:pPr lvl="0">
                        <a:buNone/>
                      </a:pPr>
                      <a:r>
                        <a:rPr lang="en-US" sz="1100" b="0" i="0" u="none" strike="noStrike" noProof="0">
                          <a:latin typeface="Arial"/>
                        </a:rPr>
                        <a:t>Argos had experience adapting to customer needs through catalogues and store formats, but the shift in customer behavior toward digital and convenience-first shopping presented new challenges that required more advanced segmentation and multi-channel integration.</a:t>
                      </a:r>
                      <a:endParaRPr lang="en-US"/>
                    </a:p>
                  </a:txBody>
                  <a:tcPr marL="68580" marR="68580" marT="34290" marB="34290"/>
                </a:tc>
                <a:extLst>
                  <a:ext uri="{0D108BD9-81ED-4DB2-BD59-A6C34878D82A}">
                    <a16:rowId xmlns:a16="http://schemas.microsoft.com/office/drawing/2014/main" val="560721380"/>
                  </a:ext>
                </a:extLst>
              </a:tr>
              <a:tr h="7543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Q3.3</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What were the consequences of a broad versus narrow problem statement?</a:t>
                      </a:r>
                    </a:p>
                  </a:txBody>
                  <a:tcPr marL="68580" marR="68580" marT="34290" marB="34290"/>
                </a:tc>
                <a:tc>
                  <a:txBody>
                    <a:bodyPr/>
                    <a:lstStyle/>
                    <a:p>
                      <a:pPr marL="0" lvl="0" indent="0" algn="l">
                        <a:lnSpc>
                          <a:spcPct val="100000"/>
                        </a:lnSpc>
                        <a:spcBef>
                          <a:spcPts val="0"/>
                        </a:spcBef>
                        <a:spcAft>
                          <a:spcPts val="0"/>
                        </a:spcAft>
                        <a:buNone/>
                      </a:pPr>
                      <a:r>
                        <a:rPr lang="en-US" sz="1100" b="0" i="0" u="none" strike="noStrike" noProof="0"/>
                        <a:t>Some customers didn’t “get” what Argos offered, meaning the brand message wasn’t always clear or compelling. In result, a confusing or diluted brand image could weaken customer loyalty and trust.</a:t>
                      </a:r>
                      <a:endParaRPr lang="en-US" b="0"/>
                    </a:p>
                    <a:p>
                      <a:pPr marL="285750" lvl="0" indent="-285750" algn="l">
                        <a:lnSpc>
                          <a:spcPct val="100000"/>
                        </a:lnSpc>
                        <a:spcBef>
                          <a:spcPts val="0"/>
                        </a:spcBef>
                        <a:spcAft>
                          <a:spcPts val="0"/>
                        </a:spcAft>
                        <a:buFont typeface="Arial"/>
                        <a:buChar char="•"/>
                      </a:pPr>
                      <a:endParaRPr lang="en-US" sz="1100" b="1" i="0" u="none" strike="noStrike" noProof="0">
                        <a:latin typeface="Arial"/>
                      </a:endParaRPr>
                    </a:p>
                    <a:p>
                      <a:pPr marL="285750" lvl="0" indent="-285750" algn="l">
                        <a:lnSpc>
                          <a:spcPct val="100000"/>
                        </a:lnSpc>
                        <a:spcBef>
                          <a:spcPts val="0"/>
                        </a:spcBef>
                        <a:spcAft>
                          <a:spcPts val="0"/>
                        </a:spcAft>
                        <a:buFont typeface="Arial"/>
                        <a:buChar char="•"/>
                      </a:pPr>
                      <a:endParaRPr lang="en-US" b="0" i="1"/>
                    </a:p>
                  </a:txBody>
                  <a:tcPr marL="68580" marR="68580" marT="34290" marB="34290"/>
                </a:tc>
                <a:extLst>
                  <a:ext uri="{0D108BD9-81ED-4DB2-BD59-A6C34878D82A}">
                    <a16:rowId xmlns:a16="http://schemas.microsoft.com/office/drawing/2014/main" val="1901711666"/>
                  </a:ext>
                </a:extLst>
              </a:tr>
            </a:tbl>
          </a:graphicData>
        </a:graphic>
      </p:graphicFrame>
    </p:spTree>
    <p:extLst>
      <p:ext uri="{BB962C8B-B14F-4D97-AF65-F5344CB8AC3E}">
        <p14:creationId xmlns:p14="http://schemas.microsoft.com/office/powerpoint/2010/main" val="642936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61D42-1959-423D-AB28-29C40C3D8FEC}"/>
              </a:ext>
            </a:extLst>
          </p:cNvPr>
          <p:cNvSpPr>
            <a:spLocks noGrp="1"/>
          </p:cNvSpPr>
          <p:nvPr>
            <p:ph type="title"/>
          </p:nvPr>
        </p:nvSpPr>
        <p:spPr>
          <a:xfrm>
            <a:off x="313690" y="2540"/>
            <a:ext cx="4798705" cy="1069848"/>
          </a:xfrm>
        </p:spPr>
        <p:txBody>
          <a:bodyPr>
            <a:normAutofit fontScale="90000"/>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CA" sz="3000">
                <a:solidFill>
                  <a:schemeClr val="accent2"/>
                </a:solidFill>
                <a:latin typeface="Lexend"/>
              </a:rPr>
              <a:t>Problem Solving Process</a:t>
            </a:r>
            <a:br>
              <a:rPr lang="en-CA" sz="3000">
                <a:solidFill>
                  <a:schemeClr val="accent2"/>
                </a:solidFill>
                <a:latin typeface="Lexend"/>
              </a:rPr>
            </a:br>
            <a:r>
              <a:rPr lang="en-CA" sz="3000">
                <a:solidFill>
                  <a:schemeClr val="accent2"/>
                </a:solidFill>
                <a:latin typeface="Lexend"/>
              </a:rPr>
              <a:t>4 – Searching for solutions</a:t>
            </a:r>
          </a:p>
        </p:txBody>
      </p:sp>
      <p:graphicFrame>
        <p:nvGraphicFramePr>
          <p:cNvPr id="6" name="Content Placeholder 5">
            <a:extLst>
              <a:ext uri="{FF2B5EF4-FFF2-40B4-BE49-F238E27FC236}">
                <a16:creationId xmlns:a16="http://schemas.microsoft.com/office/drawing/2014/main" id="{DA733954-731A-4E94-99F4-DD1402118A33}"/>
              </a:ext>
            </a:extLst>
          </p:cNvPr>
          <p:cNvGraphicFramePr>
            <a:graphicFrameLocks noGrp="1"/>
          </p:cNvGraphicFramePr>
          <p:nvPr>
            <p:ph idx="1"/>
            <p:extLst>
              <p:ext uri="{D42A27DB-BD31-4B8C-83A1-F6EECF244321}">
                <p14:modId xmlns:p14="http://schemas.microsoft.com/office/powerpoint/2010/main" val="2745817169"/>
              </p:ext>
            </p:extLst>
          </p:nvPr>
        </p:nvGraphicFramePr>
        <p:xfrm>
          <a:off x="428625" y="1285875"/>
          <a:ext cx="7839714" cy="3270250"/>
        </p:xfrm>
        <a:graphic>
          <a:graphicData uri="http://schemas.openxmlformats.org/drawingml/2006/table">
            <a:tbl>
              <a:tblPr firstRow="1" bandRow="1">
                <a:tableStyleId>{5C22544A-7EE6-4342-B048-85BDC9FD1C3A}</a:tableStyleId>
              </a:tblPr>
              <a:tblGrid>
                <a:gridCol w="1000125">
                  <a:extLst>
                    <a:ext uri="{9D8B030D-6E8A-4147-A177-3AD203B41FA5}">
                      <a16:colId xmlns:a16="http://schemas.microsoft.com/office/drawing/2014/main" val="132850126"/>
                    </a:ext>
                  </a:extLst>
                </a:gridCol>
                <a:gridCol w="1752599">
                  <a:extLst>
                    <a:ext uri="{9D8B030D-6E8A-4147-A177-3AD203B41FA5}">
                      <a16:colId xmlns:a16="http://schemas.microsoft.com/office/drawing/2014/main" val="2577973472"/>
                    </a:ext>
                  </a:extLst>
                </a:gridCol>
                <a:gridCol w="5086990">
                  <a:extLst>
                    <a:ext uri="{9D8B030D-6E8A-4147-A177-3AD203B41FA5}">
                      <a16:colId xmlns:a16="http://schemas.microsoft.com/office/drawing/2014/main" val="3264490754"/>
                    </a:ext>
                  </a:extLst>
                </a:gridCol>
              </a:tblGrid>
              <a:tr h="317500">
                <a:tc>
                  <a:txBody>
                    <a:bodyPr/>
                    <a:lstStyle/>
                    <a:p>
                      <a:r>
                        <a:rPr lang="en-US" sz="1400"/>
                        <a:t>#</a:t>
                      </a:r>
                    </a:p>
                  </a:txBody>
                  <a:tcPr marL="68580" marR="68580" marT="34290" marB="34290"/>
                </a:tc>
                <a:tc>
                  <a:txBody>
                    <a:bodyPr/>
                    <a:lstStyle/>
                    <a:p>
                      <a:r>
                        <a:rPr lang="en-US" sz="1400"/>
                        <a:t>Question</a:t>
                      </a:r>
                    </a:p>
                  </a:txBody>
                  <a:tcPr marL="68580" marR="68580" marT="34290" marB="34290"/>
                </a:tc>
                <a:tc>
                  <a:txBody>
                    <a:bodyPr/>
                    <a:lstStyle/>
                    <a:p>
                      <a:r>
                        <a:rPr lang="en-US" sz="1400"/>
                        <a:t>Answer</a:t>
                      </a:r>
                    </a:p>
                  </a:txBody>
                  <a:tcPr marL="68580" marR="68580" marT="34290" marB="34290"/>
                </a:tc>
                <a:extLst>
                  <a:ext uri="{0D108BD9-81ED-4DB2-BD59-A6C34878D82A}">
                    <a16:rowId xmlns:a16="http://schemas.microsoft.com/office/drawing/2014/main" val="3234149977"/>
                  </a:ext>
                </a:extLst>
              </a:tr>
              <a:tr h="480060">
                <a:tc>
                  <a:txBody>
                    <a:bodyPr/>
                    <a:lstStyle/>
                    <a:p>
                      <a:r>
                        <a:rPr lang="en-US" sz="1400"/>
                        <a:t>Q4.1</a:t>
                      </a:r>
                    </a:p>
                  </a:txBody>
                  <a:tcPr marL="68580" marR="68580" marT="34290" marB="34290"/>
                </a:tc>
                <a:tc>
                  <a:txBody>
                    <a:bodyPr/>
                    <a:lstStyle/>
                    <a:p>
                      <a:r>
                        <a:rPr lang="en-US" sz="1200"/>
                        <a:t>What decisions were open to them?</a:t>
                      </a:r>
                    </a:p>
                  </a:txBody>
                  <a:tcPr marL="68580" marR="68580" marT="34290" marB="34290"/>
                </a:tc>
                <a:tc>
                  <a:txBody>
                    <a:bodyPr/>
                    <a:lstStyle/>
                    <a:p>
                      <a:pPr marL="285750" lvl="0" indent="-285750" algn="l">
                        <a:lnSpc>
                          <a:spcPct val="100000"/>
                        </a:lnSpc>
                        <a:spcBef>
                          <a:spcPts val="0"/>
                        </a:spcBef>
                        <a:spcAft>
                          <a:spcPts val="0"/>
                        </a:spcAft>
                        <a:buFont typeface="Arial"/>
                        <a:buChar char="•"/>
                      </a:pPr>
                      <a:r>
                        <a:rPr lang="en-US" sz="1100" b="0" i="0" u="none" strike="noStrike" noProof="0">
                          <a:latin typeface="Arial"/>
                        </a:rPr>
                        <a:t>How to expand and integrate multi-channel shopping options, including online, catalog, in-store, and mobile.</a:t>
                      </a:r>
                      <a:endParaRPr lang="en-US" sz="1100"/>
                    </a:p>
                    <a:p>
                      <a:pPr marL="285750" lvl="0" indent="-285750" algn="l">
                        <a:lnSpc>
                          <a:spcPct val="100000"/>
                        </a:lnSpc>
                        <a:spcBef>
                          <a:spcPts val="0"/>
                        </a:spcBef>
                        <a:spcAft>
                          <a:spcPts val="0"/>
                        </a:spcAft>
                        <a:buFont typeface="Arial"/>
                        <a:buChar char="•"/>
                      </a:pPr>
                      <a:r>
                        <a:rPr lang="en-US" sz="1100" b="0" i="0" u="none" strike="noStrike" noProof="0">
                          <a:latin typeface="Arial"/>
                        </a:rPr>
                        <a:t>How much to invest in technology innovations like home delivery, kiosks, and quick-pay systems.</a:t>
                      </a:r>
                      <a:endParaRPr lang="en-US" sz="1100"/>
                    </a:p>
                    <a:p>
                      <a:pPr marL="285750" lvl="0" indent="-285750" algn="l">
                        <a:lnSpc>
                          <a:spcPct val="100000"/>
                        </a:lnSpc>
                        <a:spcBef>
                          <a:spcPts val="0"/>
                        </a:spcBef>
                        <a:spcAft>
                          <a:spcPts val="0"/>
                        </a:spcAft>
                        <a:buFont typeface="Arial"/>
                        <a:buChar char="•"/>
                      </a:pPr>
                      <a:r>
                        <a:rPr lang="en-US" sz="1100" b="0" i="0" u="none" strike="noStrike" noProof="0">
                          <a:latin typeface="Arial"/>
                        </a:rPr>
                        <a:t>Whether to focus on growing new customer segments or deepening loyalty among existing shoppers.</a:t>
                      </a:r>
                      <a:endParaRPr lang="en-US" sz="1100"/>
                    </a:p>
                  </a:txBody>
                  <a:tcPr marL="68580" marR="68580" marT="34290" marB="34290"/>
                </a:tc>
                <a:extLst>
                  <a:ext uri="{0D108BD9-81ED-4DB2-BD59-A6C34878D82A}">
                    <a16:rowId xmlns:a16="http://schemas.microsoft.com/office/drawing/2014/main" val="1285076396"/>
                  </a:ext>
                </a:extLst>
              </a:tr>
              <a:tr h="971550">
                <a:tc>
                  <a:txBody>
                    <a:bodyPr/>
                    <a:lstStyle/>
                    <a:p>
                      <a:r>
                        <a:rPr lang="en-US" sz="1400"/>
                        <a:t>Q4.2</a:t>
                      </a:r>
                    </a:p>
                  </a:txBody>
                  <a:tcPr marL="68580" marR="68580" marT="34290" marB="34290"/>
                </a:tc>
                <a:tc>
                  <a:txBody>
                    <a:bodyPr/>
                    <a:lstStyle/>
                    <a:p>
                      <a:r>
                        <a:rPr lang="en-US" sz="1200"/>
                        <a:t>What solutions had been tried in similar situations?</a:t>
                      </a:r>
                    </a:p>
                  </a:txBody>
                  <a:tcPr marL="68580" marR="68580" marT="34290" marB="34290"/>
                </a:tc>
                <a:tc>
                  <a:txBody>
                    <a:bodyPr/>
                    <a:lstStyle/>
                    <a:p>
                      <a:pPr marL="285750" lvl="0" indent="-285750" algn="l">
                        <a:lnSpc>
                          <a:spcPct val="100000"/>
                        </a:lnSpc>
                        <a:spcBef>
                          <a:spcPts val="0"/>
                        </a:spcBef>
                        <a:spcAft>
                          <a:spcPts val="0"/>
                        </a:spcAft>
                        <a:buFont typeface="Arial"/>
                        <a:buChar char="•"/>
                      </a:pPr>
                      <a:r>
                        <a:rPr lang="en-US" sz="1100" b="0" i="0" u="none" strike="noStrike" noProof="0"/>
                        <a:t>Expanding online and mobile channels was a common approach to meet modern consumer needs.</a:t>
                      </a:r>
                      <a:endParaRPr lang="en-US" sz="1100" b="0"/>
                    </a:p>
                    <a:p>
                      <a:pPr marL="285750" lvl="0" indent="-285750" algn="l">
                        <a:lnSpc>
                          <a:spcPct val="100000"/>
                        </a:lnSpc>
                        <a:spcBef>
                          <a:spcPts val="0"/>
                        </a:spcBef>
                        <a:spcAft>
                          <a:spcPts val="0"/>
                        </a:spcAft>
                        <a:buFont typeface="Arial"/>
                        <a:buChar char="•"/>
                      </a:pPr>
                      <a:r>
                        <a:rPr lang="en-US" sz="1100" b="0" i="0" u="none" strike="noStrike" noProof="0"/>
                        <a:t>Launching loyalty programs and personalized advertising to increase repeat purchases</a:t>
                      </a:r>
                      <a:endParaRPr lang="en-US" sz="1100" b="0"/>
                    </a:p>
                    <a:p>
                      <a:pPr lvl="0" algn="l">
                        <a:lnSpc>
                          <a:spcPct val="100000"/>
                        </a:lnSpc>
                        <a:spcBef>
                          <a:spcPts val="0"/>
                        </a:spcBef>
                        <a:spcAft>
                          <a:spcPts val="0"/>
                        </a:spcAft>
                        <a:buNone/>
                      </a:pPr>
                      <a:endParaRPr lang="en-US" sz="1200" b="0" i="0" u="none" strike="noStrike" noProof="0">
                        <a:latin typeface="Calibri"/>
                      </a:endParaRPr>
                    </a:p>
                  </a:txBody>
                  <a:tcPr marL="68580" marR="68580" marT="34290" marB="34290"/>
                </a:tc>
                <a:extLst>
                  <a:ext uri="{0D108BD9-81ED-4DB2-BD59-A6C34878D82A}">
                    <a16:rowId xmlns:a16="http://schemas.microsoft.com/office/drawing/2014/main" val="560721380"/>
                  </a:ext>
                </a:extLst>
              </a:tr>
              <a:tr h="8915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Q4.3</a:t>
                      </a:r>
                    </a:p>
                  </a:txBody>
                  <a:tcPr marL="68580" marR="68580" marT="34290" marB="34290"/>
                </a:tc>
                <a:tc>
                  <a:txBody>
                    <a:bodyPr/>
                    <a:lstStyle/>
                    <a:p>
                      <a:pPr marL="0" marR="0" lvl="0" indent="0" algn="l" rtl="0">
                        <a:lnSpc>
                          <a:spcPct val="100000"/>
                        </a:lnSpc>
                        <a:spcBef>
                          <a:spcPts val="0"/>
                        </a:spcBef>
                        <a:spcAft>
                          <a:spcPts val="0"/>
                        </a:spcAft>
                        <a:buClrTx/>
                        <a:buSzTx/>
                        <a:buFontTx/>
                        <a:buNone/>
                      </a:pPr>
                      <a:r>
                        <a:rPr lang="en-US" sz="1200"/>
                        <a:t>How did the various candidate solutions link to the outcomes of interest?</a:t>
                      </a:r>
                    </a:p>
                  </a:txBody>
                  <a:tcPr marL="68580" marR="68580" marT="34290" marB="34290"/>
                </a:tc>
                <a:tc>
                  <a:txBody>
                    <a:bodyPr/>
                    <a:lstStyle/>
                    <a:p>
                      <a:pPr marL="285750" lvl="0" indent="-285750" algn="l">
                        <a:lnSpc>
                          <a:spcPct val="100000"/>
                        </a:lnSpc>
                        <a:spcBef>
                          <a:spcPts val="0"/>
                        </a:spcBef>
                        <a:spcAft>
                          <a:spcPts val="0"/>
                        </a:spcAft>
                        <a:buFont typeface="Arial"/>
                        <a:buChar char="•"/>
                      </a:pPr>
                      <a:r>
                        <a:rPr lang="en-US" sz="1100" b="0" i="0" u="none" strike="noStrike" noProof="0"/>
                        <a:t>Multi-channel expansion improved convenience and accessibility, leading to higher customer satisfaction and sales.</a:t>
                      </a:r>
                      <a:endParaRPr lang="en-US" sz="1100" b="0"/>
                    </a:p>
                    <a:p>
                      <a:pPr marL="285750" lvl="0" indent="-285750" algn="l">
                        <a:lnSpc>
                          <a:spcPct val="100000"/>
                        </a:lnSpc>
                        <a:spcBef>
                          <a:spcPts val="0"/>
                        </a:spcBef>
                        <a:spcAft>
                          <a:spcPts val="0"/>
                        </a:spcAft>
                        <a:buFont typeface="Arial"/>
                        <a:buChar char="•"/>
                      </a:pPr>
                      <a:r>
                        <a:rPr lang="en-US" sz="1100" b="0" i="0" u="none" strike="noStrike" noProof="0"/>
                        <a:t>Technological innovations streamlined shopping and delivery, enhancing customer experience and loyalty.</a:t>
                      </a:r>
                      <a:endParaRPr lang="en-US" sz="1100" b="0"/>
                    </a:p>
                    <a:p>
                      <a:pPr lvl="0">
                        <a:buNone/>
                      </a:pPr>
                      <a:endParaRPr lang="en-US" sz="1100" b="0" i="0" u="none" strike="noStrike" noProof="0">
                        <a:latin typeface="Calibri"/>
                      </a:endParaRPr>
                    </a:p>
                  </a:txBody>
                  <a:tcPr marL="68580" marR="68580" marT="34290" marB="34290"/>
                </a:tc>
                <a:extLst>
                  <a:ext uri="{0D108BD9-81ED-4DB2-BD59-A6C34878D82A}">
                    <a16:rowId xmlns:a16="http://schemas.microsoft.com/office/drawing/2014/main" val="1901711666"/>
                  </a:ext>
                </a:extLst>
              </a:tr>
            </a:tbl>
          </a:graphicData>
        </a:graphic>
      </p:graphicFrame>
    </p:spTree>
    <p:extLst>
      <p:ext uri="{BB962C8B-B14F-4D97-AF65-F5344CB8AC3E}">
        <p14:creationId xmlns:p14="http://schemas.microsoft.com/office/powerpoint/2010/main" val="35589177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61D42-1959-423D-AB28-29C40C3D8FEC}"/>
              </a:ext>
            </a:extLst>
          </p:cNvPr>
          <p:cNvSpPr>
            <a:spLocks noGrp="1"/>
          </p:cNvSpPr>
          <p:nvPr>
            <p:ph type="title"/>
          </p:nvPr>
        </p:nvSpPr>
        <p:spPr>
          <a:xfrm>
            <a:off x="377190" y="2540"/>
            <a:ext cx="4798705" cy="1069848"/>
          </a:xfrm>
        </p:spPr>
        <p:txBody>
          <a:bodyPr>
            <a:normAutofit fontScale="90000"/>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CA" sz="3000">
                <a:solidFill>
                  <a:schemeClr val="accent2"/>
                </a:solidFill>
                <a:latin typeface="Lexend"/>
              </a:rPr>
              <a:t>Problem Solving Process</a:t>
            </a:r>
            <a:br>
              <a:rPr lang="en-CA" sz="3000">
                <a:latin typeface="Lexend"/>
              </a:rPr>
            </a:br>
            <a:r>
              <a:rPr lang="en-CA" sz="3000">
                <a:solidFill>
                  <a:schemeClr val="accent2"/>
                </a:solidFill>
                <a:latin typeface="Lexend"/>
              </a:rPr>
              <a:t>5 – Evaluating solutions</a:t>
            </a:r>
            <a:endParaRPr lang="en-CA" sz="3000">
              <a:solidFill>
                <a:schemeClr val="accent2"/>
              </a:solidFill>
              <a:latin typeface="Lexend"/>
              <a:cs typeface="Arial"/>
            </a:endParaRPr>
          </a:p>
        </p:txBody>
      </p:sp>
      <p:graphicFrame>
        <p:nvGraphicFramePr>
          <p:cNvPr id="6" name="Content Placeholder 5">
            <a:extLst>
              <a:ext uri="{FF2B5EF4-FFF2-40B4-BE49-F238E27FC236}">
                <a16:creationId xmlns:a16="http://schemas.microsoft.com/office/drawing/2014/main" id="{DA733954-731A-4E94-99F4-DD1402118A33}"/>
              </a:ext>
            </a:extLst>
          </p:cNvPr>
          <p:cNvGraphicFramePr>
            <a:graphicFrameLocks noGrp="1"/>
          </p:cNvGraphicFramePr>
          <p:nvPr>
            <p:ph idx="1"/>
            <p:extLst>
              <p:ext uri="{D42A27DB-BD31-4B8C-83A1-F6EECF244321}">
                <p14:modId xmlns:p14="http://schemas.microsoft.com/office/powerpoint/2010/main" val="942856423"/>
              </p:ext>
            </p:extLst>
          </p:nvPr>
        </p:nvGraphicFramePr>
        <p:xfrm>
          <a:off x="509067" y="1068401"/>
          <a:ext cx="7997615" cy="3521167"/>
        </p:xfrm>
        <a:graphic>
          <a:graphicData uri="http://schemas.openxmlformats.org/drawingml/2006/table">
            <a:tbl>
              <a:tblPr firstRow="1" bandRow="1">
                <a:tableStyleId>{5C22544A-7EE6-4342-B048-85BDC9FD1C3A}</a:tableStyleId>
              </a:tblPr>
              <a:tblGrid>
                <a:gridCol w="702955">
                  <a:extLst>
                    <a:ext uri="{9D8B030D-6E8A-4147-A177-3AD203B41FA5}">
                      <a16:colId xmlns:a16="http://schemas.microsoft.com/office/drawing/2014/main" val="132850126"/>
                    </a:ext>
                  </a:extLst>
                </a:gridCol>
                <a:gridCol w="1891779">
                  <a:extLst>
                    <a:ext uri="{9D8B030D-6E8A-4147-A177-3AD203B41FA5}">
                      <a16:colId xmlns:a16="http://schemas.microsoft.com/office/drawing/2014/main" val="2577973472"/>
                    </a:ext>
                  </a:extLst>
                </a:gridCol>
                <a:gridCol w="5402881">
                  <a:extLst>
                    <a:ext uri="{9D8B030D-6E8A-4147-A177-3AD203B41FA5}">
                      <a16:colId xmlns:a16="http://schemas.microsoft.com/office/drawing/2014/main" val="3264490754"/>
                    </a:ext>
                  </a:extLst>
                </a:gridCol>
              </a:tblGrid>
              <a:tr h="307432">
                <a:tc>
                  <a:txBody>
                    <a:bodyPr/>
                    <a:lstStyle/>
                    <a:p>
                      <a:r>
                        <a:rPr lang="en-US" sz="1400"/>
                        <a:t>#</a:t>
                      </a:r>
                    </a:p>
                  </a:txBody>
                  <a:tcPr marL="68580" marR="68580" marT="34290" marB="34290"/>
                </a:tc>
                <a:tc>
                  <a:txBody>
                    <a:bodyPr/>
                    <a:lstStyle/>
                    <a:p>
                      <a:r>
                        <a:rPr lang="en-US" sz="1400"/>
                        <a:t>Question</a:t>
                      </a:r>
                    </a:p>
                  </a:txBody>
                  <a:tcPr marL="68580" marR="68580" marT="34290" marB="34290"/>
                </a:tc>
                <a:tc>
                  <a:txBody>
                    <a:bodyPr/>
                    <a:lstStyle/>
                    <a:p>
                      <a:r>
                        <a:rPr lang="en-US" sz="1400"/>
                        <a:t>Answer</a:t>
                      </a:r>
                    </a:p>
                  </a:txBody>
                  <a:tcPr marL="68580" marR="68580" marT="34290" marB="34290"/>
                </a:tc>
                <a:extLst>
                  <a:ext uri="{0D108BD9-81ED-4DB2-BD59-A6C34878D82A}">
                    <a16:rowId xmlns:a16="http://schemas.microsoft.com/office/drawing/2014/main" val="3234149977"/>
                  </a:ext>
                </a:extLst>
              </a:tr>
              <a:tr h="1247775">
                <a:tc>
                  <a:txBody>
                    <a:bodyPr/>
                    <a:lstStyle/>
                    <a:p>
                      <a:r>
                        <a:rPr lang="en-US" sz="1400"/>
                        <a:t>Q5.1</a:t>
                      </a:r>
                    </a:p>
                  </a:txBody>
                  <a:tcPr marL="68580" marR="68580" marT="34290" marB="34290"/>
                </a:tc>
                <a:tc>
                  <a:txBody>
                    <a:bodyPr/>
                    <a:lstStyle/>
                    <a:p>
                      <a:r>
                        <a:rPr lang="en-US" sz="1200"/>
                        <a:t>How did the solution impact each of the criteria?</a:t>
                      </a:r>
                    </a:p>
                  </a:txBody>
                  <a:tcPr marL="68580" marR="68580" marT="34290" marB="34290"/>
                </a:tc>
                <a:tc>
                  <a:txBody>
                    <a:bodyPr/>
                    <a:lstStyle/>
                    <a:p>
                      <a:pPr marL="285750" lvl="0" indent="-285750" algn="l">
                        <a:lnSpc>
                          <a:spcPct val="100000"/>
                        </a:lnSpc>
                        <a:spcBef>
                          <a:spcPts val="0"/>
                        </a:spcBef>
                        <a:spcAft>
                          <a:spcPts val="0"/>
                        </a:spcAft>
                        <a:buFont typeface="Arial"/>
                        <a:buChar char="•"/>
                      </a:pPr>
                      <a:r>
                        <a:rPr lang="en-US" sz="1200" b="0" i="0" u="none" strike="noStrike" noProof="0"/>
                        <a:t>Sales Growth: Expanding multi-channel options and improving convenience led to increased sales and higher purchase frequency.</a:t>
                      </a:r>
                      <a:endParaRPr lang="en-US" sz="1200" b="0"/>
                    </a:p>
                    <a:p>
                      <a:pPr marL="285750" lvl="0" indent="-285750" algn="l">
                        <a:lnSpc>
                          <a:spcPct val="100000"/>
                        </a:lnSpc>
                        <a:spcBef>
                          <a:spcPts val="0"/>
                        </a:spcBef>
                        <a:spcAft>
                          <a:spcPts val="0"/>
                        </a:spcAft>
                        <a:buFont typeface="Arial"/>
                        <a:buChar char="•"/>
                      </a:pPr>
                      <a:r>
                        <a:rPr lang="en-US" sz="1200" b="0" i="0" u="none" strike="noStrike" noProof="0"/>
                        <a:t>Customer Satisfaction: Technology innovations like home delivery and quick-pay kiosks enhanced convenience, boosting satisfaction.</a:t>
                      </a:r>
                      <a:endParaRPr lang="en-US" sz="1200" b="0"/>
                    </a:p>
                    <a:p>
                      <a:pPr marL="285750" lvl="0" indent="-285750" algn="l">
                        <a:lnSpc>
                          <a:spcPct val="100000"/>
                        </a:lnSpc>
                        <a:spcBef>
                          <a:spcPts val="0"/>
                        </a:spcBef>
                        <a:spcAft>
                          <a:spcPts val="0"/>
                        </a:spcAft>
                        <a:buFont typeface="Arial"/>
                        <a:buChar char="•"/>
                      </a:pPr>
                      <a:r>
                        <a:rPr lang="en-US" sz="1200" b="0" i="0" u="none" strike="noStrike" noProof="0"/>
                        <a:t>Competitive Advantage: Differentiation through value, choice, and convenience strengthened Argos’s position against rivals.</a:t>
                      </a:r>
                      <a:endParaRPr lang="en-US" sz="1200"/>
                    </a:p>
                  </a:txBody>
                  <a:tcPr marL="68580" marR="68580" marT="34290" marB="34290"/>
                </a:tc>
                <a:extLst>
                  <a:ext uri="{0D108BD9-81ED-4DB2-BD59-A6C34878D82A}">
                    <a16:rowId xmlns:a16="http://schemas.microsoft.com/office/drawing/2014/main" val="1285076396"/>
                  </a:ext>
                </a:extLst>
              </a:tr>
              <a:tr h="660076">
                <a:tc>
                  <a:txBody>
                    <a:bodyPr/>
                    <a:lstStyle/>
                    <a:p>
                      <a:r>
                        <a:rPr lang="en-US" sz="1400"/>
                        <a:t>Q5.2</a:t>
                      </a:r>
                    </a:p>
                  </a:txBody>
                  <a:tcPr marL="68580" marR="68580" marT="34290" marB="34290"/>
                </a:tc>
                <a:tc>
                  <a:txBody>
                    <a:bodyPr/>
                    <a:lstStyle/>
                    <a:p>
                      <a:r>
                        <a:rPr lang="en-US" sz="1200"/>
                        <a:t>What factors within their control could have improved the outcomes?</a:t>
                      </a:r>
                    </a:p>
                  </a:txBody>
                  <a:tcPr marL="68580" marR="68580" marT="34290" marB="34290"/>
                </a:tc>
                <a:tc>
                  <a:txBody>
                    <a:bodyPr/>
                    <a:lstStyle/>
                    <a:p>
                      <a:pPr marL="285750" lvl="0" indent="-285750" algn="l">
                        <a:lnSpc>
                          <a:spcPct val="100000"/>
                        </a:lnSpc>
                        <a:spcBef>
                          <a:spcPts val="0"/>
                        </a:spcBef>
                        <a:spcAft>
                          <a:spcPts val="0"/>
                        </a:spcAft>
                        <a:buFont typeface="Arial"/>
                        <a:buChar char="•"/>
                      </a:pPr>
                      <a:r>
                        <a:rPr lang="en-US" sz="1200" b="0" i="0" u="none" strike="noStrike" noProof="0">
                          <a:solidFill>
                            <a:schemeClr val="tx1"/>
                          </a:solidFill>
                        </a:rPr>
                        <a:t>Faster adoption and integration of new technology across all shopping channels.</a:t>
                      </a:r>
                      <a:endParaRPr lang="en-US"/>
                    </a:p>
                    <a:p>
                      <a:pPr marL="285750" lvl="0" indent="-285750" algn="l">
                        <a:lnSpc>
                          <a:spcPct val="100000"/>
                        </a:lnSpc>
                        <a:spcBef>
                          <a:spcPts val="0"/>
                        </a:spcBef>
                        <a:spcAft>
                          <a:spcPts val="0"/>
                        </a:spcAft>
                        <a:buFont typeface="Arial"/>
                        <a:buChar char="•"/>
                      </a:pPr>
                      <a:r>
                        <a:rPr lang="en-US" sz="1200" b="0" i="0" u="none" strike="noStrike" noProof="0">
                          <a:solidFill>
                            <a:schemeClr val="tx1"/>
                          </a:solidFill>
                        </a:rPr>
                        <a:t>Enhanced staff training to ensure consistent customer service.</a:t>
                      </a:r>
                      <a:endParaRPr lang="en-US"/>
                    </a:p>
                    <a:p>
                      <a:pPr marL="285750" lvl="0" indent="-285750" algn="l">
                        <a:lnSpc>
                          <a:spcPct val="100000"/>
                        </a:lnSpc>
                        <a:spcBef>
                          <a:spcPts val="0"/>
                        </a:spcBef>
                        <a:spcAft>
                          <a:spcPts val="0"/>
                        </a:spcAft>
                        <a:buFont typeface="Arial"/>
                        <a:buChar char="•"/>
                      </a:pPr>
                      <a:r>
                        <a:rPr lang="en-US" sz="1200" b="0" i="0" u="none" strike="noStrike" noProof="0">
                          <a:solidFill>
                            <a:schemeClr val="tx1"/>
                          </a:solidFill>
                        </a:rPr>
                        <a:t>Continuous innovation in product range and delivery options.</a:t>
                      </a:r>
                      <a:endParaRPr lang="en-US"/>
                    </a:p>
                  </a:txBody>
                  <a:tcPr marL="68580" marR="68580" marT="34290" marB="34290"/>
                </a:tc>
                <a:extLst>
                  <a:ext uri="{0D108BD9-81ED-4DB2-BD59-A6C34878D82A}">
                    <a16:rowId xmlns:a16="http://schemas.microsoft.com/office/drawing/2014/main" val="560721380"/>
                  </a:ext>
                </a:extLst>
              </a:tr>
              <a:tr h="9675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Q5.3</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What factors outside their control could have altered the outcomes?</a:t>
                      </a:r>
                    </a:p>
                  </a:txBody>
                  <a:tcPr marL="68580" marR="68580" marT="34290" marB="34290"/>
                </a:tc>
                <a:tc>
                  <a:txBody>
                    <a:bodyPr/>
                    <a:lstStyle/>
                    <a:p>
                      <a:pPr marL="285750" lvl="0" indent="-285750" algn="l">
                        <a:lnSpc>
                          <a:spcPct val="100000"/>
                        </a:lnSpc>
                        <a:spcBef>
                          <a:spcPts val="0"/>
                        </a:spcBef>
                        <a:spcAft>
                          <a:spcPts val="0"/>
                        </a:spcAft>
                        <a:buFont typeface="Arial"/>
                        <a:buChar char="•"/>
                      </a:pPr>
                      <a:r>
                        <a:rPr lang="en-US" sz="1200" b="0" i="0" u="none" strike="noStrike" noProof="0">
                          <a:solidFill>
                            <a:schemeClr val="tx1"/>
                          </a:solidFill>
                        </a:rPr>
                        <a:t>Competitive actions by other retailers, including pricing and technology adoption.</a:t>
                      </a:r>
                      <a:endParaRPr lang="en-US"/>
                    </a:p>
                    <a:p>
                      <a:pPr marL="285750" lvl="0" indent="-285750" algn="l">
                        <a:lnSpc>
                          <a:spcPct val="100000"/>
                        </a:lnSpc>
                        <a:spcBef>
                          <a:spcPts val="0"/>
                        </a:spcBef>
                        <a:spcAft>
                          <a:spcPts val="0"/>
                        </a:spcAft>
                        <a:buFont typeface="Arial"/>
                        <a:buChar char="•"/>
                      </a:pPr>
                      <a:r>
                        <a:rPr lang="en-US" sz="1200" b="0" i="0" u="none" strike="noStrike" noProof="0">
                          <a:solidFill>
                            <a:schemeClr val="tx1"/>
                          </a:solidFill>
                        </a:rPr>
                        <a:t>Technological infrastructure limitations or disruptions (e.g., internet outages).</a:t>
                      </a:r>
                      <a:endParaRPr lang="en-US"/>
                    </a:p>
                    <a:p>
                      <a:pPr marL="285750" lvl="0" indent="-285750" algn="l">
                        <a:lnSpc>
                          <a:spcPct val="100000"/>
                        </a:lnSpc>
                        <a:spcBef>
                          <a:spcPts val="0"/>
                        </a:spcBef>
                        <a:spcAft>
                          <a:spcPts val="0"/>
                        </a:spcAft>
                        <a:buFont typeface="Arial"/>
                        <a:buChar char="•"/>
                      </a:pPr>
                      <a:r>
                        <a:rPr lang="en-US" sz="1200" b="0" i="0" u="none" strike="noStrike" noProof="0">
                          <a:solidFill>
                            <a:schemeClr val="tx1"/>
                          </a:solidFill>
                        </a:rPr>
                        <a:t>Macroeconomic events like recessions or pandemics influencing retail foot traffic and online shopping trends.</a:t>
                      </a:r>
                      <a:endParaRPr lang="en-US"/>
                    </a:p>
                  </a:txBody>
                  <a:tcPr marL="68580" marR="68580" marT="34290" marB="34290"/>
                </a:tc>
                <a:extLst>
                  <a:ext uri="{0D108BD9-81ED-4DB2-BD59-A6C34878D82A}">
                    <a16:rowId xmlns:a16="http://schemas.microsoft.com/office/drawing/2014/main" val="1901711666"/>
                  </a:ext>
                </a:extLst>
              </a:tr>
            </a:tbl>
          </a:graphicData>
        </a:graphic>
      </p:graphicFrame>
    </p:spTree>
    <p:extLst>
      <p:ext uri="{BB962C8B-B14F-4D97-AF65-F5344CB8AC3E}">
        <p14:creationId xmlns:p14="http://schemas.microsoft.com/office/powerpoint/2010/main" val="18852099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61D42-1959-423D-AB28-29C40C3D8FEC}"/>
              </a:ext>
            </a:extLst>
          </p:cNvPr>
          <p:cNvSpPr>
            <a:spLocks noGrp="1"/>
          </p:cNvSpPr>
          <p:nvPr>
            <p:ph type="title"/>
          </p:nvPr>
        </p:nvSpPr>
        <p:spPr>
          <a:xfrm>
            <a:off x="518585" y="15320"/>
            <a:ext cx="5331784" cy="1069848"/>
          </a:xfrm>
        </p:spPr>
        <p:txBody>
          <a:bodyPr>
            <a:normAutofit fontScale="90000"/>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CA" sz="3000">
                <a:solidFill>
                  <a:schemeClr val="accent2"/>
                </a:solidFill>
                <a:latin typeface="Lexend"/>
              </a:rPr>
              <a:t>Problem Solving Process</a:t>
            </a:r>
            <a:br>
              <a:rPr lang="en-CA" sz="3000">
                <a:solidFill>
                  <a:schemeClr val="accent2"/>
                </a:solidFill>
                <a:latin typeface="Lexend"/>
              </a:rPr>
            </a:br>
            <a:r>
              <a:rPr lang="en-CA" sz="3000">
                <a:solidFill>
                  <a:schemeClr val="accent2"/>
                </a:solidFill>
                <a:latin typeface="Lexend"/>
              </a:rPr>
              <a:t>6 – Implementing a solution</a:t>
            </a:r>
          </a:p>
        </p:txBody>
      </p:sp>
      <p:graphicFrame>
        <p:nvGraphicFramePr>
          <p:cNvPr id="6" name="Content Placeholder 5">
            <a:extLst>
              <a:ext uri="{FF2B5EF4-FFF2-40B4-BE49-F238E27FC236}">
                <a16:creationId xmlns:a16="http://schemas.microsoft.com/office/drawing/2014/main" id="{DA733954-731A-4E94-99F4-DD1402118A33}"/>
              </a:ext>
            </a:extLst>
          </p:cNvPr>
          <p:cNvGraphicFramePr>
            <a:graphicFrameLocks noGrp="1"/>
          </p:cNvGraphicFramePr>
          <p:nvPr>
            <p:ph idx="1"/>
            <p:extLst>
              <p:ext uri="{D42A27DB-BD31-4B8C-83A1-F6EECF244321}">
                <p14:modId xmlns:p14="http://schemas.microsoft.com/office/powerpoint/2010/main" val="3394431146"/>
              </p:ext>
            </p:extLst>
          </p:nvPr>
        </p:nvGraphicFramePr>
        <p:xfrm>
          <a:off x="587308" y="1085930"/>
          <a:ext cx="7611590" cy="3254523"/>
        </p:xfrm>
        <a:graphic>
          <a:graphicData uri="http://schemas.openxmlformats.org/drawingml/2006/table">
            <a:tbl>
              <a:tblPr firstRow="1" bandRow="1">
                <a:tableStyleId>{5C22544A-7EE6-4342-B048-85BDC9FD1C3A}</a:tableStyleId>
              </a:tblPr>
              <a:tblGrid>
                <a:gridCol w="661362">
                  <a:extLst>
                    <a:ext uri="{9D8B030D-6E8A-4147-A177-3AD203B41FA5}">
                      <a16:colId xmlns:a16="http://schemas.microsoft.com/office/drawing/2014/main" val="132850126"/>
                    </a:ext>
                  </a:extLst>
                </a:gridCol>
                <a:gridCol w="1792388">
                  <a:extLst>
                    <a:ext uri="{9D8B030D-6E8A-4147-A177-3AD203B41FA5}">
                      <a16:colId xmlns:a16="http://schemas.microsoft.com/office/drawing/2014/main" val="2577973472"/>
                    </a:ext>
                  </a:extLst>
                </a:gridCol>
                <a:gridCol w="5157840">
                  <a:extLst>
                    <a:ext uri="{9D8B030D-6E8A-4147-A177-3AD203B41FA5}">
                      <a16:colId xmlns:a16="http://schemas.microsoft.com/office/drawing/2014/main" val="3264490754"/>
                    </a:ext>
                  </a:extLst>
                </a:gridCol>
              </a:tblGrid>
              <a:tr h="320509">
                <a:tc>
                  <a:txBody>
                    <a:bodyPr/>
                    <a:lstStyle/>
                    <a:p>
                      <a:r>
                        <a:rPr lang="en-US" sz="1400"/>
                        <a:t>#</a:t>
                      </a:r>
                    </a:p>
                  </a:txBody>
                  <a:tcPr marL="68580" marR="68580" marT="34290" marB="34290"/>
                </a:tc>
                <a:tc>
                  <a:txBody>
                    <a:bodyPr/>
                    <a:lstStyle/>
                    <a:p>
                      <a:r>
                        <a:rPr lang="en-US" sz="1400"/>
                        <a:t>Question</a:t>
                      </a:r>
                    </a:p>
                  </a:txBody>
                  <a:tcPr marL="68580" marR="68580" marT="34290" marB="34290"/>
                </a:tc>
                <a:tc>
                  <a:txBody>
                    <a:bodyPr/>
                    <a:lstStyle/>
                    <a:p>
                      <a:r>
                        <a:rPr lang="en-US" sz="1400"/>
                        <a:t>Answer</a:t>
                      </a:r>
                    </a:p>
                  </a:txBody>
                  <a:tcPr marL="68580" marR="68580" marT="34290" marB="34290"/>
                </a:tc>
                <a:extLst>
                  <a:ext uri="{0D108BD9-81ED-4DB2-BD59-A6C34878D82A}">
                    <a16:rowId xmlns:a16="http://schemas.microsoft.com/office/drawing/2014/main" val="3234149977"/>
                  </a:ext>
                </a:extLst>
              </a:tr>
              <a:tr h="1121778">
                <a:tc>
                  <a:txBody>
                    <a:bodyPr/>
                    <a:lstStyle/>
                    <a:p>
                      <a:r>
                        <a:rPr lang="en-US" sz="1400"/>
                        <a:t>Q6.1</a:t>
                      </a:r>
                    </a:p>
                  </a:txBody>
                  <a:tcPr marL="68580" marR="68580" marT="34290" marB="34290"/>
                </a:tc>
                <a:tc>
                  <a:txBody>
                    <a:bodyPr/>
                    <a:lstStyle/>
                    <a:p>
                      <a:r>
                        <a:rPr lang="en-US" sz="1200"/>
                        <a:t>What were the barriers to successful implementation?</a:t>
                      </a:r>
                    </a:p>
                  </a:txBody>
                  <a:tcPr marL="68580" marR="68580" marT="34290" marB="34290"/>
                </a:tc>
                <a:tc>
                  <a:txBody>
                    <a:bodyPr/>
                    <a:lstStyle/>
                    <a:p>
                      <a:pPr marL="285750" lvl="0" indent="-285750" algn="l">
                        <a:lnSpc>
                          <a:spcPct val="100000"/>
                        </a:lnSpc>
                        <a:spcBef>
                          <a:spcPts val="0"/>
                        </a:spcBef>
                        <a:spcAft>
                          <a:spcPts val="0"/>
                        </a:spcAft>
                        <a:buFont typeface="Arial"/>
                        <a:buChar char="•"/>
                      </a:pPr>
                      <a:r>
                        <a:rPr lang="en-US" sz="1100" b="0" i="0" u="none" strike="noStrike" noProof="0">
                          <a:solidFill>
                            <a:schemeClr val="tx1"/>
                          </a:solidFill>
                        </a:rPr>
                        <a:t>Resistance to change: Moving from traditional demographic segmentation to behavior-based methods required shifts in mindset and processes.</a:t>
                      </a:r>
                      <a:endParaRPr lang="en-US" b="0"/>
                    </a:p>
                    <a:p>
                      <a:pPr marL="285750" lvl="0" indent="-285750" algn="l">
                        <a:lnSpc>
                          <a:spcPct val="100000"/>
                        </a:lnSpc>
                        <a:spcBef>
                          <a:spcPts val="0"/>
                        </a:spcBef>
                        <a:spcAft>
                          <a:spcPts val="0"/>
                        </a:spcAft>
                        <a:buFont typeface="Arial"/>
                        <a:buChar char="•"/>
                      </a:pPr>
                      <a:r>
                        <a:rPr lang="en-US" sz="1100" b="0" i="0" u="none" strike="noStrike" noProof="0">
                          <a:solidFill>
                            <a:schemeClr val="tx1"/>
                          </a:solidFill>
                        </a:rPr>
                        <a:t>Technology adoption challenges: Integrating new digital channels and tools needed investments and staff training.</a:t>
                      </a:r>
                      <a:endParaRPr lang="en-US" b="0"/>
                    </a:p>
                    <a:p>
                      <a:pPr marL="285750" lvl="0" indent="-285750" algn="l">
                        <a:lnSpc>
                          <a:spcPct val="100000"/>
                        </a:lnSpc>
                        <a:spcBef>
                          <a:spcPts val="0"/>
                        </a:spcBef>
                        <a:spcAft>
                          <a:spcPts val="0"/>
                        </a:spcAft>
                        <a:buFont typeface="Arial"/>
                        <a:buChar char="•"/>
                      </a:pPr>
                      <a:r>
                        <a:rPr lang="en-US" sz="1100" b="0" i="0" u="none" strike="noStrike" noProof="0">
                          <a:solidFill>
                            <a:schemeClr val="tx1"/>
                          </a:solidFill>
                        </a:rPr>
                        <a:t>Customer adaptation: Some customers, especially less tech-savvy ones, might resist changing their shopping habits.</a:t>
                      </a:r>
                      <a:endParaRPr lang="en-US"/>
                    </a:p>
                  </a:txBody>
                  <a:tcPr marL="68580" marR="68580" marT="34290" marB="34290"/>
                </a:tc>
                <a:extLst>
                  <a:ext uri="{0D108BD9-81ED-4DB2-BD59-A6C34878D82A}">
                    <a16:rowId xmlns:a16="http://schemas.microsoft.com/office/drawing/2014/main" val="1285076396"/>
                  </a:ext>
                </a:extLst>
              </a:tr>
              <a:tr h="716928">
                <a:tc>
                  <a:txBody>
                    <a:bodyPr/>
                    <a:lstStyle/>
                    <a:p>
                      <a:r>
                        <a:rPr lang="en-US" sz="1400"/>
                        <a:t>Q6.2</a:t>
                      </a:r>
                    </a:p>
                  </a:txBody>
                  <a:tcPr marL="68580" marR="68580" marT="34290" marB="34290"/>
                </a:tc>
                <a:tc>
                  <a:txBody>
                    <a:bodyPr/>
                    <a:lstStyle/>
                    <a:p>
                      <a:r>
                        <a:rPr lang="en-US" sz="1200"/>
                        <a:t>Where was there support and motivation, or resistance and conflict?</a:t>
                      </a:r>
                    </a:p>
                  </a:txBody>
                  <a:tcPr marL="68580" marR="68580" marT="34290" marB="34290"/>
                </a:tc>
                <a:tc>
                  <a:txBody>
                    <a:bodyPr/>
                    <a:lstStyle/>
                    <a:p>
                      <a:pPr marL="0" lvl="0" indent="0" algn="l">
                        <a:lnSpc>
                          <a:spcPct val="100000"/>
                        </a:lnSpc>
                        <a:spcBef>
                          <a:spcPts val="0"/>
                        </a:spcBef>
                        <a:spcAft>
                          <a:spcPts val="0"/>
                        </a:spcAft>
                        <a:buNone/>
                      </a:pPr>
                      <a:r>
                        <a:rPr lang="en-US" sz="1100" b="0" i="0" u="none" strike="noStrike" noProof="0">
                          <a:solidFill>
                            <a:schemeClr val="tx1"/>
                          </a:solidFill>
                        </a:rPr>
                        <a:t>Resistance &amp; conflict:</a:t>
                      </a:r>
                      <a:endParaRPr lang="en-US" b="0"/>
                    </a:p>
                    <a:p>
                      <a:pPr marL="285750" lvl="1" indent="-285750" algn="l">
                        <a:lnSpc>
                          <a:spcPct val="100000"/>
                        </a:lnSpc>
                        <a:spcBef>
                          <a:spcPts val="0"/>
                        </a:spcBef>
                        <a:spcAft>
                          <a:spcPts val="0"/>
                        </a:spcAft>
                        <a:buFont typeface="Arial"/>
                        <a:buChar char="•"/>
                      </a:pPr>
                      <a:r>
                        <a:rPr lang="en-US" sz="1100" b="0" i="0" u="none" strike="noStrike" noProof="0">
                          <a:solidFill>
                            <a:schemeClr val="tx1"/>
                          </a:solidFill>
                        </a:rPr>
                        <a:t>Possible internal hesitation toward adopting new technologies or processes.</a:t>
                      </a:r>
                      <a:endParaRPr lang="en-US"/>
                    </a:p>
                    <a:p>
                      <a:pPr marL="285750" lvl="1" indent="-285750" algn="l">
                        <a:lnSpc>
                          <a:spcPct val="100000"/>
                        </a:lnSpc>
                        <a:spcBef>
                          <a:spcPts val="0"/>
                        </a:spcBef>
                        <a:spcAft>
                          <a:spcPts val="0"/>
                        </a:spcAft>
                        <a:buFont typeface="Arial"/>
                        <a:buChar char="•"/>
                      </a:pPr>
                      <a:r>
                        <a:rPr lang="en-US" sz="1100" b="0" i="0" u="none" strike="noStrike" noProof="0">
                          <a:solidFill>
                            <a:schemeClr val="tx1"/>
                          </a:solidFill>
                        </a:rPr>
                        <a:t>Some customers resistant to shifting away from traditional catalog or in-store shopping.</a:t>
                      </a:r>
                      <a:endParaRPr lang="en-US"/>
                    </a:p>
                  </a:txBody>
                  <a:tcPr marL="68580" marR="68580" marT="34290" marB="34290"/>
                </a:tc>
                <a:extLst>
                  <a:ext uri="{0D108BD9-81ED-4DB2-BD59-A6C34878D82A}">
                    <a16:rowId xmlns:a16="http://schemas.microsoft.com/office/drawing/2014/main" val="560721380"/>
                  </a:ext>
                </a:extLst>
              </a:tr>
              <a:tr h="10121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Q6.3</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Were there resources available for successful implementation?</a:t>
                      </a:r>
                    </a:p>
                  </a:txBody>
                  <a:tcPr marL="68580" marR="68580" marT="34290" marB="34290"/>
                </a:tc>
                <a:tc>
                  <a:txBody>
                    <a:bodyPr/>
                    <a:lstStyle/>
                    <a:p>
                      <a:r>
                        <a:rPr lang="en-US" sz="1200" b="0" i="0" u="none" strike="noStrike" noProof="0"/>
                        <a:t>No direct resources was mentioned in the study that was provided for Argos. </a:t>
                      </a:r>
                    </a:p>
                  </a:txBody>
                  <a:tcPr marL="68580" marR="68580" marT="34290" marB="34290"/>
                </a:tc>
                <a:extLst>
                  <a:ext uri="{0D108BD9-81ED-4DB2-BD59-A6C34878D82A}">
                    <a16:rowId xmlns:a16="http://schemas.microsoft.com/office/drawing/2014/main" val="1901711666"/>
                  </a:ext>
                </a:extLst>
              </a:tr>
            </a:tbl>
          </a:graphicData>
        </a:graphic>
      </p:graphicFrame>
    </p:spTree>
    <p:extLst>
      <p:ext uri="{BB962C8B-B14F-4D97-AF65-F5344CB8AC3E}">
        <p14:creationId xmlns:p14="http://schemas.microsoft.com/office/powerpoint/2010/main" val="3911118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01">
          <a:extLst>
            <a:ext uri="{FF2B5EF4-FFF2-40B4-BE49-F238E27FC236}">
              <a16:creationId xmlns:a16="http://schemas.microsoft.com/office/drawing/2014/main" id="{2A7AA58D-8A5A-E9D7-4044-6A5E7B49027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22B844F-9FE7-551B-4C13-057CE3A0F78F}"/>
              </a:ext>
            </a:extLst>
          </p:cNvPr>
          <p:cNvSpPr/>
          <p:nvPr/>
        </p:nvSpPr>
        <p:spPr>
          <a:xfrm>
            <a:off x="1473230" y="1161960"/>
            <a:ext cx="6534509" cy="2102688"/>
          </a:xfrm>
          <a:prstGeom prst="rect">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2" name="Google Shape;1002;p38">
            <a:extLst>
              <a:ext uri="{FF2B5EF4-FFF2-40B4-BE49-F238E27FC236}">
                <a16:creationId xmlns:a16="http://schemas.microsoft.com/office/drawing/2014/main" id="{628067B3-8B54-6E42-8A2B-15210B665C09}"/>
              </a:ext>
            </a:extLst>
          </p:cNvPr>
          <p:cNvSpPr txBox="1">
            <a:spLocks noGrp="1"/>
          </p:cNvSpPr>
          <p:nvPr>
            <p:ph type="title"/>
          </p:nvPr>
        </p:nvSpPr>
        <p:spPr>
          <a:xfrm>
            <a:off x="2000677" y="1386794"/>
            <a:ext cx="5741217" cy="1014803"/>
          </a:xfrm>
          <a:prstGeom prst="rect">
            <a:avLst/>
          </a:prstGeom>
        </p:spPr>
        <p:txBody>
          <a:bodyPr spcFirstLastPara="1" wrap="square" lIns="91425" tIns="91425" rIns="91425" bIns="91425" anchor="t" anchorCtr="0">
            <a:noAutofit/>
          </a:bodyPr>
          <a:lstStyle/>
          <a:p>
            <a:pPr algn="ctr"/>
            <a:r>
              <a:rPr lang="en" sz="4800">
                <a:solidFill>
                  <a:schemeClr val="bg1"/>
                </a:solidFill>
                <a:latin typeface="Lexend"/>
              </a:rPr>
              <a:t>DATA UNDERSTANDING</a:t>
            </a:r>
          </a:p>
        </p:txBody>
      </p:sp>
      <p:sp>
        <p:nvSpPr>
          <p:cNvPr id="4" name="TextBox 3">
            <a:extLst>
              <a:ext uri="{FF2B5EF4-FFF2-40B4-BE49-F238E27FC236}">
                <a16:creationId xmlns:a16="http://schemas.microsoft.com/office/drawing/2014/main" id="{3E8B2A8A-EA4E-AB90-8FB6-22663223C4C7}"/>
              </a:ext>
            </a:extLst>
          </p:cNvPr>
          <p:cNvSpPr txBox="1"/>
          <p:nvPr/>
        </p:nvSpPr>
        <p:spPr>
          <a:xfrm>
            <a:off x="3047550" y="3318563"/>
            <a:ext cx="407598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solidFill>
                  <a:schemeClr val="accent2"/>
                </a:solidFill>
                <a:latin typeface="Lexend"/>
              </a:rPr>
              <a:t>HIGH LEVEL</a:t>
            </a:r>
          </a:p>
        </p:txBody>
      </p:sp>
    </p:spTree>
    <p:extLst>
      <p:ext uri="{BB962C8B-B14F-4D97-AF65-F5344CB8AC3E}">
        <p14:creationId xmlns:p14="http://schemas.microsoft.com/office/powerpoint/2010/main" val="1074903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01">
          <a:extLst>
            <a:ext uri="{FF2B5EF4-FFF2-40B4-BE49-F238E27FC236}">
              <a16:creationId xmlns:a16="http://schemas.microsoft.com/office/drawing/2014/main" id="{F4095946-BF4E-C09F-BCED-851550B43C98}"/>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A7C66BF1-4369-590E-177F-BE1BE0B78587}"/>
              </a:ext>
            </a:extLst>
          </p:cNvPr>
          <p:cNvSpPr/>
          <p:nvPr/>
        </p:nvSpPr>
        <p:spPr>
          <a:xfrm>
            <a:off x="6196441" y="3212600"/>
            <a:ext cx="2752197" cy="1325861"/>
          </a:xfrm>
          <a:prstGeom prst="roundRect">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400" b="1">
                <a:cs typeface="Arial"/>
              </a:rPr>
              <a:t>SHOPPING CHANNEL</a:t>
            </a:r>
          </a:p>
          <a:p>
            <a:pPr marL="170815" indent="-170815">
              <a:buFont typeface="Arial" panose="020B0604020202020204" pitchFamily="34" charset="0"/>
              <a:buChar char="•"/>
            </a:pPr>
            <a:r>
              <a:rPr lang="en-US" sz="1400">
                <a:cs typeface="Arial"/>
              </a:rPr>
              <a:t>In store</a:t>
            </a:r>
          </a:p>
          <a:p>
            <a:pPr marL="170815" indent="-170815">
              <a:buFont typeface="Arial" panose="020B0604020202020204" pitchFamily="34" charset="0"/>
              <a:buChar char="•"/>
            </a:pPr>
            <a:r>
              <a:rPr lang="en-US" sz="1400">
                <a:cs typeface="Arial"/>
              </a:rPr>
              <a:t>Online</a:t>
            </a:r>
          </a:p>
          <a:p>
            <a:pPr marL="170815" indent="-170815">
              <a:buFont typeface="Arial" panose="020B0604020202020204" pitchFamily="34" charset="0"/>
              <a:buChar char="•"/>
            </a:pPr>
            <a:r>
              <a:rPr lang="en-US" sz="1400">
                <a:cs typeface="Arial"/>
              </a:rPr>
              <a:t>Telephone</a:t>
            </a:r>
          </a:p>
        </p:txBody>
      </p:sp>
      <p:sp>
        <p:nvSpPr>
          <p:cNvPr id="6" name="Rectangle: Rounded Corners 5">
            <a:extLst>
              <a:ext uri="{FF2B5EF4-FFF2-40B4-BE49-F238E27FC236}">
                <a16:creationId xmlns:a16="http://schemas.microsoft.com/office/drawing/2014/main" id="{414D8543-2152-DC0E-0DE4-7513974E9AB1}"/>
              </a:ext>
            </a:extLst>
          </p:cNvPr>
          <p:cNvSpPr/>
          <p:nvPr/>
        </p:nvSpPr>
        <p:spPr>
          <a:xfrm>
            <a:off x="3139793" y="448865"/>
            <a:ext cx="2400874" cy="1836540"/>
          </a:xfrm>
          <a:prstGeom prst="roundRect">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400" b="1">
                <a:cs typeface="Arial"/>
              </a:rPr>
              <a:t>SEGMENTS</a:t>
            </a:r>
          </a:p>
          <a:p>
            <a:pPr algn="ctr"/>
            <a:endParaRPr lang="en-US" sz="1100">
              <a:cs typeface="Arial"/>
            </a:endParaRPr>
          </a:p>
          <a:p>
            <a:pPr marL="170815" indent="-170815">
              <a:buChar char="•"/>
            </a:pPr>
            <a:r>
              <a:rPr lang="en-US" sz="1400">
                <a:cs typeface="Arial"/>
              </a:rPr>
              <a:t>Non frequent customers (“don’t quite get-its”)</a:t>
            </a:r>
            <a:endParaRPr lang="en-US"/>
          </a:p>
          <a:p>
            <a:pPr marL="170815" indent="-170815">
              <a:buChar char="•"/>
            </a:pPr>
            <a:r>
              <a:rPr lang="en-US" sz="1400">
                <a:cs typeface="Arial"/>
              </a:rPr>
              <a:t>Frequent customers (“get its)</a:t>
            </a:r>
          </a:p>
        </p:txBody>
      </p:sp>
      <p:sp>
        <p:nvSpPr>
          <p:cNvPr id="3" name="Rectangle: Rounded Corners 2">
            <a:extLst>
              <a:ext uri="{FF2B5EF4-FFF2-40B4-BE49-F238E27FC236}">
                <a16:creationId xmlns:a16="http://schemas.microsoft.com/office/drawing/2014/main" id="{C8DB70A3-FA2E-C7E0-48E5-A150E8E55F48}"/>
              </a:ext>
            </a:extLst>
          </p:cNvPr>
          <p:cNvSpPr/>
          <p:nvPr/>
        </p:nvSpPr>
        <p:spPr>
          <a:xfrm>
            <a:off x="6670466" y="73799"/>
            <a:ext cx="2284475" cy="2209867"/>
          </a:xfrm>
          <a:prstGeom prst="roundRect">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200" b="1">
                <a:cs typeface="Arial"/>
              </a:rPr>
              <a:t>ARGOS GROWTH STRATEGY</a:t>
            </a:r>
          </a:p>
          <a:p>
            <a:pPr algn="ctr"/>
            <a:endParaRPr lang="en-US" sz="1200" b="1">
              <a:cs typeface="Arial"/>
            </a:endParaRPr>
          </a:p>
          <a:p>
            <a:pPr marL="170815" indent="-170815">
              <a:buChar char="•"/>
            </a:pPr>
            <a:r>
              <a:rPr lang="en-US" sz="1200">
                <a:cs typeface="Arial"/>
              </a:rPr>
              <a:t>Opening new stores</a:t>
            </a:r>
          </a:p>
          <a:p>
            <a:pPr marL="170815" indent="-170815">
              <a:buChar char="•"/>
            </a:pPr>
            <a:r>
              <a:rPr lang="en-US" sz="1200">
                <a:cs typeface="Arial"/>
              </a:rPr>
              <a:t>Increasing product range</a:t>
            </a:r>
          </a:p>
          <a:p>
            <a:pPr marL="170815" indent="-170815">
              <a:buChar char="•"/>
            </a:pPr>
            <a:r>
              <a:rPr lang="en-US" sz="1200"/>
              <a:t>Expanding</a:t>
            </a:r>
            <a:r>
              <a:rPr lang="en-US" sz="1200">
                <a:cs typeface="Arial"/>
              </a:rPr>
              <a:t> website</a:t>
            </a:r>
          </a:p>
          <a:p>
            <a:pPr marL="170815" indent="-170815">
              <a:buChar char="•"/>
            </a:pPr>
            <a:r>
              <a:rPr lang="en-US" sz="1200">
                <a:cs typeface="Arial"/>
              </a:rPr>
              <a:t>Maintaining customer loyalty</a:t>
            </a:r>
          </a:p>
          <a:p>
            <a:pPr marL="170815" indent="-170815">
              <a:buChar char="•"/>
            </a:pPr>
            <a:r>
              <a:rPr lang="en-US" sz="1200">
                <a:cs typeface="Arial"/>
              </a:rPr>
              <a:t>Tv and other media advertising</a:t>
            </a:r>
          </a:p>
        </p:txBody>
      </p:sp>
      <p:cxnSp>
        <p:nvCxnSpPr>
          <p:cNvPr id="10" name="Straight Arrow Connector 9">
            <a:extLst>
              <a:ext uri="{FF2B5EF4-FFF2-40B4-BE49-F238E27FC236}">
                <a16:creationId xmlns:a16="http://schemas.microsoft.com/office/drawing/2014/main" id="{DC3E7C5E-B619-3889-CF2F-A09794534F93}"/>
              </a:ext>
            </a:extLst>
          </p:cNvPr>
          <p:cNvCxnSpPr>
            <a:cxnSpLocks/>
          </p:cNvCxnSpPr>
          <p:nvPr/>
        </p:nvCxnSpPr>
        <p:spPr>
          <a:xfrm>
            <a:off x="1873485" y="1613969"/>
            <a:ext cx="830996" cy="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92BBC7C-0BBC-7752-AAA6-CC89FF6B5B19}"/>
              </a:ext>
            </a:extLst>
          </p:cNvPr>
          <p:cNvCxnSpPr>
            <a:cxnSpLocks/>
          </p:cNvCxnSpPr>
          <p:nvPr/>
        </p:nvCxnSpPr>
        <p:spPr>
          <a:xfrm flipV="1">
            <a:off x="5614779" y="1560058"/>
            <a:ext cx="743348" cy="11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3558556-0ED9-4019-3BB3-70A698D05613}"/>
              </a:ext>
            </a:extLst>
          </p:cNvPr>
          <p:cNvCxnSpPr>
            <a:cxnSpLocks/>
          </p:cNvCxnSpPr>
          <p:nvPr/>
        </p:nvCxnSpPr>
        <p:spPr>
          <a:xfrm>
            <a:off x="7554458" y="2465177"/>
            <a:ext cx="4803" cy="6211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Rectangle: Rounded Corners 7">
            <a:extLst>
              <a:ext uri="{FF2B5EF4-FFF2-40B4-BE49-F238E27FC236}">
                <a16:creationId xmlns:a16="http://schemas.microsoft.com/office/drawing/2014/main" id="{551570E0-BA71-18B1-4754-02C3BF21F502}"/>
              </a:ext>
            </a:extLst>
          </p:cNvPr>
          <p:cNvSpPr/>
          <p:nvPr/>
        </p:nvSpPr>
        <p:spPr>
          <a:xfrm>
            <a:off x="3039995" y="2595764"/>
            <a:ext cx="2275596" cy="1319020"/>
          </a:xfrm>
          <a:prstGeom prst="roundRect">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600" b="1">
                <a:cs typeface="Arial"/>
              </a:rPr>
              <a:t> </a:t>
            </a:r>
            <a:r>
              <a:rPr lang="en-US" sz="1400" b="1">
                <a:cs typeface="Arial"/>
              </a:rPr>
              <a:t>ARGOS EDGE</a:t>
            </a:r>
          </a:p>
          <a:p>
            <a:pPr marL="170815" indent="-170815">
              <a:buChar char="•"/>
            </a:pPr>
            <a:r>
              <a:rPr lang="en-US" sz="1400">
                <a:cs typeface="Arial"/>
              </a:rPr>
              <a:t>Value for money</a:t>
            </a:r>
          </a:p>
          <a:p>
            <a:pPr marL="170815" indent="-170815">
              <a:buChar char="•"/>
            </a:pPr>
            <a:r>
              <a:rPr lang="en-US" sz="1400">
                <a:cs typeface="Arial"/>
              </a:rPr>
              <a:t>Convenience</a:t>
            </a:r>
          </a:p>
          <a:p>
            <a:pPr marL="170815" indent="-170815">
              <a:buChar char="•"/>
            </a:pPr>
            <a:r>
              <a:rPr lang="en-US" sz="1400">
                <a:cs typeface="Arial"/>
              </a:rPr>
              <a:t>Proximity</a:t>
            </a:r>
          </a:p>
        </p:txBody>
      </p:sp>
      <p:sp>
        <p:nvSpPr>
          <p:cNvPr id="9" name="Rectangle: Rounded Corners 8">
            <a:extLst>
              <a:ext uri="{FF2B5EF4-FFF2-40B4-BE49-F238E27FC236}">
                <a16:creationId xmlns:a16="http://schemas.microsoft.com/office/drawing/2014/main" id="{0008D42D-1273-51BD-5DE1-A9C63AD11314}"/>
              </a:ext>
            </a:extLst>
          </p:cNvPr>
          <p:cNvSpPr/>
          <p:nvPr/>
        </p:nvSpPr>
        <p:spPr>
          <a:xfrm>
            <a:off x="139363" y="1563787"/>
            <a:ext cx="1513058" cy="1823600"/>
          </a:xfrm>
          <a:prstGeom prst="roundRect">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867" b="1">
                <a:cs typeface="Arial"/>
              </a:rPr>
              <a:t>ARGOS</a:t>
            </a:r>
            <a:endParaRPr lang="en-US" sz="1867">
              <a:cs typeface="Arial"/>
            </a:endParaRPr>
          </a:p>
        </p:txBody>
      </p:sp>
      <p:cxnSp>
        <p:nvCxnSpPr>
          <p:cNvPr id="16" name="Straight Arrow Connector 15">
            <a:extLst>
              <a:ext uri="{FF2B5EF4-FFF2-40B4-BE49-F238E27FC236}">
                <a16:creationId xmlns:a16="http://schemas.microsoft.com/office/drawing/2014/main" id="{6ADF76A1-E77D-9DE0-89D8-1024B4EF1137}"/>
              </a:ext>
            </a:extLst>
          </p:cNvPr>
          <p:cNvCxnSpPr>
            <a:cxnSpLocks/>
          </p:cNvCxnSpPr>
          <p:nvPr/>
        </p:nvCxnSpPr>
        <p:spPr>
          <a:xfrm>
            <a:off x="1873115" y="3199569"/>
            <a:ext cx="824181" cy="36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Google Shape;1070;p47">
            <a:extLst>
              <a:ext uri="{FF2B5EF4-FFF2-40B4-BE49-F238E27FC236}">
                <a16:creationId xmlns:a16="http://schemas.microsoft.com/office/drawing/2014/main" id="{4C2385FB-4DB7-30A9-8F14-D68E98391629}"/>
              </a:ext>
            </a:extLst>
          </p:cNvPr>
          <p:cNvSpPr txBox="1">
            <a:spLocks noGrp="1"/>
          </p:cNvSpPr>
          <p:nvPr>
            <p:ph type="title"/>
          </p:nvPr>
        </p:nvSpPr>
        <p:spPr>
          <a:xfrm>
            <a:off x="-1242150" y="3965321"/>
            <a:ext cx="7704000" cy="572700"/>
          </a:xfrm>
          <a:prstGeom prst="rect">
            <a:avLst/>
          </a:prstGeom>
        </p:spPr>
        <p:txBody>
          <a:bodyPr spcFirstLastPara="1" wrap="square" lIns="91425" tIns="91425" rIns="91425" bIns="91425" anchor="t" anchorCtr="0">
            <a:noAutofit/>
          </a:bodyPr>
          <a:lstStyle/>
          <a:p>
            <a:r>
              <a:rPr lang="en">
                <a:solidFill>
                  <a:schemeClr val="accent2"/>
                </a:solidFill>
                <a:latin typeface="Lexend"/>
              </a:rPr>
              <a:t>Conceptual Model</a:t>
            </a:r>
          </a:p>
        </p:txBody>
      </p:sp>
      <p:grpSp>
        <p:nvGrpSpPr>
          <p:cNvPr id="29" name="Google Shape;1085;p47">
            <a:extLst>
              <a:ext uri="{FF2B5EF4-FFF2-40B4-BE49-F238E27FC236}">
                <a16:creationId xmlns:a16="http://schemas.microsoft.com/office/drawing/2014/main" id="{845A1A63-5DE4-7276-164B-D005D6E60A0A}"/>
              </a:ext>
            </a:extLst>
          </p:cNvPr>
          <p:cNvGrpSpPr/>
          <p:nvPr/>
        </p:nvGrpSpPr>
        <p:grpSpPr>
          <a:xfrm rot="20829960" flipH="1">
            <a:off x="565063" y="233747"/>
            <a:ext cx="987780" cy="962439"/>
            <a:chOff x="6863400" y="3587200"/>
            <a:chExt cx="509650" cy="455250"/>
          </a:xfrm>
        </p:grpSpPr>
        <p:sp>
          <p:nvSpPr>
            <p:cNvPr id="18" name="Google Shape;1086;p47">
              <a:extLst>
                <a:ext uri="{FF2B5EF4-FFF2-40B4-BE49-F238E27FC236}">
                  <a16:creationId xmlns:a16="http://schemas.microsoft.com/office/drawing/2014/main" id="{6C95DEC3-5B0F-BA9B-C284-2A1E72DFE766}"/>
                </a:ext>
              </a:extLst>
            </p:cNvPr>
            <p:cNvSpPr/>
            <p:nvPr/>
          </p:nvSpPr>
          <p:spPr>
            <a:xfrm>
              <a:off x="6867350" y="3587200"/>
              <a:ext cx="390500" cy="390500"/>
            </a:xfrm>
            <a:custGeom>
              <a:avLst/>
              <a:gdLst/>
              <a:ahLst/>
              <a:cxnLst/>
              <a:rect l="l" t="t" r="r" b="b"/>
              <a:pathLst>
                <a:path w="15620" h="15620" extrusionOk="0">
                  <a:moveTo>
                    <a:pt x="6232" y="0"/>
                  </a:moveTo>
                  <a:lnTo>
                    <a:pt x="6036" y="4242"/>
                  </a:lnTo>
                  <a:lnTo>
                    <a:pt x="2540" y="1846"/>
                  </a:lnTo>
                  <a:lnTo>
                    <a:pt x="2540" y="1846"/>
                  </a:lnTo>
                  <a:lnTo>
                    <a:pt x="4491" y="5617"/>
                  </a:lnTo>
                  <a:lnTo>
                    <a:pt x="262" y="5277"/>
                  </a:lnTo>
                  <a:lnTo>
                    <a:pt x="3836" y="7568"/>
                  </a:lnTo>
                  <a:lnTo>
                    <a:pt x="0" y="9401"/>
                  </a:lnTo>
                  <a:lnTo>
                    <a:pt x="4242" y="9584"/>
                  </a:lnTo>
                  <a:lnTo>
                    <a:pt x="1846" y="13093"/>
                  </a:lnTo>
                  <a:lnTo>
                    <a:pt x="1846" y="13093"/>
                  </a:lnTo>
                  <a:lnTo>
                    <a:pt x="5617" y="11129"/>
                  </a:lnTo>
                  <a:lnTo>
                    <a:pt x="5289" y="15371"/>
                  </a:lnTo>
                  <a:lnTo>
                    <a:pt x="7567" y="11783"/>
                  </a:lnTo>
                  <a:lnTo>
                    <a:pt x="9400" y="15619"/>
                  </a:lnTo>
                  <a:lnTo>
                    <a:pt x="9597" y="11378"/>
                  </a:lnTo>
                  <a:lnTo>
                    <a:pt x="13092" y="13773"/>
                  </a:lnTo>
                  <a:lnTo>
                    <a:pt x="11142" y="10016"/>
                  </a:lnTo>
                  <a:lnTo>
                    <a:pt x="15370" y="10343"/>
                  </a:lnTo>
                  <a:lnTo>
                    <a:pt x="11796" y="8052"/>
                  </a:lnTo>
                  <a:lnTo>
                    <a:pt x="15619" y="6219"/>
                  </a:lnTo>
                  <a:lnTo>
                    <a:pt x="11377" y="6036"/>
                  </a:lnTo>
                  <a:lnTo>
                    <a:pt x="13786" y="2527"/>
                  </a:lnTo>
                  <a:lnTo>
                    <a:pt x="10016" y="4491"/>
                  </a:lnTo>
                  <a:lnTo>
                    <a:pt x="10343" y="249"/>
                  </a:lnTo>
                  <a:lnTo>
                    <a:pt x="8052" y="3836"/>
                  </a:lnTo>
                  <a:lnTo>
                    <a:pt x="623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087;p47">
              <a:extLst>
                <a:ext uri="{FF2B5EF4-FFF2-40B4-BE49-F238E27FC236}">
                  <a16:creationId xmlns:a16="http://schemas.microsoft.com/office/drawing/2014/main" id="{3929008B-7D2F-C542-3A54-6774B5B4FD6A}"/>
                </a:ext>
              </a:extLst>
            </p:cNvPr>
            <p:cNvSpPr/>
            <p:nvPr/>
          </p:nvSpPr>
          <p:spPr>
            <a:xfrm>
              <a:off x="6947525" y="3764600"/>
              <a:ext cx="27525" cy="203600"/>
            </a:xfrm>
            <a:custGeom>
              <a:avLst/>
              <a:gdLst/>
              <a:ahLst/>
              <a:cxnLst/>
              <a:rect l="l" t="t" r="r" b="b"/>
              <a:pathLst>
                <a:path w="1101" h="8144" extrusionOk="0">
                  <a:moveTo>
                    <a:pt x="210" y="0"/>
                  </a:moveTo>
                  <a:lnTo>
                    <a:pt x="1" y="27"/>
                  </a:lnTo>
                  <a:lnTo>
                    <a:pt x="891" y="8144"/>
                  </a:lnTo>
                  <a:lnTo>
                    <a:pt x="1100" y="8131"/>
                  </a:lnTo>
                  <a:lnTo>
                    <a:pt x="2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088;p47">
              <a:extLst>
                <a:ext uri="{FF2B5EF4-FFF2-40B4-BE49-F238E27FC236}">
                  <a16:creationId xmlns:a16="http://schemas.microsoft.com/office/drawing/2014/main" id="{2A099D4D-26E6-E4BE-581A-ED66560085BF}"/>
                </a:ext>
              </a:extLst>
            </p:cNvPr>
            <p:cNvSpPr/>
            <p:nvPr/>
          </p:nvSpPr>
          <p:spPr>
            <a:xfrm>
              <a:off x="7008725" y="3675250"/>
              <a:ext cx="364325" cy="298525"/>
            </a:xfrm>
            <a:custGeom>
              <a:avLst/>
              <a:gdLst/>
              <a:ahLst/>
              <a:cxnLst/>
              <a:rect l="l" t="t" r="r" b="b"/>
              <a:pathLst>
                <a:path w="14573" h="11941" extrusionOk="0">
                  <a:moveTo>
                    <a:pt x="12059" y="0"/>
                  </a:moveTo>
                  <a:cubicBezTo>
                    <a:pt x="11064" y="0"/>
                    <a:pt x="10200" y="812"/>
                    <a:pt x="10016" y="1938"/>
                  </a:cubicBezTo>
                  <a:lnTo>
                    <a:pt x="8498" y="10971"/>
                  </a:lnTo>
                  <a:cubicBezTo>
                    <a:pt x="8472" y="11273"/>
                    <a:pt x="8236" y="11495"/>
                    <a:pt x="7948" y="11521"/>
                  </a:cubicBezTo>
                  <a:lnTo>
                    <a:pt x="1" y="11521"/>
                  </a:lnTo>
                  <a:lnTo>
                    <a:pt x="1" y="11940"/>
                  </a:lnTo>
                  <a:lnTo>
                    <a:pt x="7948" y="11940"/>
                  </a:lnTo>
                  <a:cubicBezTo>
                    <a:pt x="8445" y="11914"/>
                    <a:pt x="8851" y="11534"/>
                    <a:pt x="8917" y="11050"/>
                  </a:cubicBezTo>
                  <a:lnTo>
                    <a:pt x="10435" y="2016"/>
                  </a:lnTo>
                  <a:cubicBezTo>
                    <a:pt x="10579" y="1087"/>
                    <a:pt x="11273" y="419"/>
                    <a:pt x="12072" y="419"/>
                  </a:cubicBezTo>
                  <a:lnTo>
                    <a:pt x="14573" y="419"/>
                  </a:lnTo>
                  <a:lnTo>
                    <a:pt x="145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089;p47">
              <a:extLst>
                <a:ext uri="{FF2B5EF4-FFF2-40B4-BE49-F238E27FC236}">
                  <a16:creationId xmlns:a16="http://schemas.microsoft.com/office/drawing/2014/main" id="{982263A3-C147-345A-FD25-711D20B0D293}"/>
                </a:ext>
              </a:extLst>
            </p:cNvPr>
            <p:cNvSpPr/>
            <p:nvPr/>
          </p:nvSpPr>
          <p:spPr>
            <a:xfrm>
              <a:off x="6863400" y="3760350"/>
              <a:ext cx="408175" cy="213425"/>
            </a:xfrm>
            <a:custGeom>
              <a:avLst/>
              <a:gdLst/>
              <a:ahLst/>
              <a:cxnLst/>
              <a:rect l="l" t="t" r="r" b="b"/>
              <a:pathLst>
                <a:path w="16327" h="8537" extrusionOk="0">
                  <a:moveTo>
                    <a:pt x="1088" y="0"/>
                  </a:moveTo>
                  <a:cubicBezTo>
                    <a:pt x="773" y="0"/>
                    <a:pt x="498" y="144"/>
                    <a:pt x="315" y="393"/>
                  </a:cubicBezTo>
                  <a:cubicBezTo>
                    <a:pt x="80" y="707"/>
                    <a:pt x="1" y="1113"/>
                    <a:pt x="106" y="1493"/>
                  </a:cubicBezTo>
                  <a:lnTo>
                    <a:pt x="1703" y="7698"/>
                  </a:lnTo>
                  <a:cubicBezTo>
                    <a:pt x="1808" y="8170"/>
                    <a:pt x="2214" y="8510"/>
                    <a:pt x="2685" y="8536"/>
                  </a:cubicBezTo>
                  <a:lnTo>
                    <a:pt x="5814" y="8536"/>
                  </a:lnTo>
                  <a:lnTo>
                    <a:pt x="5814" y="8117"/>
                  </a:lnTo>
                  <a:lnTo>
                    <a:pt x="2698" y="8117"/>
                  </a:lnTo>
                  <a:cubicBezTo>
                    <a:pt x="2397" y="8104"/>
                    <a:pt x="2161" y="7882"/>
                    <a:pt x="2109" y="7594"/>
                  </a:cubicBezTo>
                  <a:lnTo>
                    <a:pt x="498" y="1388"/>
                  </a:lnTo>
                  <a:cubicBezTo>
                    <a:pt x="433" y="1126"/>
                    <a:pt x="485" y="851"/>
                    <a:pt x="643" y="642"/>
                  </a:cubicBezTo>
                  <a:cubicBezTo>
                    <a:pt x="747" y="498"/>
                    <a:pt x="917" y="406"/>
                    <a:pt x="1088" y="406"/>
                  </a:cubicBezTo>
                  <a:lnTo>
                    <a:pt x="16327" y="406"/>
                  </a:lnTo>
                  <a:lnTo>
                    <a:pt x="1632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090;p47">
              <a:extLst>
                <a:ext uri="{FF2B5EF4-FFF2-40B4-BE49-F238E27FC236}">
                  <a16:creationId xmlns:a16="http://schemas.microsoft.com/office/drawing/2014/main" id="{FA74393D-91E0-EBDB-4DD5-81059DC7C401}"/>
                </a:ext>
              </a:extLst>
            </p:cNvPr>
            <p:cNvSpPr/>
            <p:nvPr/>
          </p:nvSpPr>
          <p:spPr>
            <a:xfrm>
              <a:off x="7109550" y="3971775"/>
              <a:ext cx="82725" cy="70675"/>
            </a:xfrm>
            <a:custGeom>
              <a:avLst/>
              <a:gdLst/>
              <a:ahLst/>
              <a:cxnLst/>
              <a:rect l="l" t="t" r="r" b="b"/>
              <a:pathLst>
                <a:path w="3309" h="2827" extrusionOk="0">
                  <a:moveTo>
                    <a:pt x="1443" y="1"/>
                  </a:moveTo>
                  <a:cubicBezTo>
                    <a:pt x="1438" y="1"/>
                    <a:pt x="1433" y="1"/>
                    <a:pt x="1427" y="1"/>
                  </a:cubicBezTo>
                  <a:cubicBezTo>
                    <a:pt x="642" y="1"/>
                    <a:pt x="0" y="629"/>
                    <a:pt x="0" y="1415"/>
                  </a:cubicBezTo>
                  <a:cubicBezTo>
                    <a:pt x="0" y="2264"/>
                    <a:pt x="701" y="2827"/>
                    <a:pt x="1429" y="2827"/>
                  </a:cubicBezTo>
                  <a:cubicBezTo>
                    <a:pt x="1778" y="2827"/>
                    <a:pt x="2134" y="2698"/>
                    <a:pt x="2422" y="2410"/>
                  </a:cubicBezTo>
                  <a:cubicBezTo>
                    <a:pt x="3309" y="1523"/>
                    <a:pt x="2690" y="1"/>
                    <a:pt x="14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091;p47">
              <a:extLst>
                <a:ext uri="{FF2B5EF4-FFF2-40B4-BE49-F238E27FC236}">
                  <a16:creationId xmlns:a16="http://schemas.microsoft.com/office/drawing/2014/main" id="{46386827-8AB7-072D-7308-C01708AF6182}"/>
                </a:ext>
              </a:extLst>
            </p:cNvPr>
            <p:cNvSpPr/>
            <p:nvPr/>
          </p:nvSpPr>
          <p:spPr>
            <a:xfrm>
              <a:off x="6944250" y="3971775"/>
              <a:ext cx="82850" cy="70675"/>
            </a:xfrm>
            <a:custGeom>
              <a:avLst/>
              <a:gdLst/>
              <a:ahLst/>
              <a:cxnLst/>
              <a:rect l="l" t="t" r="r" b="b"/>
              <a:pathLst>
                <a:path w="3314" h="2827" extrusionOk="0">
                  <a:moveTo>
                    <a:pt x="1415" y="1"/>
                  </a:moveTo>
                  <a:cubicBezTo>
                    <a:pt x="642" y="1"/>
                    <a:pt x="1" y="629"/>
                    <a:pt x="1" y="1415"/>
                  </a:cubicBezTo>
                  <a:cubicBezTo>
                    <a:pt x="1" y="2264"/>
                    <a:pt x="701" y="2827"/>
                    <a:pt x="1430" y="2827"/>
                  </a:cubicBezTo>
                  <a:cubicBezTo>
                    <a:pt x="1779" y="2827"/>
                    <a:pt x="2135" y="2698"/>
                    <a:pt x="2423" y="2410"/>
                  </a:cubicBezTo>
                  <a:cubicBezTo>
                    <a:pt x="3313" y="1519"/>
                    <a:pt x="2685" y="1"/>
                    <a:pt x="14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092;p47">
              <a:extLst>
                <a:ext uri="{FF2B5EF4-FFF2-40B4-BE49-F238E27FC236}">
                  <a16:creationId xmlns:a16="http://schemas.microsoft.com/office/drawing/2014/main" id="{50EC498B-358A-006F-6FFF-F3E4704B3D17}"/>
                </a:ext>
              </a:extLst>
            </p:cNvPr>
            <p:cNvSpPr/>
            <p:nvPr/>
          </p:nvSpPr>
          <p:spPr>
            <a:xfrm>
              <a:off x="7036550" y="3765575"/>
              <a:ext cx="7225" cy="202950"/>
            </a:xfrm>
            <a:custGeom>
              <a:avLst/>
              <a:gdLst/>
              <a:ahLst/>
              <a:cxnLst/>
              <a:rect l="l" t="t" r="r" b="b"/>
              <a:pathLst>
                <a:path w="289" h="8118" extrusionOk="0">
                  <a:moveTo>
                    <a:pt x="1" y="1"/>
                  </a:moveTo>
                  <a:lnTo>
                    <a:pt x="79" y="8118"/>
                  </a:lnTo>
                  <a:lnTo>
                    <a:pt x="289" y="8118"/>
                  </a:lnTo>
                  <a:lnTo>
                    <a:pt x="2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093;p47">
              <a:extLst>
                <a:ext uri="{FF2B5EF4-FFF2-40B4-BE49-F238E27FC236}">
                  <a16:creationId xmlns:a16="http://schemas.microsoft.com/office/drawing/2014/main" id="{2B23BD07-7524-0214-5C4F-997DD0249767}"/>
                </a:ext>
              </a:extLst>
            </p:cNvPr>
            <p:cNvSpPr/>
            <p:nvPr/>
          </p:nvSpPr>
          <p:spPr>
            <a:xfrm>
              <a:off x="7107575" y="3765250"/>
              <a:ext cx="19350" cy="203600"/>
            </a:xfrm>
            <a:custGeom>
              <a:avLst/>
              <a:gdLst/>
              <a:ahLst/>
              <a:cxnLst/>
              <a:rect l="l" t="t" r="r" b="b"/>
              <a:pathLst>
                <a:path w="774" h="8144" extrusionOk="0">
                  <a:moveTo>
                    <a:pt x="564" y="1"/>
                  </a:moveTo>
                  <a:lnTo>
                    <a:pt x="1" y="8131"/>
                  </a:lnTo>
                  <a:lnTo>
                    <a:pt x="210" y="8144"/>
                  </a:lnTo>
                  <a:lnTo>
                    <a:pt x="773" y="14"/>
                  </a:lnTo>
                  <a:lnTo>
                    <a:pt x="5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094;p47">
              <a:extLst>
                <a:ext uri="{FF2B5EF4-FFF2-40B4-BE49-F238E27FC236}">
                  <a16:creationId xmlns:a16="http://schemas.microsoft.com/office/drawing/2014/main" id="{A1BD04EC-3F9D-C394-EFE8-20555019CC7F}"/>
                </a:ext>
              </a:extLst>
            </p:cNvPr>
            <p:cNvSpPr/>
            <p:nvPr/>
          </p:nvSpPr>
          <p:spPr>
            <a:xfrm>
              <a:off x="7179925" y="3760350"/>
              <a:ext cx="31425" cy="203925"/>
            </a:xfrm>
            <a:custGeom>
              <a:avLst/>
              <a:gdLst/>
              <a:ahLst/>
              <a:cxnLst/>
              <a:rect l="l" t="t" r="r" b="b"/>
              <a:pathLst>
                <a:path w="1257" h="8157" extrusionOk="0">
                  <a:moveTo>
                    <a:pt x="1048" y="0"/>
                  </a:moveTo>
                  <a:lnTo>
                    <a:pt x="0" y="8130"/>
                  </a:lnTo>
                  <a:lnTo>
                    <a:pt x="197" y="8157"/>
                  </a:lnTo>
                  <a:lnTo>
                    <a:pt x="1257" y="26"/>
                  </a:lnTo>
                  <a:lnTo>
                    <a:pt x="10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095;p47">
              <a:extLst>
                <a:ext uri="{FF2B5EF4-FFF2-40B4-BE49-F238E27FC236}">
                  <a16:creationId xmlns:a16="http://schemas.microsoft.com/office/drawing/2014/main" id="{609138D9-9C23-D19F-38F6-34C76CFDBB05}"/>
                </a:ext>
              </a:extLst>
            </p:cNvPr>
            <p:cNvSpPr/>
            <p:nvPr/>
          </p:nvSpPr>
          <p:spPr>
            <a:xfrm>
              <a:off x="6899750" y="3905000"/>
              <a:ext cx="333875" cy="4950"/>
            </a:xfrm>
            <a:custGeom>
              <a:avLst/>
              <a:gdLst/>
              <a:ahLst/>
              <a:cxnLst/>
              <a:rect l="l" t="t" r="r" b="b"/>
              <a:pathLst>
                <a:path w="13355" h="198" extrusionOk="0">
                  <a:moveTo>
                    <a:pt x="0" y="1"/>
                  </a:moveTo>
                  <a:lnTo>
                    <a:pt x="0" y="197"/>
                  </a:lnTo>
                  <a:lnTo>
                    <a:pt x="13354" y="197"/>
                  </a:lnTo>
                  <a:lnTo>
                    <a:pt x="133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096;p47">
              <a:extLst>
                <a:ext uri="{FF2B5EF4-FFF2-40B4-BE49-F238E27FC236}">
                  <a16:creationId xmlns:a16="http://schemas.microsoft.com/office/drawing/2014/main" id="{3D6846D2-B72F-7E46-805B-ACF1F44C2634}"/>
                </a:ext>
              </a:extLst>
            </p:cNvPr>
            <p:cNvSpPr/>
            <p:nvPr/>
          </p:nvSpPr>
          <p:spPr>
            <a:xfrm>
              <a:off x="6883050" y="3833975"/>
              <a:ext cx="363325" cy="5275"/>
            </a:xfrm>
            <a:custGeom>
              <a:avLst/>
              <a:gdLst/>
              <a:ahLst/>
              <a:cxnLst/>
              <a:rect l="l" t="t" r="r" b="b"/>
              <a:pathLst>
                <a:path w="14533" h="211" extrusionOk="0">
                  <a:moveTo>
                    <a:pt x="1" y="1"/>
                  </a:moveTo>
                  <a:lnTo>
                    <a:pt x="1" y="210"/>
                  </a:lnTo>
                  <a:lnTo>
                    <a:pt x="14533" y="210"/>
                  </a:lnTo>
                  <a:lnTo>
                    <a:pt x="145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1074;p47">
            <a:extLst>
              <a:ext uri="{FF2B5EF4-FFF2-40B4-BE49-F238E27FC236}">
                <a16:creationId xmlns:a16="http://schemas.microsoft.com/office/drawing/2014/main" id="{17F60408-2CF3-60A4-C658-B5A8D19535E5}"/>
              </a:ext>
            </a:extLst>
          </p:cNvPr>
          <p:cNvGrpSpPr/>
          <p:nvPr/>
        </p:nvGrpSpPr>
        <p:grpSpPr>
          <a:xfrm rot="687332">
            <a:off x="5529365" y="2071982"/>
            <a:ext cx="1072863" cy="810280"/>
            <a:chOff x="5177150" y="1453425"/>
            <a:chExt cx="712875" cy="538400"/>
          </a:xfrm>
        </p:grpSpPr>
        <p:sp>
          <p:nvSpPr>
            <p:cNvPr id="44" name="Google Shape;1075;p47">
              <a:extLst>
                <a:ext uri="{FF2B5EF4-FFF2-40B4-BE49-F238E27FC236}">
                  <a16:creationId xmlns:a16="http://schemas.microsoft.com/office/drawing/2014/main" id="{54685BB3-AF2E-2C93-3B49-E6760C8D8E1A}"/>
                </a:ext>
              </a:extLst>
            </p:cNvPr>
            <p:cNvSpPr/>
            <p:nvPr/>
          </p:nvSpPr>
          <p:spPr>
            <a:xfrm>
              <a:off x="5650750" y="1465175"/>
              <a:ext cx="239275" cy="526650"/>
            </a:xfrm>
            <a:custGeom>
              <a:avLst/>
              <a:gdLst/>
              <a:ahLst/>
              <a:cxnLst/>
              <a:rect l="l" t="t" r="r" b="b"/>
              <a:pathLst>
                <a:path w="9571" h="21066" extrusionOk="0">
                  <a:moveTo>
                    <a:pt x="4750" y="0"/>
                  </a:moveTo>
                  <a:cubicBezTo>
                    <a:pt x="4446" y="0"/>
                    <a:pt x="4143" y="39"/>
                    <a:pt x="3850" y="123"/>
                  </a:cubicBezTo>
                  <a:cubicBezTo>
                    <a:pt x="1716" y="738"/>
                    <a:pt x="865" y="3278"/>
                    <a:pt x="577" y="5478"/>
                  </a:cubicBezTo>
                  <a:cubicBezTo>
                    <a:pt x="105" y="9012"/>
                    <a:pt x="616" y="12508"/>
                    <a:pt x="131" y="16017"/>
                  </a:cubicBezTo>
                  <a:cubicBezTo>
                    <a:pt x="66" y="16383"/>
                    <a:pt x="40" y="16750"/>
                    <a:pt x="27" y="17130"/>
                  </a:cubicBezTo>
                  <a:cubicBezTo>
                    <a:pt x="0" y="18177"/>
                    <a:pt x="197" y="19224"/>
                    <a:pt x="891" y="19971"/>
                  </a:cubicBezTo>
                  <a:cubicBezTo>
                    <a:pt x="1467" y="20599"/>
                    <a:pt x="2318" y="20926"/>
                    <a:pt x="3156" y="21018"/>
                  </a:cubicBezTo>
                  <a:cubicBezTo>
                    <a:pt x="3424" y="21050"/>
                    <a:pt x="3676" y="21065"/>
                    <a:pt x="3912" y="21065"/>
                  </a:cubicBezTo>
                  <a:cubicBezTo>
                    <a:pt x="6397" y="21065"/>
                    <a:pt x="7117" y="19347"/>
                    <a:pt x="7607" y="16907"/>
                  </a:cubicBezTo>
                  <a:cubicBezTo>
                    <a:pt x="8026" y="14812"/>
                    <a:pt x="8445" y="12718"/>
                    <a:pt x="8864" y="10610"/>
                  </a:cubicBezTo>
                  <a:cubicBezTo>
                    <a:pt x="9217" y="8868"/>
                    <a:pt x="9571" y="7088"/>
                    <a:pt x="9401" y="5307"/>
                  </a:cubicBezTo>
                  <a:cubicBezTo>
                    <a:pt x="9230" y="3527"/>
                    <a:pt x="8471" y="1733"/>
                    <a:pt x="6992" y="712"/>
                  </a:cubicBezTo>
                  <a:cubicBezTo>
                    <a:pt x="6339" y="267"/>
                    <a:pt x="5542" y="0"/>
                    <a:pt x="47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076;p47">
              <a:extLst>
                <a:ext uri="{FF2B5EF4-FFF2-40B4-BE49-F238E27FC236}">
                  <a16:creationId xmlns:a16="http://schemas.microsoft.com/office/drawing/2014/main" id="{889C0366-37AB-A573-2670-7146AC94CC14}"/>
                </a:ext>
              </a:extLst>
            </p:cNvPr>
            <p:cNvSpPr/>
            <p:nvPr/>
          </p:nvSpPr>
          <p:spPr>
            <a:xfrm>
              <a:off x="5745000" y="1490175"/>
              <a:ext cx="14100" cy="42575"/>
            </a:xfrm>
            <a:custGeom>
              <a:avLst/>
              <a:gdLst/>
              <a:ahLst/>
              <a:cxnLst/>
              <a:rect l="l" t="t" r="r" b="b"/>
              <a:pathLst>
                <a:path w="564" h="1703" extrusionOk="0">
                  <a:moveTo>
                    <a:pt x="407" y="0"/>
                  </a:moveTo>
                  <a:lnTo>
                    <a:pt x="1" y="39"/>
                  </a:lnTo>
                  <a:cubicBezTo>
                    <a:pt x="27" y="367"/>
                    <a:pt x="66" y="602"/>
                    <a:pt x="80" y="812"/>
                  </a:cubicBezTo>
                  <a:cubicBezTo>
                    <a:pt x="132" y="1113"/>
                    <a:pt x="145" y="1401"/>
                    <a:pt x="145" y="1702"/>
                  </a:cubicBezTo>
                  <a:lnTo>
                    <a:pt x="564" y="1702"/>
                  </a:lnTo>
                  <a:cubicBezTo>
                    <a:pt x="564" y="1388"/>
                    <a:pt x="538" y="1074"/>
                    <a:pt x="499" y="759"/>
                  </a:cubicBezTo>
                  <a:cubicBezTo>
                    <a:pt x="472" y="563"/>
                    <a:pt x="446" y="327"/>
                    <a:pt x="4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077;p47">
              <a:extLst>
                <a:ext uri="{FF2B5EF4-FFF2-40B4-BE49-F238E27FC236}">
                  <a16:creationId xmlns:a16="http://schemas.microsoft.com/office/drawing/2014/main" id="{D3ED6EC3-D803-4F8D-FE0C-C09DD098C9C2}"/>
                </a:ext>
              </a:extLst>
            </p:cNvPr>
            <p:cNvSpPr/>
            <p:nvPr/>
          </p:nvSpPr>
          <p:spPr>
            <a:xfrm>
              <a:off x="5659250" y="1524850"/>
              <a:ext cx="207225" cy="230775"/>
            </a:xfrm>
            <a:custGeom>
              <a:avLst/>
              <a:gdLst/>
              <a:ahLst/>
              <a:cxnLst/>
              <a:rect l="l" t="t" r="r" b="b"/>
              <a:pathLst>
                <a:path w="8289" h="9231" extrusionOk="0">
                  <a:moveTo>
                    <a:pt x="3876" y="1"/>
                  </a:moveTo>
                  <a:lnTo>
                    <a:pt x="3745" y="132"/>
                  </a:lnTo>
                  <a:cubicBezTo>
                    <a:pt x="315" y="3326"/>
                    <a:pt x="1" y="7005"/>
                    <a:pt x="302" y="8498"/>
                  </a:cubicBezTo>
                  <a:lnTo>
                    <a:pt x="708" y="8419"/>
                  </a:lnTo>
                  <a:cubicBezTo>
                    <a:pt x="420" y="7018"/>
                    <a:pt x="721" y="3614"/>
                    <a:pt x="3889" y="564"/>
                  </a:cubicBezTo>
                  <a:cubicBezTo>
                    <a:pt x="5212" y="1847"/>
                    <a:pt x="6756" y="3693"/>
                    <a:pt x="7319" y="5081"/>
                  </a:cubicBezTo>
                  <a:cubicBezTo>
                    <a:pt x="7529" y="5539"/>
                    <a:pt x="7673" y="6036"/>
                    <a:pt x="7751" y="6534"/>
                  </a:cubicBezTo>
                  <a:cubicBezTo>
                    <a:pt x="7869" y="7411"/>
                    <a:pt x="7699" y="8301"/>
                    <a:pt x="7529" y="9152"/>
                  </a:cubicBezTo>
                  <a:lnTo>
                    <a:pt x="7935" y="9231"/>
                  </a:lnTo>
                  <a:cubicBezTo>
                    <a:pt x="8092" y="8393"/>
                    <a:pt x="8288" y="7424"/>
                    <a:pt x="8144" y="6481"/>
                  </a:cubicBezTo>
                  <a:cubicBezTo>
                    <a:pt x="8066" y="5945"/>
                    <a:pt x="7909" y="5421"/>
                    <a:pt x="7699" y="4923"/>
                  </a:cubicBezTo>
                  <a:cubicBezTo>
                    <a:pt x="7044" y="3339"/>
                    <a:pt x="5303" y="1349"/>
                    <a:pt x="4020" y="132"/>
                  </a:cubicBezTo>
                  <a:lnTo>
                    <a:pt x="387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078;p47">
              <a:extLst>
                <a:ext uri="{FF2B5EF4-FFF2-40B4-BE49-F238E27FC236}">
                  <a16:creationId xmlns:a16="http://schemas.microsoft.com/office/drawing/2014/main" id="{F8223A90-3C75-DE20-F1E8-F1124334819B}"/>
                </a:ext>
              </a:extLst>
            </p:cNvPr>
            <p:cNvSpPr/>
            <p:nvPr/>
          </p:nvSpPr>
          <p:spPr>
            <a:xfrm>
              <a:off x="5424250" y="1453425"/>
              <a:ext cx="230125" cy="526225"/>
            </a:xfrm>
            <a:custGeom>
              <a:avLst/>
              <a:gdLst/>
              <a:ahLst/>
              <a:cxnLst/>
              <a:rect l="l" t="t" r="r" b="b"/>
              <a:pathLst>
                <a:path w="9205" h="21049" extrusionOk="0">
                  <a:moveTo>
                    <a:pt x="5317" y="0"/>
                  </a:moveTo>
                  <a:cubicBezTo>
                    <a:pt x="4724" y="0"/>
                    <a:pt x="4124" y="137"/>
                    <a:pt x="3588" y="383"/>
                  </a:cubicBezTo>
                  <a:cubicBezTo>
                    <a:pt x="1964" y="1130"/>
                    <a:pt x="917" y="2792"/>
                    <a:pt x="459" y="4507"/>
                  </a:cubicBezTo>
                  <a:cubicBezTo>
                    <a:pt x="1" y="6236"/>
                    <a:pt x="40" y="8055"/>
                    <a:pt x="105" y="9836"/>
                  </a:cubicBezTo>
                  <a:cubicBezTo>
                    <a:pt x="171" y="11970"/>
                    <a:pt x="236" y="14104"/>
                    <a:pt x="302" y="16251"/>
                  </a:cubicBezTo>
                  <a:cubicBezTo>
                    <a:pt x="380" y="18974"/>
                    <a:pt x="878" y="20886"/>
                    <a:pt x="4007" y="21043"/>
                  </a:cubicBezTo>
                  <a:cubicBezTo>
                    <a:pt x="4083" y="21046"/>
                    <a:pt x="4160" y="21048"/>
                    <a:pt x="4236" y="21048"/>
                  </a:cubicBezTo>
                  <a:cubicBezTo>
                    <a:pt x="5005" y="21048"/>
                    <a:pt x="5797" y="20864"/>
                    <a:pt x="6416" y="20388"/>
                  </a:cubicBezTo>
                  <a:cubicBezTo>
                    <a:pt x="7214" y="19760"/>
                    <a:pt x="7581" y="18752"/>
                    <a:pt x="7725" y="17717"/>
                  </a:cubicBezTo>
                  <a:cubicBezTo>
                    <a:pt x="7777" y="17351"/>
                    <a:pt x="7804" y="16984"/>
                    <a:pt x="7817" y="16605"/>
                  </a:cubicBezTo>
                  <a:cubicBezTo>
                    <a:pt x="7908" y="13070"/>
                    <a:pt x="8995" y="9705"/>
                    <a:pt x="9126" y="6144"/>
                  </a:cubicBezTo>
                  <a:cubicBezTo>
                    <a:pt x="9204" y="3931"/>
                    <a:pt x="8786" y="1287"/>
                    <a:pt x="6782" y="318"/>
                  </a:cubicBezTo>
                  <a:cubicBezTo>
                    <a:pt x="6329" y="100"/>
                    <a:pt x="5826" y="0"/>
                    <a:pt x="53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079;p47">
              <a:extLst>
                <a:ext uri="{FF2B5EF4-FFF2-40B4-BE49-F238E27FC236}">
                  <a16:creationId xmlns:a16="http://schemas.microsoft.com/office/drawing/2014/main" id="{E25C96AE-5732-48BE-2A88-ECFDC0869C57}"/>
                </a:ext>
              </a:extLst>
            </p:cNvPr>
            <p:cNvSpPr/>
            <p:nvPr/>
          </p:nvSpPr>
          <p:spPr>
            <a:xfrm>
              <a:off x="5571225" y="1481650"/>
              <a:ext cx="20625" cy="42900"/>
            </a:xfrm>
            <a:custGeom>
              <a:avLst/>
              <a:gdLst/>
              <a:ahLst/>
              <a:cxnLst/>
              <a:rect l="l" t="t" r="r" b="b"/>
              <a:pathLst>
                <a:path w="825" h="1716" extrusionOk="0">
                  <a:moveTo>
                    <a:pt x="419" y="1"/>
                  </a:moveTo>
                  <a:cubicBezTo>
                    <a:pt x="340" y="302"/>
                    <a:pt x="275" y="537"/>
                    <a:pt x="210" y="734"/>
                  </a:cubicBezTo>
                  <a:cubicBezTo>
                    <a:pt x="118" y="1035"/>
                    <a:pt x="52" y="1336"/>
                    <a:pt x="0" y="1650"/>
                  </a:cubicBezTo>
                  <a:lnTo>
                    <a:pt x="406" y="1716"/>
                  </a:lnTo>
                  <a:cubicBezTo>
                    <a:pt x="445" y="1415"/>
                    <a:pt x="524" y="1127"/>
                    <a:pt x="615" y="852"/>
                  </a:cubicBezTo>
                  <a:cubicBezTo>
                    <a:pt x="668" y="655"/>
                    <a:pt x="746" y="420"/>
                    <a:pt x="825" y="105"/>
                  </a:cubicBezTo>
                  <a:lnTo>
                    <a:pt x="41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080;p47">
              <a:extLst>
                <a:ext uri="{FF2B5EF4-FFF2-40B4-BE49-F238E27FC236}">
                  <a16:creationId xmlns:a16="http://schemas.microsoft.com/office/drawing/2014/main" id="{1CB84066-25AF-D1E1-1836-76B2610797FF}"/>
                </a:ext>
              </a:extLst>
            </p:cNvPr>
            <p:cNvSpPr/>
            <p:nvPr/>
          </p:nvSpPr>
          <p:spPr>
            <a:xfrm>
              <a:off x="5435700" y="1516025"/>
              <a:ext cx="213425" cy="224225"/>
            </a:xfrm>
            <a:custGeom>
              <a:avLst/>
              <a:gdLst/>
              <a:ahLst/>
              <a:cxnLst/>
              <a:rect l="l" t="t" r="r" b="b"/>
              <a:pathLst>
                <a:path w="8537" h="8969" extrusionOk="0">
                  <a:moveTo>
                    <a:pt x="5578" y="0"/>
                  </a:moveTo>
                  <a:lnTo>
                    <a:pt x="5408" y="105"/>
                  </a:lnTo>
                  <a:cubicBezTo>
                    <a:pt x="3942" y="1087"/>
                    <a:pt x="1899" y="2763"/>
                    <a:pt x="996" y="4216"/>
                  </a:cubicBezTo>
                  <a:cubicBezTo>
                    <a:pt x="695" y="4674"/>
                    <a:pt x="459" y="5159"/>
                    <a:pt x="289" y="5682"/>
                  </a:cubicBezTo>
                  <a:cubicBezTo>
                    <a:pt x="1" y="6586"/>
                    <a:pt x="27" y="7568"/>
                    <a:pt x="53" y="8419"/>
                  </a:cubicBezTo>
                  <a:lnTo>
                    <a:pt x="459" y="8419"/>
                  </a:lnTo>
                  <a:cubicBezTo>
                    <a:pt x="433" y="7541"/>
                    <a:pt x="420" y="6638"/>
                    <a:pt x="682" y="5800"/>
                  </a:cubicBezTo>
                  <a:cubicBezTo>
                    <a:pt x="839" y="5316"/>
                    <a:pt x="1061" y="4858"/>
                    <a:pt x="1336" y="4425"/>
                  </a:cubicBezTo>
                  <a:cubicBezTo>
                    <a:pt x="2135" y="3156"/>
                    <a:pt x="3955" y="1598"/>
                    <a:pt x="5473" y="550"/>
                  </a:cubicBezTo>
                  <a:cubicBezTo>
                    <a:pt x="8092" y="4072"/>
                    <a:pt x="7830" y="7489"/>
                    <a:pt x="7306" y="8811"/>
                  </a:cubicBezTo>
                  <a:lnTo>
                    <a:pt x="7686" y="8968"/>
                  </a:lnTo>
                  <a:cubicBezTo>
                    <a:pt x="8249" y="7541"/>
                    <a:pt x="8537" y="3863"/>
                    <a:pt x="5696" y="157"/>
                  </a:cubicBezTo>
                  <a:lnTo>
                    <a:pt x="55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081;p47">
              <a:extLst>
                <a:ext uri="{FF2B5EF4-FFF2-40B4-BE49-F238E27FC236}">
                  <a16:creationId xmlns:a16="http://schemas.microsoft.com/office/drawing/2014/main" id="{F110392E-9643-5CBE-D633-E4D80D8075FC}"/>
                </a:ext>
              </a:extLst>
            </p:cNvPr>
            <p:cNvSpPr/>
            <p:nvPr/>
          </p:nvSpPr>
          <p:spPr>
            <a:xfrm>
              <a:off x="5510000" y="1700400"/>
              <a:ext cx="171875" cy="114150"/>
            </a:xfrm>
            <a:custGeom>
              <a:avLst/>
              <a:gdLst/>
              <a:ahLst/>
              <a:cxnLst/>
              <a:rect l="l" t="t" r="r" b="b"/>
              <a:pathLst>
                <a:path w="6875" h="4566" extrusionOk="0">
                  <a:moveTo>
                    <a:pt x="5787" y="196"/>
                  </a:moveTo>
                  <a:cubicBezTo>
                    <a:pt x="5887" y="196"/>
                    <a:pt x="5988" y="208"/>
                    <a:pt x="6089" y="232"/>
                  </a:cubicBezTo>
                  <a:cubicBezTo>
                    <a:pt x="6285" y="258"/>
                    <a:pt x="6468" y="376"/>
                    <a:pt x="6573" y="546"/>
                  </a:cubicBezTo>
                  <a:cubicBezTo>
                    <a:pt x="6652" y="729"/>
                    <a:pt x="6599" y="978"/>
                    <a:pt x="6403" y="1292"/>
                  </a:cubicBezTo>
                  <a:cubicBezTo>
                    <a:pt x="5382" y="2968"/>
                    <a:pt x="2645" y="4356"/>
                    <a:pt x="511" y="4356"/>
                  </a:cubicBezTo>
                  <a:lnTo>
                    <a:pt x="498" y="4356"/>
                  </a:lnTo>
                  <a:lnTo>
                    <a:pt x="4439" y="873"/>
                  </a:lnTo>
                  <a:cubicBezTo>
                    <a:pt x="4688" y="638"/>
                    <a:pt x="4963" y="441"/>
                    <a:pt x="5277" y="297"/>
                  </a:cubicBezTo>
                  <a:cubicBezTo>
                    <a:pt x="5443" y="231"/>
                    <a:pt x="5614" y="196"/>
                    <a:pt x="5787" y="196"/>
                  </a:cubicBezTo>
                  <a:close/>
                  <a:moveTo>
                    <a:pt x="5801" y="0"/>
                  </a:moveTo>
                  <a:cubicBezTo>
                    <a:pt x="5596" y="0"/>
                    <a:pt x="5392" y="38"/>
                    <a:pt x="5198" y="114"/>
                  </a:cubicBezTo>
                  <a:cubicBezTo>
                    <a:pt x="4871" y="258"/>
                    <a:pt x="4570" y="468"/>
                    <a:pt x="4308" y="729"/>
                  </a:cubicBezTo>
                  <a:lnTo>
                    <a:pt x="210" y="4356"/>
                  </a:lnTo>
                  <a:cubicBezTo>
                    <a:pt x="145" y="4356"/>
                    <a:pt x="79" y="4343"/>
                    <a:pt x="27" y="4343"/>
                  </a:cubicBezTo>
                  <a:lnTo>
                    <a:pt x="1" y="4539"/>
                  </a:lnTo>
                  <a:cubicBezTo>
                    <a:pt x="92" y="4552"/>
                    <a:pt x="184" y="4565"/>
                    <a:pt x="276" y="4565"/>
                  </a:cubicBezTo>
                  <a:lnTo>
                    <a:pt x="498" y="4565"/>
                  </a:lnTo>
                  <a:cubicBezTo>
                    <a:pt x="2685" y="4565"/>
                    <a:pt x="5513" y="3125"/>
                    <a:pt x="6586" y="1397"/>
                  </a:cubicBezTo>
                  <a:cubicBezTo>
                    <a:pt x="6822" y="1031"/>
                    <a:pt x="6874" y="716"/>
                    <a:pt x="6756" y="468"/>
                  </a:cubicBezTo>
                  <a:cubicBezTo>
                    <a:pt x="6625" y="245"/>
                    <a:pt x="6403" y="88"/>
                    <a:pt x="6141" y="36"/>
                  </a:cubicBezTo>
                  <a:cubicBezTo>
                    <a:pt x="6029" y="12"/>
                    <a:pt x="5915" y="0"/>
                    <a:pt x="58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082;p47">
              <a:extLst>
                <a:ext uri="{FF2B5EF4-FFF2-40B4-BE49-F238E27FC236}">
                  <a16:creationId xmlns:a16="http://schemas.microsoft.com/office/drawing/2014/main" id="{F5F8FFDC-9FA2-05D0-14FC-FBF4D21B67E6}"/>
                </a:ext>
              </a:extLst>
            </p:cNvPr>
            <p:cNvSpPr/>
            <p:nvPr/>
          </p:nvSpPr>
          <p:spPr>
            <a:xfrm>
              <a:off x="5177150" y="1728775"/>
              <a:ext cx="341075" cy="165950"/>
            </a:xfrm>
            <a:custGeom>
              <a:avLst/>
              <a:gdLst/>
              <a:ahLst/>
              <a:cxnLst/>
              <a:rect l="l" t="t" r="r" b="b"/>
              <a:pathLst>
                <a:path w="13643" h="6638" extrusionOk="0">
                  <a:moveTo>
                    <a:pt x="0" y="0"/>
                  </a:moveTo>
                  <a:lnTo>
                    <a:pt x="0" y="6638"/>
                  </a:lnTo>
                  <a:lnTo>
                    <a:pt x="10945" y="6638"/>
                  </a:lnTo>
                  <a:lnTo>
                    <a:pt x="13642" y="3326"/>
                  </a:lnTo>
                  <a:lnTo>
                    <a:pt x="1094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083;p47">
              <a:extLst>
                <a:ext uri="{FF2B5EF4-FFF2-40B4-BE49-F238E27FC236}">
                  <a16:creationId xmlns:a16="http://schemas.microsoft.com/office/drawing/2014/main" id="{8956C6E2-AA88-7504-4910-7D7F177D3ED5}"/>
                </a:ext>
              </a:extLst>
            </p:cNvPr>
            <p:cNvSpPr/>
            <p:nvPr/>
          </p:nvSpPr>
          <p:spPr>
            <a:xfrm>
              <a:off x="5254050" y="1779175"/>
              <a:ext cx="33750" cy="71050"/>
            </a:xfrm>
            <a:custGeom>
              <a:avLst/>
              <a:gdLst/>
              <a:ahLst/>
              <a:cxnLst/>
              <a:rect l="l" t="t" r="r" b="b"/>
              <a:pathLst>
                <a:path w="1350" h="2842" extrusionOk="0">
                  <a:moveTo>
                    <a:pt x="577" y="511"/>
                  </a:moveTo>
                  <a:lnTo>
                    <a:pt x="577" y="1231"/>
                  </a:lnTo>
                  <a:cubicBezTo>
                    <a:pt x="393" y="1218"/>
                    <a:pt x="276" y="1048"/>
                    <a:pt x="289" y="878"/>
                  </a:cubicBezTo>
                  <a:cubicBezTo>
                    <a:pt x="289" y="786"/>
                    <a:pt x="315" y="707"/>
                    <a:pt x="354" y="629"/>
                  </a:cubicBezTo>
                  <a:cubicBezTo>
                    <a:pt x="407" y="563"/>
                    <a:pt x="485" y="511"/>
                    <a:pt x="577" y="511"/>
                  </a:cubicBezTo>
                  <a:close/>
                  <a:moveTo>
                    <a:pt x="773" y="1532"/>
                  </a:moveTo>
                  <a:cubicBezTo>
                    <a:pt x="865" y="1545"/>
                    <a:pt x="956" y="1585"/>
                    <a:pt x="1022" y="1663"/>
                  </a:cubicBezTo>
                  <a:cubicBezTo>
                    <a:pt x="1074" y="1729"/>
                    <a:pt x="1100" y="1820"/>
                    <a:pt x="1100" y="1912"/>
                  </a:cubicBezTo>
                  <a:cubicBezTo>
                    <a:pt x="1100" y="2017"/>
                    <a:pt x="1074" y="2108"/>
                    <a:pt x="1022" y="2187"/>
                  </a:cubicBezTo>
                  <a:cubicBezTo>
                    <a:pt x="956" y="2252"/>
                    <a:pt x="865" y="2292"/>
                    <a:pt x="773" y="2305"/>
                  </a:cubicBezTo>
                  <a:lnTo>
                    <a:pt x="773" y="1532"/>
                  </a:lnTo>
                  <a:close/>
                  <a:moveTo>
                    <a:pt x="577" y="0"/>
                  </a:moveTo>
                  <a:lnTo>
                    <a:pt x="577" y="288"/>
                  </a:lnTo>
                  <a:cubicBezTo>
                    <a:pt x="420" y="302"/>
                    <a:pt x="289" y="367"/>
                    <a:pt x="184" y="485"/>
                  </a:cubicBezTo>
                  <a:cubicBezTo>
                    <a:pt x="92" y="603"/>
                    <a:pt x="40" y="747"/>
                    <a:pt x="40" y="904"/>
                  </a:cubicBezTo>
                  <a:cubicBezTo>
                    <a:pt x="40" y="1048"/>
                    <a:pt x="79" y="1192"/>
                    <a:pt x="171" y="1297"/>
                  </a:cubicBezTo>
                  <a:cubicBezTo>
                    <a:pt x="276" y="1401"/>
                    <a:pt x="407" y="1467"/>
                    <a:pt x="551" y="1493"/>
                  </a:cubicBezTo>
                  <a:lnTo>
                    <a:pt x="577" y="1493"/>
                  </a:lnTo>
                  <a:lnTo>
                    <a:pt x="577" y="2305"/>
                  </a:lnTo>
                  <a:cubicBezTo>
                    <a:pt x="485" y="2292"/>
                    <a:pt x="407" y="2252"/>
                    <a:pt x="354" y="2174"/>
                  </a:cubicBezTo>
                  <a:cubicBezTo>
                    <a:pt x="289" y="2095"/>
                    <a:pt x="249" y="1990"/>
                    <a:pt x="249" y="1886"/>
                  </a:cubicBezTo>
                  <a:lnTo>
                    <a:pt x="1" y="1886"/>
                  </a:lnTo>
                  <a:cubicBezTo>
                    <a:pt x="1" y="2056"/>
                    <a:pt x="66" y="2213"/>
                    <a:pt x="171" y="2344"/>
                  </a:cubicBezTo>
                  <a:cubicBezTo>
                    <a:pt x="276" y="2449"/>
                    <a:pt x="420" y="2527"/>
                    <a:pt x="577" y="2527"/>
                  </a:cubicBezTo>
                  <a:lnTo>
                    <a:pt x="577" y="2841"/>
                  </a:lnTo>
                  <a:lnTo>
                    <a:pt x="773" y="2841"/>
                  </a:lnTo>
                  <a:lnTo>
                    <a:pt x="773" y="2527"/>
                  </a:lnTo>
                  <a:cubicBezTo>
                    <a:pt x="930" y="2514"/>
                    <a:pt x="1087" y="2449"/>
                    <a:pt x="1192" y="2344"/>
                  </a:cubicBezTo>
                  <a:cubicBezTo>
                    <a:pt x="1297" y="2213"/>
                    <a:pt x="1349" y="2056"/>
                    <a:pt x="1349" y="1899"/>
                  </a:cubicBezTo>
                  <a:cubicBezTo>
                    <a:pt x="1349" y="1755"/>
                    <a:pt x="1310" y="1611"/>
                    <a:pt x="1218" y="1493"/>
                  </a:cubicBezTo>
                  <a:cubicBezTo>
                    <a:pt x="1114" y="1388"/>
                    <a:pt x="983" y="1323"/>
                    <a:pt x="839" y="1297"/>
                  </a:cubicBezTo>
                  <a:lnTo>
                    <a:pt x="773" y="1297"/>
                  </a:lnTo>
                  <a:lnTo>
                    <a:pt x="773" y="511"/>
                  </a:lnTo>
                  <a:cubicBezTo>
                    <a:pt x="956" y="550"/>
                    <a:pt x="1048" y="681"/>
                    <a:pt x="1061" y="904"/>
                  </a:cubicBezTo>
                  <a:lnTo>
                    <a:pt x="1310" y="904"/>
                  </a:lnTo>
                  <a:cubicBezTo>
                    <a:pt x="1310" y="747"/>
                    <a:pt x="1258" y="590"/>
                    <a:pt x="1153" y="472"/>
                  </a:cubicBezTo>
                  <a:cubicBezTo>
                    <a:pt x="1048" y="367"/>
                    <a:pt x="917" y="302"/>
                    <a:pt x="773" y="288"/>
                  </a:cubicBezTo>
                  <a:lnTo>
                    <a:pt x="7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084;p47">
              <a:extLst>
                <a:ext uri="{FF2B5EF4-FFF2-40B4-BE49-F238E27FC236}">
                  <a16:creationId xmlns:a16="http://schemas.microsoft.com/office/drawing/2014/main" id="{8800AD4D-CC0D-FA40-E1E3-58189802B7CC}"/>
                </a:ext>
              </a:extLst>
            </p:cNvPr>
            <p:cNvSpPr/>
            <p:nvPr/>
          </p:nvSpPr>
          <p:spPr>
            <a:xfrm>
              <a:off x="5294975" y="1779175"/>
              <a:ext cx="33725" cy="71050"/>
            </a:xfrm>
            <a:custGeom>
              <a:avLst/>
              <a:gdLst/>
              <a:ahLst/>
              <a:cxnLst/>
              <a:rect l="l" t="t" r="r" b="b"/>
              <a:pathLst>
                <a:path w="1349" h="2842" extrusionOk="0">
                  <a:moveTo>
                    <a:pt x="563" y="511"/>
                  </a:moveTo>
                  <a:lnTo>
                    <a:pt x="563" y="1231"/>
                  </a:lnTo>
                  <a:cubicBezTo>
                    <a:pt x="380" y="1218"/>
                    <a:pt x="262" y="1048"/>
                    <a:pt x="275" y="878"/>
                  </a:cubicBezTo>
                  <a:cubicBezTo>
                    <a:pt x="275" y="786"/>
                    <a:pt x="301" y="694"/>
                    <a:pt x="354" y="629"/>
                  </a:cubicBezTo>
                  <a:cubicBezTo>
                    <a:pt x="406" y="563"/>
                    <a:pt x="472" y="511"/>
                    <a:pt x="563" y="511"/>
                  </a:cubicBezTo>
                  <a:close/>
                  <a:moveTo>
                    <a:pt x="773" y="1532"/>
                  </a:moveTo>
                  <a:cubicBezTo>
                    <a:pt x="864" y="1545"/>
                    <a:pt x="943" y="1585"/>
                    <a:pt x="1008" y="1663"/>
                  </a:cubicBezTo>
                  <a:cubicBezTo>
                    <a:pt x="1061" y="1729"/>
                    <a:pt x="1100" y="1820"/>
                    <a:pt x="1087" y="1912"/>
                  </a:cubicBezTo>
                  <a:cubicBezTo>
                    <a:pt x="1087" y="2017"/>
                    <a:pt x="1061" y="2108"/>
                    <a:pt x="1008" y="2187"/>
                  </a:cubicBezTo>
                  <a:cubicBezTo>
                    <a:pt x="943" y="2252"/>
                    <a:pt x="864" y="2305"/>
                    <a:pt x="773" y="2305"/>
                  </a:cubicBezTo>
                  <a:lnTo>
                    <a:pt x="773" y="1532"/>
                  </a:lnTo>
                  <a:close/>
                  <a:moveTo>
                    <a:pt x="563" y="0"/>
                  </a:moveTo>
                  <a:lnTo>
                    <a:pt x="563" y="288"/>
                  </a:lnTo>
                  <a:cubicBezTo>
                    <a:pt x="419" y="302"/>
                    <a:pt x="275" y="367"/>
                    <a:pt x="184" y="485"/>
                  </a:cubicBezTo>
                  <a:cubicBezTo>
                    <a:pt x="79" y="603"/>
                    <a:pt x="26" y="747"/>
                    <a:pt x="26" y="904"/>
                  </a:cubicBezTo>
                  <a:cubicBezTo>
                    <a:pt x="26" y="1048"/>
                    <a:pt x="66" y="1192"/>
                    <a:pt x="157" y="1297"/>
                  </a:cubicBezTo>
                  <a:cubicBezTo>
                    <a:pt x="262" y="1401"/>
                    <a:pt x="393" y="1467"/>
                    <a:pt x="537" y="1493"/>
                  </a:cubicBezTo>
                  <a:lnTo>
                    <a:pt x="563" y="1493"/>
                  </a:lnTo>
                  <a:lnTo>
                    <a:pt x="563" y="2305"/>
                  </a:lnTo>
                  <a:cubicBezTo>
                    <a:pt x="472" y="2292"/>
                    <a:pt x="393" y="2252"/>
                    <a:pt x="341" y="2174"/>
                  </a:cubicBezTo>
                  <a:cubicBezTo>
                    <a:pt x="275" y="2095"/>
                    <a:pt x="249" y="1990"/>
                    <a:pt x="236" y="1886"/>
                  </a:cubicBezTo>
                  <a:lnTo>
                    <a:pt x="0" y="1886"/>
                  </a:lnTo>
                  <a:cubicBezTo>
                    <a:pt x="0" y="2056"/>
                    <a:pt x="53" y="2213"/>
                    <a:pt x="157" y="2344"/>
                  </a:cubicBezTo>
                  <a:cubicBezTo>
                    <a:pt x="262" y="2449"/>
                    <a:pt x="406" y="2527"/>
                    <a:pt x="563" y="2527"/>
                  </a:cubicBezTo>
                  <a:lnTo>
                    <a:pt x="563" y="2841"/>
                  </a:lnTo>
                  <a:lnTo>
                    <a:pt x="773" y="2841"/>
                  </a:lnTo>
                  <a:lnTo>
                    <a:pt x="773" y="2527"/>
                  </a:lnTo>
                  <a:cubicBezTo>
                    <a:pt x="930" y="2514"/>
                    <a:pt x="1074" y="2449"/>
                    <a:pt x="1192" y="2344"/>
                  </a:cubicBezTo>
                  <a:cubicBezTo>
                    <a:pt x="1296" y="2226"/>
                    <a:pt x="1349" y="2069"/>
                    <a:pt x="1336" y="1899"/>
                  </a:cubicBezTo>
                  <a:cubicBezTo>
                    <a:pt x="1349" y="1755"/>
                    <a:pt x="1296" y="1611"/>
                    <a:pt x="1205" y="1493"/>
                  </a:cubicBezTo>
                  <a:cubicBezTo>
                    <a:pt x="1100" y="1388"/>
                    <a:pt x="969" y="1323"/>
                    <a:pt x="825" y="1297"/>
                  </a:cubicBezTo>
                  <a:lnTo>
                    <a:pt x="773" y="1297"/>
                  </a:lnTo>
                  <a:lnTo>
                    <a:pt x="773" y="511"/>
                  </a:lnTo>
                  <a:cubicBezTo>
                    <a:pt x="943" y="550"/>
                    <a:pt x="1048" y="681"/>
                    <a:pt x="1061" y="904"/>
                  </a:cubicBezTo>
                  <a:lnTo>
                    <a:pt x="1309" y="904"/>
                  </a:lnTo>
                  <a:cubicBezTo>
                    <a:pt x="1296" y="747"/>
                    <a:pt x="1244" y="590"/>
                    <a:pt x="1139" y="472"/>
                  </a:cubicBezTo>
                  <a:cubicBezTo>
                    <a:pt x="1048" y="367"/>
                    <a:pt x="917" y="302"/>
                    <a:pt x="773" y="288"/>
                  </a:cubicBezTo>
                  <a:lnTo>
                    <a:pt x="7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111388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sp>
        <p:nvSpPr>
          <p:cNvPr id="980" name="Google Shape;980;p46"/>
          <p:cNvSpPr txBox="1">
            <a:spLocks noGrp="1"/>
          </p:cNvSpPr>
          <p:nvPr>
            <p:ph type="title"/>
          </p:nvPr>
        </p:nvSpPr>
        <p:spPr>
          <a:xfrm>
            <a:off x="-2462" y="3680"/>
            <a:ext cx="4815022" cy="1245232"/>
          </a:xfrm>
          <a:prstGeom prst="rect">
            <a:avLst/>
          </a:prstGeom>
        </p:spPr>
        <p:txBody>
          <a:bodyPr spcFirstLastPara="1" wrap="square" lIns="91425" tIns="91425" rIns="91425" bIns="91425" anchor="t" anchorCtr="0">
            <a:noAutofit/>
          </a:bodyPr>
          <a:lstStyle/>
          <a:p>
            <a:r>
              <a:rPr lang="en">
                <a:solidFill>
                  <a:schemeClr val="accent2"/>
                </a:solidFill>
                <a:latin typeface="Lexend"/>
              </a:rPr>
              <a:t>Data Dictionary </a:t>
            </a:r>
          </a:p>
        </p:txBody>
      </p:sp>
      <p:grpSp>
        <p:nvGrpSpPr>
          <p:cNvPr id="987" name="Google Shape;987;p46"/>
          <p:cNvGrpSpPr/>
          <p:nvPr/>
        </p:nvGrpSpPr>
        <p:grpSpPr>
          <a:xfrm>
            <a:off x="6557738" y="873814"/>
            <a:ext cx="2358677" cy="3561840"/>
            <a:chOff x="5148178" y="1237583"/>
            <a:chExt cx="2006019" cy="3029290"/>
          </a:xfrm>
        </p:grpSpPr>
        <p:sp>
          <p:nvSpPr>
            <p:cNvPr id="988" name="Google Shape;988;p46"/>
            <p:cNvSpPr/>
            <p:nvPr/>
          </p:nvSpPr>
          <p:spPr>
            <a:xfrm>
              <a:off x="5148178" y="1237583"/>
              <a:ext cx="1269204" cy="2746869"/>
            </a:xfrm>
            <a:custGeom>
              <a:avLst/>
              <a:gdLst/>
              <a:ahLst/>
              <a:cxnLst/>
              <a:rect l="l" t="t" r="r" b="b"/>
              <a:pathLst>
                <a:path w="23270" h="50362" extrusionOk="0">
                  <a:moveTo>
                    <a:pt x="1413" y="1"/>
                  </a:moveTo>
                  <a:cubicBezTo>
                    <a:pt x="638" y="1"/>
                    <a:pt x="1" y="638"/>
                    <a:pt x="1" y="1425"/>
                  </a:cubicBezTo>
                  <a:lnTo>
                    <a:pt x="1" y="48950"/>
                  </a:lnTo>
                  <a:cubicBezTo>
                    <a:pt x="1" y="49737"/>
                    <a:pt x="638" y="50362"/>
                    <a:pt x="1413" y="50362"/>
                  </a:cubicBezTo>
                  <a:lnTo>
                    <a:pt x="21857" y="50362"/>
                  </a:lnTo>
                  <a:cubicBezTo>
                    <a:pt x="22632" y="50362"/>
                    <a:pt x="23270" y="49737"/>
                    <a:pt x="23270" y="48950"/>
                  </a:cubicBezTo>
                  <a:lnTo>
                    <a:pt x="23270" y="1425"/>
                  </a:lnTo>
                  <a:cubicBezTo>
                    <a:pt x="23270" y="638"/>
                    <a:pt x="22632" y="1"/>
                    <a:pt x="21857"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46"/>
            <p:cNvSpPr/>
            <p:nvPr/>
          </p:nvSpPr>
          <p:spPr>
            <a:xfrm>
              <a:off x="5178176" y="1417518"/>
              <a:ext cx="1209207" cy="2387707"/>
            </a:xfrm>
            <a:custGeom>
              <a:avLst/>
              <a:gdLst/>
              <a:ahLst/>
              <a:cxnLst/>
              <a:rect l="l" t="t" r="r" b="b"/>
              <a:pathLst>
                <a:path w="22170" h="43777" extrusionOk="0">
                  <a:moveTo>
                    <a:pt x="1" y="1"/>
                  </a:moveTo>
                  <a:lnTo>
                    <a:pt x="1" y="43776"/>
                  </a:lnTo>
                  <a:lnTo>
                    <a:pt x="22170" y="43776"/>
                  </a:lnTo>
                  <a:lnTo>
                    <a:pt x="22170" y="1"/>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46"/>
            <p:cNvSpPr/>
            <p:nvPr/>
          </p:nvSpPr>
          <p:spPr>
            <a:xfrm>
              <a:off x="5608953" y="3897184"/>
              <a:ext cx="347654" cy="55"/>
            </a:xfrm>
            <a:custGeom>
              <a:avLst/>
              <a:gdLst/>
              <a:ahLst/>
              <a:cxnLst/>
              <a:rect l="l" t="t" r="r" b="b"/>
              <a:pathLst>
                <a:path w="6374" h="1" extrusionOk="0">
                  <a:moveTo>
                    <a:pt x="0" y="0"/>
                  </a:moveTo>
                  <a:lnTo>
                    <a:pt x="6374"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46"/>
            <p:cNvSpPr/>
            <p:nvPr/>
          </p:nvSpPr>
          <p:spPr>
            <a:xfrm>
              <a:off x="5608953" y="3894457"/>
              <a:ext cx="347654" cy="5509"/>
            </a:xfrm>
            <a:custGeom>
              <a:avLst/>
              <a:gdLst/>
              <a:ahLst/>
              <a:cxnLst/>
              <a:rect l="l" t="t" r="r" b="b"/>
              <a:pathLst>
                <a:path w="6374" h="101" extrusionOk="0">
                  <a:moveTo>
                    <a:pt x="0" y="0"/>
                  </a:moveTo>
                  <a:lnTo>
                    <a:pt x="0" y="100"/>
                  </a:lnTo>
                  <a:lnTo>
                    <a:pt x="6374" y="100"/>
                  </a:lnTo>
                  <a:lnTo>
                    <a:pt x="63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46"/>
            <p:cNvSpPr/>
            <p:nvPr/>
          </p:nvSpPr>
          <p:spPr>
            <a:xfrm>
              <a:off x="5257917" y="1861222"/>
              <a:ext cx="522190" cy="439013"/>
            </a:xfrm>
            <a:custGeom>
              <a:avLst/>
              <a:gdLst/>
              <a:ahLst/>
              <a:cxnLst/>
              <a:rect l="l" t="t" r="r" b="b"/>
              <a:pathLst>
                <a:path w="9574" h="8049" extrusionOk="0">
                  <a:moveTo>
                    <a:pt x="1" y="1"/>
                  </a:moveTo>
                  <a:lnTo>
                    <a:pt x="1" y="8049"/>
                  </a:lnTo>
                  <a:lnTo>
                    <a:pt x="9573" y="8049"/>
                  </a:lnTo>
                  <a:lnTo>
                    <a:pt x="95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46"/>
            <p:cNvSpPr/>
            <p:nvPr/>
          </p:nvSpPr>
          <p:spPr>
            <a:xfrm>
              <a:off x="5257917" y="1699012"/>
              <a:ext cx="1045634" cy="74341"/>
            </a:xfrm>
            <a:custGeom>
              <a:avLst/>
              <a:gdLst/>
              <a:ahLst/>
              <a:cxnLst/>
              <a:rect l="l" t="t" r="r" b="b"/>
              <a:pathLst>
                <a:path w="19171" h="1363" extrusionOk="0">
                  <a:moveTo>
                    <a:pt x="1" y="1"/>
                  </a:moveTo>
                  <a:lnTo>
                    <a:pt x="1" y="1363"/>
                  </a:lnTo>
                  <a:lnTo>
                    <a:pt x="19171" y="1363"/>
                  </a:lnTo>
                  <a:lnTo>
                    <a:pt x="191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46"/>
            <p:cNvSpPr/>
            <p:nvPr/>
          </p:nvSpPr>
          <p:spPr>
            <a:xfrm>
              <a:off x="5257917" y="2391538"/>
              <a:ext cx="522190" cy="439667"/>
            </a:xfrm>
            <a:custGeom>
              <a:avLst/>
              <a:gdLst/>
              <a:ahLst/>
              <a:cxnLst/>
              <a:rect l="l" t="t" r="r" b="b"/>
              <a:pathLst>
                <a:path w="9574" h="8061" extrusionOk="0">
                  <a:moveTo>
                    <a:pt x="1" y="0"/>
                  </a:moveTo>
                  <a:lnTo>
                    <a:pt x="1" y="8061"/>
                  </a:lnTo>
                  <a:lnTo>
                    <a:pt x="9573" y="8061"/>
                  </a:lnTo>
                  <a:lnTo>
                    <a:pt x="95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46"/>
            <p:cNvSpPr/>
            <p:nvPr/>
          </p:nvSpPr>
          <p:spPr>
            <a:xfrm>
              <a:off x="5257917" y="2922509"/>
              <a:ext cx="522190" cy="439013"/>
            </a:xfrm>
            <a:custGeom>
              <a:avLst/>
              <a:gdLst/>
              <a:ahLst/>
              <a:cxnLst/>
              <a:rect l="l" t="t" r="r" b="b"/>
              <a:pathLst>
                <a:path w="9574" h="8049" extrusionOk="0">
                  <a:moveTo>
                    <a:pt x="1" y="0"/>
                  </a:moveTo>
                  <a:lnTo>
                    <a:pt x="1" y="8048"/>
                  </a:lnTo>
                  <a:lnTo>
                    <a:pt x="9573" y="8048"/>
                  </a:lnTo>
                  <a:lnTo>
                    <a:pt x="95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46"/>
            <p:cNvSpPr/>
            <p:nvPr/>
          </p:nvSpPr>
          <p:spPr>
            <a:xfrm>
              <a:off x="5257917" y="3484788"/>
              <a:ext cx="993164" cy="43689"/>
            </a:xfrm>
            <a:custGeom>
              <a:avLst/>
              <a:gdLst/>
              <a:ahLst/>
              <a:cxnLst/>
              <a:rect l="l" t="t" r="r" b="b"/>
              <a:pathLst>
                <a:path w="18209" h="801" extrusionOk="0">
                  <a:moveTo>
                    <a:pt x="1" y="1"/>
                  </a:moveTo>
                  <a:lnTo>
                    <a:pt x="1" y="801"/>
                  </a:lnTo>
                  <a:lnTo>
                    <a:pt x="18208" y="801"/>
                  </a:lnTo>
                  <a:lnTo>
                    <a:pt x="182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46"/>
            <p:cNvSpPr/>
            <p:nvPr/>
          </p:nvSpPr>
          <p:spPr>
            <a:xfrm>
              <a:off x="5257917" y="3575438"/>
              <a:ext cx="610112" cy="43689"/>
            </a:xfrm>
            <a:custGeom>
              <a:avLst/>
              <a:gdLst/>
              <a:ahLst/>
              <a:cxnLst/>
              <a:rect l="l" t="t" r="r" b="b"/>
              <a:pathLst>
                <a:path w="11186" h="801" extrusionOk="0">
                  <a:moveTo>
                    <a:pt x="1" y="1"/>
                  </a:moveTo>
                  <a:lnTo>
                    <a:pt x="1" y="801"/>
                  </a:lnTo>
                  <a:lnTo>
                    <a:pt x="11185" y="801"/>
                  </a:lnTo>
                  <a:lnTo>
                    <a:pt x="1118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6"/>
            <p:cNvSpPr/>
            <p:nvPr/>
          </p:nvSpPr>
          <p:spPr>
            <a:xfrm>
              <a:off x="5867975" y="1861222"/>
              <a:ext cx="435576" cy="439013"/>
            </a:xfrm>
            <a:custGeom>
              <a:avLst/>
              <a:gdLst/>
              <a:ahLst/>
              <a:cxnLst/>
              <a:rect l="l" t="t" r="r" b="b"/>
              <a:pathLst>
                <a:path w="7986" h="8049" extrusionOk="0">
                  <a:moveTo>
                    <a:pt x="0" y="1"/>
                  </a:moveTo>
                  <a:lnTo>
                    <a:pt x="0" y="8049"/>
                  </a:lnTo>
                  <a:lnTo>
                    <a:pt x="7986" y="8049"/>
                  </a:lnTo>
                  <a:lnTo>
                    <a:pt x="798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46"/>
            <p:cNvSpPr/>
            <p:nvPr/>
          </p:nvSpPr>
          <p:spPr>
            <a:xfrm>
              <a:off x="5867975" y="2391538"/>
              <a:ext cx="435576" cy="439667"/>
            </a:xfrm>
            <a:custGeom>
              <a:avLst/>
              <a:gdLst/>
              <a:ahLst/>
              <a:cxnLst/>
              <a:rect l="l" t="t" r="r" b="b"/>
              <a:pathLst>
                <a:path w="7986" h="8061" extrusionOk="0">
                  <a:moveTo>
                    <a:pt x="0" y="0"/>
                  </a:moveTo>
                  <a:lnTo>
                    <a:pt x="0" y="8061"/>
                  </a:lnTo>
                  <a:lnTo>
                    <a:pt x="7986" y="8061"/>
                  </a:lnTo>
                  <a:lnTo>
                    <a:pt x="798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46"/>
            <p:cNvSpPr/>
            <p:nvPr/>
          </p:nvSpPr>
          <p:spPr>
            <a:xfrm>
              <a:off x="5867975" y="2922509"/>
              <a:ext cx="435576" cy="439013"/>
            </a:xfrm>
            <a:custGeom>
              <a:avLst/>
              <a:gdLst/>
              <a:ahLst/>
              <a:cxnLst/>
              <a:rect l="l" t="t" r="r" b="b"/>
              <a:pathLst>
                <a:path w="7986" h="8049" extrusionOk="0">
                  <a:moveTo>
                    <a:pt x="0" y="0"/>
                  </a:moveTo>
                  <a:lnTo>
                    <a:pt x="0" y="8048"/>
                  </a:lnTo>
                  <a:lnTo>
                    <a:pt x="7986" y="8048"/>
                  </a:lnTo>
                  <a:lnTo>
                    <a:pt x="798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46"/>
            <p:cNvSpPr/>
            <p:nvPr/>
          </p:nvSpPr>
          <p:spPr>
            <a:xfrm>
              <a:off x="6486869" y="1947344"/>
              <a:ext cx="472393" cy="457612"/>
            </a:xfrm>
            <a:custGeom>
              <a:avLst/>
              <a:gdLst/>
              <a:ahLst/>
              <a:cxnLst/>
              <a:rect l="l" t="t" r="r" b="b"/>
              <a:pathLst>
                <a:path w="8661" h="8390" extrusionOk="0">
                  <a:moveTo>
                    <a:pt x="2307" y="1"/>
                  </a:moveTo>
                  <a:cubicBezTo>
                    <a:pt x="2061" y="1"/>
                    <a:pt x="1815" y="53"/>
                    <a:pt x="1587" y="159"/>
                  </a:cubicBezTo>
                  <a:cubicBezTo>
                    <a:pt x="1325" y="284"/>
                    <a:pt x="1087" y="471"/>
                    <a:pt x="912" y="696"/>
                  </a:cubicBezTo>
                  <a:cubicBezTo>
                    <a:pt x="713" y="996"/>
                    <a:pt x="600" y="1421"/>
                    <a:pt x="488" y="1759"/>
                  </a:cubicBezTo>
                  <a:cubicBezTo>
                    <a:pt x="225" y="2533"/>
                    <a:pt x="0" y="3408"/>
                    <a:pt x="150" y="4220"/>
                  </a:cubicBezTo>
                  <a:cubicBezTo>
                    <a:pt x="325" y="4983"/>
                    <a:pt x="713" y="5670"/>
                    <a:pt x="1275" y="6207"/>
                  </a:cubicBezTo>
                  <a:cubicBezTo>
                    <a:pt x="2100" y="7032"/>
                    <a:pt x="3112" y="7682"/>
                    <a:pt x="4224" y="8082"/>
                  </a:cubicBezTo>
                  <a:cubicBezTo>
                    <a:pt x="4719" y="8256"/>
                    <a:pt x="5247" y="8390"/>
                    <a:pt x="5774" y="8390"/>
                  </a:cubicBezTo>
                  <a:cubicBezTo>
                    <a:pt x="5966" y="8390"/>
                    <a:pt x="6158" y="8372"/>
                    <a:pt x="6349" y="8332"/>
                  </a:cubicBezTo>
                  <a:cubicBezTo>
                    <a:pt x="7173" y="8157"/>
                    <a:pt x="7861" y="7594"/>
                    <a:pt x="8223" y="6845"/>
                  </a:cubicBezTo>
                  <a:cubicBezTo>
                    <a:pt x="8660" y="5895"/>
                    <a:pt x="8610" y="4795"/>
                    <a:pt x="8086" y="3895"/>
                  </a:cubicBezTo>
                  <a:cubicBezTo>
                    <a:pt x="7436" y="2758"/>
                    <a:pt x="6174" y="1846"/>
                    <a:pt x="4874" y="1671"/>
                  </a:cubicBezTo>
                  <a:cubicBezTo>
                    <a:pt x="4736" y="1646"/>
                    <a:pt x="4612" y="1634"/>
                    <a:pt x="4474" y="1634"/>
                  </a:cubicBezTo>
                  <a:cubicBezTo>
                    <a:pt x="4387" y="1634"/>
                    <a:pt x="4287" y="1609"/>
                    <a:pt x="4212" y="1559"/>
                  </a:cubicBezTo>
                  <a:cubicBezTo>
                    <a:pt x="4162" y="1509"/>
                    <a:pt x="4124" y="1446"/>
                    <a:pt x="4112" y="1384"/>
                  </a:cubicBezTo>
                  <a:cubicBezTo>
                    <a:pt x="3949" y="934"/>
                    <a:pt x="3649" y="546"/>
                    <a:pt x="3262" y="284"/>
                  </a:cubicBezTo>
                  <a:cubicBezTo>
                    <a:pt x="2974" y="97"/>
                    <a:pt x="2641" y="1"/>
                    <a:pt x="23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46"/>
            <p:cNvSpPr/>
            <p:nvPr/>
          </p:nvSpPr>
          <p:spPr>
            <a:xfrm>
              <a:off x="6340313" y="3616345"/>
              <a:ext cx="171154" cy="591023"/>
            </a:xfrm>
            <a:custGeom>
              <a:avLst/>
              <a:gdLst/>
              <a:ahLst/>
              <a:cxnLst/>
              <a:rect l="l" t="t" r="r" b="b"/>
              <a:pathLst>
                <a:path w="3138" h="10836" extrusionOk="0">
                  <a:moveTo>
                    <a:pt x="1218" y="0"/>
                  </a:moveTo>
                  <a:cubicBezTo>
                    <a:pt x="596" y="0"/>
                    <a:pt x="301" y="650"/>
                    <a:pt x="150" y="1413"/>
                  </a:cubicBezTo>
                  <a:cubicBezTo>
                    <a:pt x="50" y="2088"/>
                    <a:pt x="0" y="2775"/>
                    <a:pt x="13" y="3462"/>
                  </a:cubicBezTo>
                  <a:cubicBezTo>
                    <a:pt x="13" y="4085"/>
                    <a:pt x="794" y="10836"/>
                    <a:pt x="874" y="10836"/>
                  </a:cubicBezTo>
                  <a:cubicBezTo>
                    <a:pt x="875" y="10836"/>
                    <a:pt x="875" y="10836"/>
                    <a:pt x="875" y="10835"/>
                  </a:cubicBezTo>
                  <a:cubicBezTo>
                    <a:pt x="1563" y="10435"/>
                    <a:pt x="1762" y="9748"/>
                    <a:pt x="1975" y="9011"/>
                  </a:cubicBezTo>
                  <a:cubicBezTo>
                    <a:pt x="2450" y="7274"/>
                    <a:pt x="2937" y="5474"/>
                    <a:pt x="3050" y="3675"/>
                  </a:cubicBezTo>
                  <a:cubicBezTo>
                    <a:pt x="3137" y="2463"/>
                    <a:pt x="3062" y="713"/>
                    <a:pt x="1737" y="126"/>
                  </a:cubicBezTo>
                  <a:cubicBezTo>
                    <a:pt x="1543" y="40"/>
                    <a:pt x="1371" y="0"/>
                    <a:pt x="12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46"/>
            <p:cNvSpPr/>
            <p:nvPr/>
          </p:nvSpPr>
          <p:spPr>
            <a:xfrm>
              <a:off x="6337586" y="3613836"/>
              <a:ext cx="178627" cy="596913"/>
            </a:xfrm>
            <a:custGeom>
              <a:avLst/>
              <a:gdLst/>
              <a:ahLst/>
              <a:cxnLst/>
              <a:rect l="l" t="t" r="r" b="b"/>
              <a:pathLst>
                <a:path w="3275" h="10944" extrusionOk="0">
                  <a:moveTo>
                    <a:pt x="1263" y="97"/>
                  </a:moveTo>
                  <a:cubicBezTo>
                    <a:pt x="1425" y="97"/>
                    <a:pt x="1588" y="147"/>
                    <a:pt x="1750" y="209"/>
                  </a:cubicBezTo>
                  <a:cubicBezTo>
                    <a:pt x="2737" y="659"/>
                    <a:pt x="3162" y="1796"/>
                    <a:pt x="3037" y="3721"/>
                  </a:cubicBezTo>
                  <a:cubicBezTo>
                    <a:pt x="2912" y="5558"/>
                    <a:pt x="2412" y="7395"/>
                    <a:pt x="1962" y="9032"/>
                  </a:cubicBezTo>
                  <a:cubicBezTo>
                    <a:pt x="1775" y="9694"/>
                    <a:pt x="1588" y="10394"/>
                    <a:pt x="950" y="10806"/>
                  </a:cubicBezTo>
                  <a:cubicBezTo>
                    <a:pt x="800" y="10169"/>
                    <a:pt x="113" y="4146"/>
                    <a:pt x="113" y="3496"/>
                  </a:cubicBezTo>
                  <a:cubicBezTo>
                    <a:pt x="100" y="2821"/>
                    <a:pt x="138" y="2146"/>
                    <a:pt x="250" y="1471"/>
                  </a:cubicBezTo>
                  <a:cubicBezTo>
                    <a:pt x="375" y="784"/>
                    <a:pt x="613" y="347"/>
                    <a:pt x="925" y="172"/>
                  </a:cubicBezTo>
                  <a:cubicBezTo>
                    <a:pt x="1025" y="122"/>
                    <a:pt x="1138" y="97"/>
                    <a:pt x="1263" y="97"/>
                  </a:cubicBezTo>
                  <a:close/>
                  <a:moveTo>
                    <a:pt x="1270" y="1"/>
                  </a:moveTo>
                  <a:cubicBezTo>
                    <a:pt x="1129" y="1"/>
                    <a:pt x="998" y="32"/>
                    <a:pt x="875" y="97"/>
                  </a:cubicBezTo>
                  <a:cubicBezTo>
                    <a:pt x="538" y="272"/>
                    <a:pt x="288" y="734"/>
                    <a:pt x="150" y="1459"/>
                  </a:cubicBezTo>
                  <a:cubicBezTo>
                    <a:pt x="50" y="2134"/>
                    <a:pt x="0" y="2821"/>
                    <a:pt x="13" y="3508"/>
                  </a:cubicBezTo>
                  <a:cubicBezTo>
                    <a:pt x="13" y="3821"/>
                    <a:pt x="213" y="5720"/>
                    <a:pt x="413" y="7420"/>
                  </a:cubicBezTo>
                  <a:cubicBezTo>
                    <a:pt x="813" y="10881"/>
                    <a:pt x="875" y="10906"/>
                    <a:pt x="900" y="10931"/>
                  </a:cubicBezTo>
                  <a:lnTo>
                    <a:pt x="925" y="10944"/>
                  </a:lnTo>
                  <a:lnTo>
                    <a:pt x="950" y="10931"/>
                  </a:lnTo>
                  <a:cubicBezTo>
                    <a:pt x="1662" y="10494"/>
                    <a:pt x="1862" y="9769"/>
                    <a:pt x="2062" y="9069"/>
                  </a:cubicBezTo>
                  <a:cubicBezTo>
                    <a:pt x="2512" y="7432"/>
                    <a:pt x="3025" y="5583"/>
                    <a:pt x="3150" y="3733"/>
                  </a:cubicBezTo>
                  <a:cubicBezTo>
                    <a:pt x="3275" y="1771"/>
                    <a:pt x="2837" y="584"/>
                    <a:pt x="1800" y="122"/>
                  </a:cubicBezTo>
                  <a:cubicBezTo>
                    <a:pt x="1607" y="42"/>
                    <a:pt x="1432" y="1"/>
                    <a:pt x="1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6"/>
            <p:cNvSpPr/>
            <p:nvPr/>
          </p:nvSpPr>
          <p:spPr>
            <a:xfrm>
              <a:off x="6809924" y="3737538"/>
              <a:ext cx="227060" cy="474847"/>
            </a:xfrm>
            <a:custGeom>
              <a:avLst/>
              <a:gdLst/>
              <a:ahLst/>
              <a:cxnLst/>
              <a:rect l="l" t="t" r="r" b="b"/>
              <a:pathLst>
                <a:path w="4163" h="8706" extrusionOk="0">
                  <a:moveTo>
                    <a:pt x="1619" y="0"/>
                  </a:moveTo>
                  <a:cubicBezTo>
                    <a:pt x="1130" y="0"/>
                    <a:pt x="632" y="395"/>
                    <a:pt x="351" y="965"/>
                  </a:cubicBezTo>
                  <a:cubicBezTo>
                    <a:pt x="326" y="1015"/>
                    <a:pt x="301" y="1078"/>
                    <a:pt x="288" y="1128"/>
                  </a:cubicBezTo>
                  <a:cubicBezTo>
                    <a:pt x="1" y="1853"/>
                    <a:pt x="76" y="2665"/>
                    <a:pt x="288" y="3415"/>
                  </a:cubicBezTo>
                  <a:cubicBezTo>
                    <a:pt x="775" y="5239"/>
                    <a:pt x="2038" y="7014"/>
                    <a:pt x="3412" y="8288"/>
                  </a:cubicBezTo>
                  <a:cubicBezTo>
                    <a:pt x="3483" y="8359"/>
                    <a:pt x="3895" y="8705"/>
                    <a:pt x="4038" y="8705"/>
                  </a:cubicBezTo>
                  <a:cubicBezTo>
                    <a:pt x="4047" y="8705"/>
                    <a:pt x="4055" y="8704"/>
                    <a:pt x="4062" y="8701"/>
                  </a:cubicBezTo>
                  <a:cubicBezTo>
                    <a:pt x="4162" y="8638"/>
                    <a:pt x="4087" y="8351"/>
                    <a:pt x="4075" y="8263"/>
                  </a:cubicBezTo>
                  <a:cubicBezTo>
                    <a:pt x="3937" y="7151"/>
                    <a:pt x="3750" y="6039"/>
                    <a:pt x="3525" y="4952"/>
                  </a:cubicBezTo>
                  <a:cubicBezTo>
                    <a:pt x="3287" y="3790"/>
                    <a:pt x="3125" y="1328"/>
                    <a:pt x="2388" y="403"/>
                  </a:cubicBezTo>
                  <a:cubicBezTo>
                    <a:pt x="2160" y="122"/>
                    <a:pt x="1891" y="0"/>
                    <a:pt x="16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46"/>
            <p:cNvSpPr/>
            <p:nvPr/>
          </p:nvSpPr>
          <p:spPr>
            <a:xfrm>
              <a:off x="6809270" y="3734647"/>
              <a:ext cx="229733" cy="480192"/>
            </a:xfrm>
            <a:custGeom>
              <a:avLst/>
              <a:gdLst/>
              <a:ahLst/>
              <a:cxnLst/>
              <a:rect l="l" t="t" r="r" b="b"/>
              <a:pathLst>
                <a:path w="4212" h="8804" extrusionOk="0">
                  <a:moveTo>
                    <a:pt x="1595" y="103"/>
                  </a:moveTo>
                  <a:cubicBezTo>
                    <a:pt x="1894" y="103"/>
                    <a:pt x="2176" y="250"/>
                    <a:pt x="2350" y="494"/>
                  </a:cubicBezTo>
                  <a:cubicBezTo>
                    <a:pt x="2899" y="1181"/>
                    <a:pt x="3124" y="2718"/>
                    <a:pt x="3299" y="3955"/>
                  </a:cubicBezTo>
                  <a:cubicBezTo>
                    <a:pt x="3362" y="4355"/>
                    <a:pt x="3412" y="4730"/>
                    <a:pt x="3474" y="5017"/>
                  </a:cubicBezTo>
                  <a:cubicBezTo>
                    <a:pt x="3699" y="6105"/>
                    <a:pt x="3887" y="7217"/>
                    <a:pt x="4024" y="8329"/>
                  </a:cubicBezTo>
                  <a:cubicBezTo>
                    <a:pt x="4037" y="8341"/>
                    <a:pt x="4037" y="8366"/>
                    <a:pt x="4037" y="8391"/>
                  </a:cubicBezTo>
                  <a:cubicBezTo>
                    <a:pt x="4062" y="8466"/>
                    <a:pt x="4112" y="8679"/>
                    <a:pt x="4037" y="8704"/>
                  </a:cubicBezTo>
                  <a:cubicBezTo>
                    <a:pt x="4035" y="8704"/>
                    <a:pt x="4033" y="8704"/>
                    <a:pt x="4031" y="8704"/>
                  </a:cubicBezTo>
                  <a:cubicBezTo>
                    <a:pt x="3957" y="8704"/>
                    <a:pt x="3656" y="8498"/>
                    <a:pt x="3449" y="8291"/>
                  </a:cubicBezTo>
                  <a:cubicBezTo>
                    <a:pt x="1912" y="6892"/>
                    <a:pt x="787" y="5117"/>
                    <a:pt x="338" y="3455"/>
                  </a:cubicBezTo>
                  <a:cubicBezTo>
                    <a:pt x="100" y="2543"/>
                    <a:pt x="100" y="1818"/>
                    <a:pt x="338" y="1206"/>
                  </a:cubicBezTo>
                  <a:cubicBezTo>
                    <a:pt x="363" y="1143"/>
                    <a:pt x="388" y="1093"/>
                    <a:pt x="413" y="1043"/>
                  </a:cubicBezTo>
                  <a:lnTo>
                    <a:pt x="400" y="1043"/>
                  </a:lnTo>
                  <a:cubicBezTo>
                    <a:pt x="662" y="519"/>
                    <a:pt x="1100" y="156"/>
                    <a:pt x="1525" y="106"/>
                  </a:cubicBezTo>
                  <a:cubicBezTo>
                    <a:pt x="1548" y="104"/>
                    <a:pt x="1572" y="103"/>
                    <a:pt x="1595" y="103"/>
                  </a:cubicBezTo>
                  <a:close/>
                  <a:moveTo>
                    <a:pt x="1625" y="1"/>
                  </a:moveTo>
                  <a:cubicBezTo>
                    <a:pt x="1592" y="1"/>
                    <a:pt x="1558" y="3"/>
                    <a:pt x="1525" y="6"/>
                  </a:cubicBezTo>
                  <a:cubicBezTo>
                    <a:pt x="1050" y="56"/>
                    <a:pt x="600" y="431"/>
                    <a:pt x="325" y="993"/>
                  </a:cubicBezTo>
                  <a:cubicBezTo>
                    <a:pt x="288" y="1056"/>
                    <a:pt x="263" y="1106"/>
                    <a:pt x="250" y="1168"/>
                  </a:cubicBezTo>
                  <a:cubicBezTo>
                    <a:pt x="0" y="1793"/>
                    <a:pt x="0" y="2555"/>
                    <a:pt x="250" y="3480"/>
                  </a:cubicBezTo>
                  <a:cubicBezTo>
                    <a:pt x="700" y="5167"/>
                    <a:pt x="1837" y="6954"/>
                    <a:pt x="3387" y="8379"/>
                  </a:cubicBezTo>
                  <a:cubicBezTo>
                    <a:pt x="3437" y="8416"/>
                    <a:pt x="3849" y="8804"/>
                    <a:pt x="4049" y="8804"/>
                  </a:cubicBezTo>
                  <a:cubicBezTo>
                    <a:pt x="4062" y="8804"/>
                    <a:pt x="4074" y="8804"/>
                    <a:pt x="4099" y="8791"/>
                  </a:cubicBezTo>
                  <a:cubicBezTo>
                    <a:pt x="4212" y="8729"/>
                    <a:pt x="4174" y="8504"/>
                    <a:pt x="4149" y="8366"/>
                  </a:cubicBezTo>
                  <a:cubicBezTo>
                    <a:pt x="4137" y="8341"/>
                    <a:pt x="4137" y="8329"/>
                    <a:pt x="4137" y="8304"/>
                  </a:cubicBezTo>
                  <a:cubicBezTo>
                    <a:pt x="3999" y="7204"/>
                    <a:pt x="3812" y="6080"/>
                    <a:pt x="3587" y="4992"/>
                  </a:cubicBezTo>
                  <a:cubicBezTo>
                    <a:pt x="3524" y="4705"/>
                    <a:pt x="3474" y="4330"/>
                    <a:pt x="3412" y="3943"/>
                  </a:cubicBezTo>
                  <a:cubicBezTo>
                    <a:pt x="3237" y="2680"/>
                    <a:pt x="2999" y="1131"/>
                    <a:pt x="2437" y="419"/>
                  </a:cubicBezTo>
                  <a:cubicBezTo>
                    <a:pt x="2245" y="159"/>
                    <a:pt x="1940" y="1"/>
                    <a:pt x="16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46"/>
            <p:cNvSpPr/>
            <p:nvPr/>
          </p:nvSpPr>
          <p:spPr>
            <a:xfrm>
              <a:off x="6259209" y="2550039"/>
              <a:ext cx="359271" cy="1461684"/>
            </a:xfrm>
            <a:custGeom>
              <a:avLst/>
              <a:gdLst/>
              <a:ahLst/>
              <a:cxnLst/>
              <a:rect l="l" t="t" r="r" b="b"/>
              <a:pathLst>
                <a:path w="6587" h="26799" extrusionOk="0">
                  <a:moveTo>
                    <a:pt x="4330" y="1"/>
                  </a:moveTo>
                  <a:cubicBezTo>
                    <a:pt x="2891" y="1"/>
                    <a:pt x="2155" y="2431"/>
                    <a:pt x="1900" y="3817"/>
                  </a:cubicBezTo>
                  <a:cubicBezTo>
                    <a:pt x="1050" y="8366"/>
                    <a:pt x="638" y="12628"/>
                    <a:pt x="450" y="17251"/>
                  </a:cubicBezTo>
                  <a:cubicBezTo>
                    <a:pt x="425" y="17839"/>
                    <a:pt x="238" y="26062"/>
                    <a:pt x="0" y="26074"/>
                  </a:cubicBezTo>
                  <a:cubicBezTo>
                    <a:pt x="1500" y="26511"/>
                    <a:pt x="3050" y="26761"/>
                    <a:pt x="4599" y="26799"/>
                  </a:cubicBezTo>
                  <a:cubicBezTo>
                    <a:pt x="4737" y="26799"/>
                    <a:pt x="4887" y="25774"/>
                    <a:pt x="5049" y="24299"/>
                  </a:cubicBezTo>
                  <a:cubicBezTo>
                    <a:pt x="5424" y="20775"/>
                    <a:pt x="5799" y="14715"/>
                    <a:pt x="5836" y="14002"/>
                  </a:cubicBezTo>
                  <a:cubicBezTo>
                    <a:pt x="5974" y="12078"/>
                    <a:pt x="5949" y="10066"/>
                    <a:pt x="6224" y="8154"/>
                  </a:cubicBezTo>
                  <a:cubicBezTo>
                    <a:pt x="6474" y="6554"/>
                    <a:pt x="6586" y="4942"/>
                    <a:pt x="6561" y="3330"/>
                  </a:cubicBezTo>
                  <a:cubicBezTo>
                    <a:pt x="6536" y="2343"/>
                    <a:pt x="6411" y="1256"/>
                    <a:pt x="5661" y="606"/>
                  </a:cubicBezTo>
                  <a:cubicBezTo>
                    <a:pt x="5163" y="179"/>
                    <a:pt x="4721" y="1"/>
                    <a:pt x="43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46"/>
            <p:cNvSpPr/>
            <p:nvPr/>
          </p:nvSpPr>
          <p:spPr>
            <a:xfrm>
              <a:off x="6547520" y="2666051"/>
              <a:ext cx="520772" cy="1372944"/>
            </a:xfrm>
            <a:custGeom>
              <a:avLst/>
              <a:gdLst/>
              <a:ahLst/>
              <a:cxnLst/>
              <a:rect l="l" t="t" r="r" b="b"/>
              <a:pathLst>
                <a:path w="9548" h="25172" extrusionOk="0">
                  <a:moveTo>
                    <a:pt x="2573" y="0"/>
                  </a:moveTo>
                  <a:cubicBezTo>
                    <a:pt x="1902" y="0"/>
                    <a:pt x="1217" y="579"/>
                    <a:pt x="838" y="1628"/>
                  </a:cubicBezTo>
                  <a:cubicBezTo>
                    <a:pt x="0" y="3902"/>
                    <a:pt x="188" y="6414"/>
                    <a:pt x="525" y="8764"/>
                  </a:cubicBezTo>
                  <a:cubicBezTo>
                    <a:pt x="850" y="10988"/>
                    <a:pt x="1338" y="13200"/>
                    <a:pt x="1962" y="15374"/>
                  </a:cubicBezTo>
                  <a:cubicBezTo>
                    <a:pt x="2762" y="18149"/>
                    <a:pt x="4262" y="22360"/>
                    <a:pt x="5112" y="25172"/>
                  </a:cubicBezTo>
                  <a:cubicBezTo>
                    <a:pt x="6611" y="24909"/>
                    <a:pt x="8061" y="24372"/>
                    <a:pt x="9548" y="23997"/>
                  </a:cubicBezTo>
                  <a:cubicBezTo>
                    <a:pt x="8211" y="18986"/>
                    <a:pt x="6849" y="12463"/>
                    <a:pt x="5686" y="7414"/>
                  </a:cubicBezTo>
                  <a:cubicBezTo>
                    <a:pt x="5237" y="5477"/>
                    <a:pt x="4749" y="3540"/>
                    <a:pt x="4162" y="1628"/>
                  </a:cubicBezTo>
                  <a:cubicBezTo>
                    <a:pt x="3822" y="513"/>
                    <a:pt x="3204" y="0"/>
                    <a:pt x="25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46"/>
            <p:cNvSpPr/>
            <p:nvPr/>
          </p:nvSpPr>
          <p:spPr>
            <a:xfrm>
              <a:off x="5741873" y="2085446"/>
              <a:ext cx="665309" cy="397451"/>
            </a:xfrm>
            <a:custGeom>
              <a:avLst/>
              <a:gdLst/>
              <a:ahLst/>
              <a:cxnLst/>
              <a:rect l="l" t="t" r="r" b="b"/>
              <a:pathLst>
                <a:path w="12198" h="7287" extrusionOk="0">
                  <a:moveTo>
                    <a:pt x="476" y="0"/>
                  </a:moveTo>
                  <a:cubicBezTo>
                    <a:pt x="472" y="0"/>
                    <a:pt x="467" y="1"/>
                    <a:pt x="463" y="1"/>
                  </a:cubicBezTo>
                  <a:cubicBezTo>
                    <a:pt x="263" y="26"/>
                    <a:pt x="638" y="851"/>
                    <a:pt x="700" y="976"/>
                  </a:cubicBezTo>
                  <a:cubicBezTo>
                    <a:pt x="673" y="972"/>
                    <a:pt x="647" y="970"/>
                    <a:pt x="620" y="970"/>
                  </a:cubicBezTo>
                  <a:cubicBezTo>
                    <a:pt x="386" y="970"/>
                    <a:pt x="165" y="1115"/>
                    <a:pt x="75" y="1351"/>
                  </a:cubicBezTo>
                  <a:cubicBezTo>
                    <a:pt x="0" y="1613"/>
                    <a:pt x="38" y="1888"/>
                    <a:pt x="175" y="2126"/>
                  </a:cubicBezTo>
                  <a:cubicBezTo>
                    <a:pt x="325" y="2351"/>
                    <a:pt x="488" y="2551"/>
                    <a:pt x="688" y="2726"/>
                  </a:cubicBezTo>
                  <a:cubicBezTo>
                    <a:pt x="1063" y="3100"/>
                    <a:pt x="1262" y="3525"/>
                    <a:pt x="1587" y="3938"/>
                  </a:cubicBezTo>
                  <a:cubicBezTo>
                    <a:pt x="3074" y="5837"/>
                    <a:pt x="5111" y="7137"/>
                    <a:pt x="7573" y="7274"/>
                  </a:cubicBezTo>
                  <a:cubicBezTo>
                    <a:pt x="7736" y="7283"/>
                    <a:pt x="7898" y="7287"/>
                    <a:pt x="8061" y="7287"/>
                  </a:cubicBezTo>
                  <a:cubicBezTo>
                    <a:pt x="8872" y="7287"/>
                    <a:pt x="9681" y="7183"/>
                    <a:pt x="10473" y="6974"/>
                  </a:cubicBezTo>
                  <a:cubicBezTo>
                    <a:pt x="10847" y="6887"/>
                    <a:pt x="11197" y="6737"/>
                    <a:pt x="11510" y="6525"/>
                  </a:cubicBezTo>
                  <a:cubicBezTo>
                    <a:pt x="11947" y="6187"/>
                    <a:pt x="12197" y="5662"/>
                    <a:pt x="12185" y="5125"/>
                  </a:cubicBezTo>
                  <a:cubicBezTo>
                    <a:pt x="12172" y="4688"/>
                    <a:pt x="11960" y="4063"/>
                    <a:pt x="11547" y="3850"/>
                  </a:cubicBezTo>
                  <a:cubicBezTo>
                    <a:pt x="11380" y="3756"/>
                    <a:pt x="11175" y="3721"/>
                    <a:pt x="10960" y="3721"/>
                  </a:cubicBezTo>
                  <a:cubicBezTo>
                    <a:pt x="10661" y="3721"/>
                    <a:pt x="10345" y="3790"/>
                    <a:pt x="10098" y="3863"/>
                  </a:cubicBezTo>
                  <a:cubicBezTo>
                    <a:pt x="9153" y="4115"/>
                    <a:pt x="8214" y="4308"/>
                    <a:pt x="7259" y="4308"/>
                  </a:cubicBezTo>
                  <a:cubicBezTo>
                    <a:pt x="6888" y="4308"/>
                    <a:pt x="6514" y="4279"/>
                    <a:pt x="6136" y="4213"/>
                  </a:cubicBezTo>
                  <a:cubicBezTo>
                    <a:pt x="4974" y="4025"/>
                    <a:pt x="3812" y="3663"/>
                    <a:pt x="2800" y="3026"/>
                  </a:cubicBezTo>
                  <a:cubicBezTo>
                    <a:pt x="2375" y="2763"/>
                    <a:pt x="1900" y="2401"/>
                    <a:pt x="1675" y="1938"/>
                  </a:cubicBezTo>
                  <a:cubicBezTo>
                    <a:pt x="1425" y="1438"/>
                    <a:pt x="1200" y="926"/>
                    <a:pt x="913" y="451"/>
                  </a:cubicBezTo>
                  <a:cubicBezTo>
                    <a:pt x="864" y="354"/>
                    <a:pt x="617" y="0"/>
                    <a:pt x="4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46"/>
            <p:cNvSpPr/>
            <p:nvPr/>
          </p:nvSpPr>
          <p:spPr>
            <a:xfrm>
              <a:off x="5739146" y="2082010"/>
              <a:ext cx="670764" cy="403615"/>
            </a:xfrm>
            <a:custGeom>
              <a:avLst/>
              <a:gdLst/>
              <a:ahLst/>
              <a:cxnLst/>
              <a:rect l="l" t="t" r="r" b="b"/>
              <a:pathLst>
                <a:path w="12298" h="7400" extrusionOk="0">
                  <a:moveTo>
                    <a:pt x="531" y="101"/>
                  </a:moveTo>
                  <a:cubicBezTo>
                    <a:pt x="610" y="101"/>
                    <a:pt x="827" y="356"/>
                    <a:pt x="925" y="527"/>
                  </a:cubicBezTo>
                  <a:cubicBezTo>
                    <a:pt x="1138" y="877"/>
                    <a:pt x="1312" y="1264"/>
                    <a:pt x="1487" y="1626"/>
                  </a:cubicBezTo>
                  <a:cubicBezTo>
                    <a:pt x="1550" y="1751"/>
                    <a:pt x="1612" y="1889"/>
                    <a:pt x="1675" y="2014"/>
                  </a:cubicBezTo>
                  <a:cubicBezTo>
                    <a:pt x="1925" y="2526"/>
                    <a:pt x="2450" y="2889"/>
                    <a:pt x="2825" y="3126"/>
                  </a:cubicBezTo>
                  <a:cubicBezTo>
                    <a:pt x="3724" y="3701"/>
                    <a:pt x="4862" y="4101"/>
                    <a:pt x="6186" y="4326"/>
                  </a:cubicBezTo>
                  <a:cubicBezTo>
                    <a:pt x="6557" y="4387"/>
                    <a:pt x="6923" y="4413"/>
                    <a:pt x="7283" y="4413"/>
                  </a:cubicBezTo>
                  <a:cubicBezTo>
                    <a:pt x="8318" y="4413"/>
                    <a:pt x="9298" y="4195"/>
                    <a:pt x="10160" y="3963"/>
                  </a:cubicBezTo>
                  <a:cubicBezTo>
                    <a:pt x="10405" y="3897"/>
                    <a:pt x="10715" y="3826"/>
                    <a:pt x="11010" y="3826"/>
                  </a:cubicBezTo>
                  <a:cubicBezTo>
                    <a:pt x="11213" y="3826"/>
                    <a:pt x="11409" y="3859"/>
                    <a:pt x="11572" y="3951"/>
                  </a:cubicBezTo>
                  <a:cubicBezTo>
                    <a:pt x="11985" y="4163"/>
                    <a:pt x="12172" y="4801"/>
                    <a:pt x="12185" y="5175"/>
                  </a:cubicBezTo>
                  <a:cubicBezTo>
                    <a:pt x="12197" y="5713"/>
                    <a:pt x="11947" y="6225"/>
                    <a:pt x="11522" y="6550"/>
                  </a:cubicBezTo>
                  <a:cubicBezTo>
                    <a:pt x="11222" y="6763"/>
                    <a:pt x="10872" y="6912"/>
                    <a:pt x="10510" y="6987"/>
                  </a:cubicBezTo>
                  <a:cubicBezTo>
                    <a:pt x="9729" y="7196"/>
                    <a:pt x="8922" y="7300"/>
                    <a:pt x="8111" y="7300"/>
                  </a:cubicBezTo>
                  <a:cubicBezTo>
                    <a:pt x="7948" y="7300"/>
                    <a:pt x="7786" y="7296"/>
                    <a:pt x="7623" y="7287"/>
                  </a:cubicBezTo>
                  <a:cubicBezTo>
                    <a:pt x="5336" y="7162"/>
                    <a:pt x="3274" y="6013"/>
                    <a:pt x="1675" y="3963"/>
                  </a:cubicBezTo>
                  <a:cubicBezTo>
                    <a:pt x="1550" y="3813"/>
                    <a:pt x="1450" y="3651"/>
                    <a:pt x="1337" y="3488"/>
                  </a:cubicBezTo>
                  <a:cubicBezTo>
                    <a:pt x="1175" y="3226"/>
                    <a:pt x="988" y="2976"/>
                    <a:pt x="775" y="2751"/>
                  </a:cubicBezTo>
                  <a:cubicBezTo>
                    <a:pt x="575" y="2576"/>
                    <a:pt x="413" y="2376"/>
                    <a:pt x="275" y="2151"/>
                  </a:cubicBezTo>
                  <a:cubicBezTo>
                    <a:pt x="138" y="1939"/>
                    <a:pt x="100" y="1676"/>
                    <a:pt x="188" y="1426"/>
                  </a:cubicBezTo>
                  <a:cubicBezTo>
                    <a:pt x="250" y="1227"/>
                    <a:pt x="438" y="1089"/>
                    <a:pt x="663" y="1077"/>
                  </a:cubicBezTo>
                  <a:lnTo>
                    <a:pt x="750" y="1077"/>
                  </a:lnTo>
                  <a:lnTo>
                    <a:pt x="863" y="1102"/>
                  </a:lnTo>
                  <a:lnTo>
                    <a:pt x="800" y="1002"/>
                  </a:lnTo>
                  <a:cubicBezTo>
                    <a:pt x="713" y="839"/>
                    <a:pt x="450" y="239"/>
                    <a:pt x="525" y="102"/>
                  </a:cubicBezTo>
                  <a:cubicBezTo>
                    <a:pt x="527" y="102"/>
                    <a:pt x="529" y="101"/>
                    <a:pt x="531" y="101"/>
                  </a:cubicBezTo>
                  <a:close/>
                  <a:moveTo>
                    <a:pt x="527" y="1"/>
                  </a:moveTo>
                  <a:cubicBezTo>
                    <a:pt x="522" y="1"/>
                    <a:pt x="518" y="1"/>
                    <a:pt x="513" y="2"/>
                  </a:cubicBezTo>
                  <a:cubicBezTo>
                    <a:pt x="475" y="14"/>
                    <a:pt x="438" y="39"/>
                    <a:pt x="425" y="64"/>
                  </a:cubicBezTo>
                  <a:cubicBezTo>
                    <a:pt x="350" y="239"/>
                    <a:pt x="575" y="752"/>
                    <a:pt x="675" y="964"/>
                  </a:cubicBezTo>
                  <a:lnTo>
                    <a:pt x="663" y="964"/>
                  </a:lnTo>
                  <a:cubicBezTo>
                    <a:pt x="400" y="977"/>
                    <a:pt x="175" y="1152"/>
                    <a:pt x="88" y="1389"/>
                  </a:cubicBezTo>
                  <a:cubicBezTo>
                    <a:pt x="0" y="1664"/>
                    <a:pt x="38" y="1964"/>
                    <a:pt x="188" y="2201"/>
                  </a:cubicBezTo>
                  <a:cubicBezTo>
                    <a:pt x="325" y="2426"/>
                    <a:pt x="500" y="2639"/>
                    <a:pt x="700" y="2826"/>
                  </a:cubicBezTo>
                  <a:cubicBezTo>
                    <a:pt x="913" y="3039"/>
                    <a:pt x="1100" y="3288"/>
                    <a:pt x="1262" y="3551"/>
                  </a:cubicBezTo>
                  <a:cubicBezTo>
                    <a:pt x="1362" y="3701"/>
                    <a:pt x="1475" y="3876"/>
                    <a:pt x="1600" y="4026"/>
                  </a:cubicBezTo>
                  <a:cubicBezTo>
                    <a:pt x="3212" y="6100"/>
                    <a:pt x="5299" y="7250"/>
                    <a:pt x="7611" y="7387"/>
                  </a:cubicBezTo>
                  <a:cubicBezTo>
                    <a:pt x="7786" y="7400"/>
                    <a:pt x="7961" y="7400"/>
                    <a:pt x="8136" y="7400"/>
                  </a:cubicBezTo>
                  <a:cubicBezTo>
                    <a:pt x="8948" y="7400"/>
                    <a:pt x="9760" y="7287"/>
                    <a:pt x="10535" y="7075"/>
                  </a:cubicBezTo>
                  <a:cubicBezTo>
                    <a:pt x="10910" y="6987"/>
                    <a:pt x="11272" y="6837"/>
                    <a:pt x="11585" y="6613"/>
                  </a:cubicBezTo>
                  <a:cubicBezTo>
                    <a:pt x="12035" y="6275"/>
                    <a:pt x="12297" y="5738"/>
                    <a:pt x="12285" y="5163"/>
                  </a:cubicBezTo>
                  <a:cubicBezTo>
                    <a:pt x="12272" y="4688"/>
                    <a:pt x="12035" y="4063"/>
                    <a:pt x="11622" y="3851"/>
                  </a:cubicBezTo>
                  <a:cubicBezTo>
                    <a:pt x="11439" y="3752"/>
                    <a:pt x="11224" y="3716"/>
                    <a:pt x="11004" y="3716"/>
                  </a:cubicBezTo>
                  <a:cubicBezTo>
                    <a:pt x="10698" y="3716"/>
                    <a:pt x="10382" y="3785"/>
                    <a:pt x="10135" y="3851"/>
                  </a:cubicBezTo>
                  <a:cubicBezTo>
                    <a:pt x="9282" y="4083"/>
                    <a:pt x="8312" y="4301"/>
                    <a:pt x="7286" y="4301"/>
                  </a:cubicBezTo>
                  <a:cubicBezTo>
                    <a:pt x="6929" y="4301"/>
                    <a:pt x="6566" y="4274"/>
                    <a:pt x="6199" y="4213"/>
                  </a:cubicBezTo>
                  <a:cubicBezTo>
                    <a:pt x="4887" y="3988"/>
                    <a:pt x="3774" y="3601"/>
                    <a:pt x="2875" y="3039"/>
                  </a:cubicBezTo>
                  <a:cubicBezTo>
                    <a:pt x="2512" y="2801"/>
                    <a:pt x="2012" y="2451"/>
                    <a:pt x="1775" y="1964"/>
                  </a:cubicBezTo>
                  <a:cubicBezTo>
                    <a:pt x="1712" y="1839"/>
                    <a:pt x="1650" y="1701"/>
                    <a:pt x="1575" y="1564"/>
                  </a:cubicBezTo>
                  <a:cubicBezTo>
                    <a:pt x="1400" y="1214"/>
                    <a:pt x="1225" y="827"/>
                    <a:pt x="1013" y="477"/>
                  </a:cubicBezTo>
                  <a:cubicBezTo>
                    <a:pt x="1013" y="477"/>
                    <a:pt x="727" y="1"/>
                    <a:pt x="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46"/>
            <p:cNvSpPr/>
            <p:nvPr/>
          </p:nvSpPr>
          <p:spPr>
            <a:xfrm>
              <a:off x="6561810" y="2192513"/>
              <a:ext cx="2127" cy="2782"/>
            </a:xfrm>
            <a:custGeom>
              <a:avLst/>
              <a:gdLst/>
              <a:ahLst/>
              <a:cxnLst/>
              <a:rect l="l" t="t" r="r" b="b"/>
              <a:pathLst>
                <a:path w="39" h="51" extrusionOk="0">
                  <a:moveTo>
                    <a:pt x="26" y="0"/>
                  </a:moveTo>
                  <a:lnTo>
                    <a:pt x="1" y="38"/>
                  </a:lnTo>
                  <a:lnTo>
                    <a:pt x="26" y="50"/>
                  </a:lnTo>
                  <a:cubicBezTo>
                    <a:pt x="38" y="25"/>
                    <a:pt x="38" y="13"/>
                    <a:pt x="26" y="0"/>
                  </a:cubicBezTo>
                  <a:close/>
                </a:path>
              </a:pathLst>
            </a:custGeom>
            <a:solidFill>
              <a:srgbClr val="5C2A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46"/>
            <p:cNvSpPr/>
            <p:nvPr/>
          </p:nvSpPr>
          <p:spPr>
            <a:xfrm>
              <a:off x="6303497" y="2191476"/>
              <a:ext cx="272003" cy="289403"/>
            </a:xfrm>
            <a:custGeom>
              <a:avLst/>
              <a:gdLst/>
              <a:ahLst/>
              <a:cxnLst/>
              <a:rect l="l" t="t" r="r" b="b"/>
              <a:pathLst>
                <a:path w="4987" h="5306" extrusionOk="0">
                  <a:moveTo>
                    <a:pt x="4412" y="1"/>
                  </a:moveTo>
                  <a:cubicBezTo>
                    <a:pt x="4349" y="1"/>
                    <a:pt x="4287" y="7"/>
                    <a:pt x="4224" y="19"/>
                  </a:cubicBezTo>
                  <a:cubicBezTo>
                    <a:pt x="2762" y="182"/>
                    <a:pt x="1350" y="682"/>
                    <a:pt x="101" y="1469"/>
                  </a:cubicBezTo>
                  <a:cubicBezTo>
                    <a:pt x="63" y="1481"/>
                    <a:pt x="38" y="1506"/>
                    <a:pt x="13" y="1544"/>
                  </a:cubicBezTo>
                  <a:cubicBezTo>
                    <a:pt x="1" y="1569"/>
                    <a:pt x="1" y="1606"/>
                    <a:pt x="1" y="1631"/>
                  </a:cubicBezTo>
                  <a:cubicBezTo>
                    <a:pt x="26" y="2256"/>
                    <a:pt x="51" y="2869"/>
                    <a:pt x="101" y="3481"/>
                  </a:cubicBezTo>
                  <a:cubicBezTo>
                    <a:pt x="151" y="4093"/>
                    <a:pt x="213" y="4706"/>
                    <a:pt x="288" y="5305"/>
                  </a:cubicBezTo>
                  <a:cubicBezTo>
                    <a:pt x="638" y="4980"/>
                    <a:pt x="1188" y="4830"/>
                    <a:pt x="1625" y="4631"/>
                  </a:cubicBezTo>
                  <a:cubicBezTo>
                    <a:pt x="2350" y="4318"/>
                    <a:pt x="3000" y="3831"/>
                    <a:pt x="3512" y="3218"/>
                  </a:cubicBezTo>
                  <a:cubicBezTo>
                    <a:pt x="4100" y="2469"/>
                    <a:pt x="4562" y="1631"/>
                    <a:pt x="4862" y="719"/>
                  </a:cubicBezTo>
                  <a:cubicBezTo>
                    <a:pt x="4937" y="507"/>
                    <a:pt x="4987" y="232"/>
                    <a:pt x="4812" y="94"/>
                  </a:cubicBezTo>
                  <a:cubicBezTo>
                    <a:pt x="4787" y="82"/>
                    <a:pt x="4774" y="69"/>
                    <a:pt x="4749" y="57"/>
                  </a:cubicBezTo>
                  <a:cubicBezTo>
                    <a:pt x="4749" y="82"/>
                    <a:pt x="4737" y="107"/>
                    <a:pt x="4724" y="119"/>
                  </a:cubicBezTo>
                  <a:lnTo>
                    <a:pt x="4674" y="107"/>
                  </a:lnTo>
                  <a:lnTo>
                    <a:pt x="4724" y="44"/>
                  </a:lnTo>
                  <a:cubicBezTo>
                    <a:pt x="4687" y="32"/>
                    <a:pt x="4637" y="19"/>
                    <a:pt x="4599" y="19"/>
                  </a:cubicBezTo>
                  <a:cubicBezTo>
                    <a:pt x="4537" y="7"/>
                    <a:pt x="4474" y="1"/>
                    <a:pt x="44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46"/>
            <p:cNvSpPr/>
            <p:nvPr/>
          </p:nvSpPr>
          <p:spPr>
            <a:xfrm>
              <a:off x="6325314" y="2191476"/>
              <a:ext cx="482647" cy="650637"/>
            </a:xfrm>
            <a:custGeom>
              <a:avLst/>
              <a:gdLst/>
              <a:ahLst/>
              <a:cxnLst/>
              <a:rect l="l" t="t" r="r" b="b"/>
              <a:pathLst>
                <a:path w="8849" h="11929" extrusionOk="0">
                  <a:moveTo>
                    <a:pt x="5195" y="0"/>
                  </a:moveTo>
                  <a:cubicBezTo>
                    <a:pt x="4649" y="0"/>
                    <a:pt x="4089" y="155"/>
                    <a:pt x="3650" y="382"/>
                  </a:cubicBezTo>
                  <a:cubicBezTo>
                    <a:pt x="2162" y="1131"/>
                    <a:pt x="1800" y="3093"/>
                    <a:pt x="1325" y="4568"/>
                  </a:cubicBezTo>
                  <a:cubicBezTo>
                    <a:pt x="763" y="6280"/>
                    <a:pt x="325" y="8030"/>
                    <a:pt x="0" y="9792"/>
                  </a:cubicBezTo>
                  <a:cubicBezTo>
                    <a:pt x="513" y="10154"/>
                    <a:pt x="1413" y="10254"/>
                    <a:pt x="2000" y="10404"/>
                  </a:cubicBezTo>
                  <a:cubicBezTo>
                    <a:pt x="2787" y="10616"/>
                    <a:pt x="3575" y="10816"/>
                    <a:pt x="4374" y="11016"/>
                  </a:cubicBezTo>
                  <a:cubicBezTo>
                    <a:pt x="4749" y="11104"/>
                    <a:pt x="7836" y="11654"/>
                    <a:pt x="8848" y="11929"/>
                  </a:cubicBezTo>
                  <a:cubicBezTo>
                    <a:pt x="8473" y="10979"/>
                    <a:pt x="8073" y="10017"/>
                    <a:pt x="8111" y="8979"/>
                  </a:cubicBezTo>
                  <a:cubicBezTo>
                    <a:pt x="8186" y="6792"/>
                    <a:pt x="8523" y="4531"/>
                    <a:pt x="7611" y="2456"/>
                  </a:cubicBezTo>
                  <a:cubicBezTo>
                    <a:pt x="7324" y="1806"/>
                    <a:pt x="6986" y="707"/>
                    <a:pt x="6361" y="307"/>
                  </a:cubicBezTo>
                  <a:cubicBezTo>
                    <a:pt x="6021" y="90"/>
                    <a:pt x="5612" y="0"/>
                    <a:pt x="51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46"/>
            <p:cNvSpPr/>
            <p:nvPr/>
          </p:nvSpPr>
          <p:spPr>
            <a:xfrm>
              <a:off x="6715893" y="2325815"/>
              <a:ext cx="399469" cy="434867"/>
            </a:xfrm>
            <a:custGeom>
              <a:avLst/>
              <a:gdLst/>
              <a:ahLst/>
              <a:cxnLst/>
              <a:rect l="l" t="t" r="r" b="b"/>
              <a:pathLst>
                <a:path w="7324" h="7973" extrusionOk="0">
                  <a:moveTo>
                    <a:pt x="2213" y="1"/>
                  </a:moveTo>
                  <a:cubicBezTo>
                    <a:pt x="2167" y="1"/>
                    <a:pt x="2121" y="2"/>
                    <a:pt x="2075" y="6"/>
                  </a:cubicBezTo>
                  <a:cubicBezTo>
                    <a:pt x="1125" y="118"/>
                    <a:pt x="550" y="1118"/>
                    <a:pt x="925" y="1993"/>
                  </a:cubicBezTo>
                  <a:cubicBezTo>
                    <a:pt x="1162" y="2505"/>
                    <a:pt x="1662" y="2842"/>
                    <a:pt x="2137" y="3167"/>
                  </a:cubicBezTo>
                  <a:lnTo>
                    <a:pt x="2150" y="3167"/>
                  </a:lnTo>
                  <a:cubicBezTo>
                    <a:pt x="2824" y="3642"/>
                    <a:pt x="3462" y="4167"/>
                    <a:pt x="4049" y="4729"/>
                  </a:cubicBezTo>
                  <a:cubicBezTo>
                    <a:pt x="4424" y="5092"/>
                    <a:pt x="4137" y="5492"/>
                    <a:pt x="3812" y="5779"/>
                  </a:cubicBezTo>
                  <a:cubicBezTo>
                    <a:pt x="3291" y="6219"/>
                    <a:pt x="2417" y="6969"/>
                    <a:pt x="1666" y="6969"/>
                  </a:cubicBezTo>
                  <a:cubicBezTo>
                    <a:pt x="1605" y="6969"/>
                    <a:pt x="1546" y="6964"/>
                    <a:pt x="1487" y="6954"/>
                  </a:cubicBezTo>
                  <a:cubicBezTo>
                    <a:pt x="1262" y="6916"/>
                    <a:pt x="1062" y="6816"/>
                    <a:pt x="850" y="6766"/>
                  </a:cubicBezTo>
                  <a:cubicBezTo>
                    <a:pt x="775" y="6740"/>
                    <a:pt x="698" y="6727"/>
                    <a:pt x="622" y="6727"/>
                  </a:cubicBezTo>
                  <a:cubicBezTo>
                    <a:pt x="483" y="6727"/>
                    <a:pt x="346" y="6769"/>
                    <a:pt x="225" y="6841"/>
                  </a:cubicBezTo>
                  <a:cubicBezTo>
                    <a:pt x="13" y="7054"/>
                    <a:pt x="0" y="7391"/>
                    <a:pt x="175" y="7616"/>
                  </a:cubicBezTo>
                  <a:cubicBezTo>
                    <a:pt x="363" y="7841"/>
                    <a:pt x="637" y="7966"/>
                    <a:pt x="925" y="7966"/>
                  </a:cubicBezTo>
                  <a:cubicBezTo>
                    <a:pt x="1027" y="7971"/>
                    <a:pt x="1131" y="7973"/>
                    <a:pt x="1235" y="7973"/>
                  </a:cubicBezTo>
                  <a:cubicBezTo>
                    <a:pt x="1664" y="7973"/>
                    <a:pt x="2102" y="7939"/>
                    <a:pt x="2524" y="7928"/>
                  </a:cubicBezTo>
                  <a:cubicBezTo>
                    <a:pt x="3074" y="7916"/>
                    <a:pt x="3624" y="7816"/>
                    <a:pt x="4162" y="7654"/>
                  </a:cubicBezTo>
                  <a:cubicBezTo>
                    <a:pt x="5099" y="7341"/>
                    <a:pt x="6011" y="6829"/>
                    <a:pt x="6548" y="5967"/>
                  </a:cubicBezTo>
                  <a:cubicBezTo>
                    <a:pt x="7323" y="4679"/>
                    <a:pt x="6573" y="3530"/>
                    <a:pt x="5761" y="2492"/>
                  </a:cubicBezTo>
                  <a:cubicBezTo>
                    <a:pt x="5036" y="1580"/>
                    <a:pt x="4212" y="680"/>
                    <a:pt x="3124" y="206"/>
                  </a:cubicBezTo>
                  <a:cubicBezTo>
                    <a:pt x="2841" y="75"/>
                    <a:pt x="2528" y="1"/>
                    <a:pt x="22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46"/>
            <p:cNvSpPr/>
            <p:nvPr/>
          </p:nvSpPr>
          <p:spPr>
            <a:xfrm>
              <a:off x="6710493" y="2323087"/>
              <a:ext cx="408960" cy="440649"/>
            </a:xfrm>
            <a:custGeom>
              <a:avLst/>
              <a:gdLst/>
              <a:ahLst/>
              <a:cxnLst/>
              <a:rect l="l" t="t" r="r" b="b"/>
              <a:pathLst>
                <a:path w="7498" h="8079" extrusionOk="0">
                  <a:moveTo>
                    <a:pt x="2311" y="101"/>
                  </a:moveTo>
                  <a:cubicBezTo>
                    <a:pt x="2624" y="101"/>
                    <a:pt x="2927" y="175"/>
                    <a:pt x="3211" y="306"/>
                  </a:cubicBezTo>
                  <a:cubicBezTo>
                    <a:pt x="4311" y="780"/>
                    <a:pt x="5148" y="1718"/>
                    <a:pt x="5823" y="2580"/>
                  </a:cubicBezTo>
                  <a:cubicBezTo>
                    <a:pt x="6635" y="3617"/>
                    <a:pt x="7372" y="4729"/>
                    <a:pt x="6597" y="5992"/>
                  </a:cubicBezTo>
                  <a:cubicBezTo>
                    <a:pt x="6148" y="6729"/>
                    <a:pt x="5348" y="7291"/>
                    <a:pt x="4248" y="7654"/>
                  </a:cubicBezTo>
                  <a:cubicBezTo>
                    <a:pt x="3711" y="7829"/>
                    <a:pt x="3173" y="7916"/>
                    <a:pt x="2611" y="7929"/>
                  </a:cubicBezTo>
                  <a:cubicBezTo>
                    <a:pt x="2436" y="7929"/>
                    <a:pt x="2249" y="7941"/>
                    <a:pt x="2061" y="7954"/>
                  </a:cubicBezTo>
                  <a:cubicBezTo>
                    <a:pt x="1823" y="7962"/>
                    <a:pt x="1571" y="7971"/>
                    <a:pt x="1330" y="7971"/>
                  </a:cubicBezTo>
                  <a:cubicBezTo>
                    <a:pt x="1230" y="7971"/>
                    <a:pt x="1132" y="7970"/>
                    <a:pt x="1036" y="7966"/>
                  </a:cubicBezTo>
                  <a:cubicBezTo>
                    <a:pt x="749" y="7966"/>
                    <a:pt x="499" y="7841"/>
                    <a:pt x="312" y="7641"/>
                  </a:cubicBezTo>
                  <a:cubicBezTo>
                    <a:pt x="1" y="7342"/>
                    <a:pt x="228" y="6826"/>
                    <a:pt x="642" y="6826"/>
                  </a:cubicBezTo>
                  <a:cubicBezTo>
                    <a:pt x="661" y="6826"/>
                    <a:pt x="680" y="6827"/>
                    <a:pt x="699" y="6829"/>
                  </a:cubicBezTo>
                  <a:cubicBezTo>
                    <a:pt x="774" y="6829"/>
                    <a:pt x="861" y="6829"/>
                    <a:pt x="949" y="6854"/>
                  </a:cubicBezTo>
                  <a:cubicBezTo>
                    <a:pt x="1036" y="6879"/>
                    <a:pt x="1124" y="6904"/>
                    <a:pt x="1211" y="6929"/>
                  </a:cubicBezTo>
                  <a:cubicBezTo>
                    <a:pt x="1324" y="6979"/>
                    <a:pt x="1461" y="7016"/>
                    <a:pt x="1586" y="7041"/>
                  </a:cubicBezTo>
                  <a:cubicBezTo>
                    <a:pt x="1647" y="7052"/>
                    <a:pt x="1709" y="7056"/>
                    <a:pt x="1772" y="7056"/>
                  </a:cubicBezTo>
                  <a:cubicBezTo>
                    <a:pt x="2541" y="7056"/>
                    <a:pt x="3403" y="6317"/>
                    <a:pt x="3923" y="5867"/>
                  </a:cubicBezTo>
                  <a:lnTo>
                    <a:pt x="3948" y="5854"/>
                  </a:lnTo>
                  <a:cubicBezTo>
                    <a:pt x="4148" y="5679"/>
                    <a:pt x="4385" y="5429"/>
                    <a:pt x="4385" y="5154"/>
                  </a:cubicBezTo>
                  <a:cubicBezTo>
                    <a:pt x="4385" y="4992"/>
                    <a:pt x="4323" y="4842"/>
                    <a:pt x="4198" y="4729"/>
                  </a:cubicBezTo>
                  <a:cubicBezTo>
                    <a:pt x="3598" y="4167"/>
                    <a:pt x="2961" y="3642"/>
                    <a:pt x="2286" y="3167"/>
                  </a:cubicBezTo>
                  <a:lnTo>
                    <a:pt x="2249" y="3205"/>
                  </a:lnTo>
                  <a:lnTo>
                    <a:pt x="2274" y="3167"/>
                  </a:lnTo>
                  <a:lnTo>
                    <a:pt x="2199" y="3117"/>
                  </a:lnTo>
                  <a:cubicBezTo>
                    <a:pt x="1749" y="2817"/>
                    <a:pt x="1299" y="2505"/>
                    <a:pt x="1086" y="2018"/>
                  </a:cubicBezTo>
                  <a:cubicBezTo>
                    <a:pt x="711" y="1180"/>
                    <a:pt x="1261" y="218"/>
                    <a:pt x="2174" y="106"/>
                  </a:cubicBezTo>
                  <a:cubicBezTo>
                    <a:pt x="2220" y="102"/>
                    <a:pt x="2265" y="101"/>
                    <a:pt x="2311" y="101"/>
                  </a:cubicBezTo>
                  <a:close/>
                  <a:moveTo>
                    <a:pt x="2303" y="1"/>
                  </a:moveTo>
                  <a:cubicBezTo>
                    <a:pt x="2256" y="1"/>
                    <a:pt x="2208" y="2"/>
                    <a:pt x="2161" y="6"/>
                  </a:cubicBezTo>
                  <a:cubicBezTo>
                    <a:pt x="1186" y="118"/>
                    <a:pt x="586" y="1155"/>
                    <a:pt x="986" y="2055"/>
                  </a:cubicBezTo>
                  <a:cubicBezTo>
                    <a:pt x="1199" y="2567"/>
                    <a:pt x="1674" y="2892"/>
                    <a:pt x="2124" y="3205"/>
                  </a:cubicBezTo>
                  <a:lnTo>
                    <a:pt x="2211" y="3255"/>
                  </a:lnTo>
                  <a:lnTo>
                    <a:pt x="2236" y="3217"/>
                  </a:lnTo>
                  <a:lnTo>
                    <a:pt x="2224" y="3267"/>
                  </a:lnTo>
                  <a:cubicBezTo>
                    <a:pt x="2898" y="3730"/>
                    <a:pt x="3523" y="4255"/>
                    <a:pt x="4123" y="4829"/>
                  </a:cubicBezTo>
                  <a:cubicBezTo>
                    <a:pt x="4223" y="4917"/>
                    <a:pt x="4273" y="5042"/>
                    <a:pt x="4273" y="5167"/>
                  </a:cubicBezTo>
                  <a:cubicBezTo>
                    <a:pt x="4261" y="5404"/>
                    <a:pt x="4048" y="5642"/>
                    <a:pt x="3873" y="5792"/>
                  </a:cubicBezTo>
                  <a:lnTo>
                    <a:pt x="3848" y="5817"/>
                  </a:lnTo>
                  <a:cubicBezTo>
                    <a:pt x="3329" y="6255"/>
                    <a:pt x="2489" y="6982"/>
                    <a:pt x="1764" y="6982"/>
                  </a:cubicBezTo>
                  <a:cubicBezTo>
                    <a:pt x="1704" y="6982"/>
                    <a:pt x="1644" y="6977"/>
                    <a:pt x="1586" y="6966"/>
                  </a:cubicBezTo>
                  <a:cubicBezTo>
                    <a:pt x="1474" y="6941"/>
                    <a:pt x="1349" y="6904"/>
                    <a:pt x="1224" y="6866"/>
                  </a:cubicBezTo>
                  <a:cubicBezTo>
                    <a:pt x="1136" y="6829"/>
                    <a:pt x="1049" y="6804"/>
                    <a:pt x="961" y="6779"/>
                  </a:cubicBezTo>
                  <a:cubicBezTo>
                    <a:pt x="879" y="6751"/>
                    <a:pt x="793" y="6737"/>
                    <a:pt x="708" y="6737"/>
                  </a:cubicBezTo>
                  <a:cubicBezTo>
                    <a:pt x="560" y="6737"/>
                    <a:pt x="413" y="6779"/>
                    <a:pt x="287" y="6866"/>
                  </a:cubicBezTo>
                  <a:cubicBezTo>
                    <a:pt x="37" y="7066"/>
                    <a:pt x="49" y="7479"/>
                    <a:pt x="224" y="7704"/>
                  </a:cubicBezTo>
                  <a:cubicBezTo>
                    <a:pt x="424" y="7941"/>
                    <a:pt x="711" y="8078"/>
                    <a:pt x="1024" y="8078"/>
                  </a:cubicBezTo>
                  <a:lnTo>
                    <a:pt x="1336" y="8078"/>
                  </a:lnTo>
                  <a:cubicBezTo>
                    <a:pt x="1574" y="8078"/>
                    <a:pt x="1824" y="8066"/>
                    <a:pt x="2086" y="8053"/>
                  </a:cubicBezTo>
                  <a:cubicBezTo>
                    <a:pt x="2261" y="8041"/>
                    <a:pt x="2448" y="8028"/>
                    <a:pt x="2623" y="8028"/>
                  </a:cubicBezTo>
                  <a:cubicBezTo>
                    <a:pt x="3186" y="8016"/>
                    <a:pt x="3748" y="7916"/>
                    <a:pt x="4286" y="7741"/>
                  </a:cubicBezTo>
                  <a:cubicBezTo>
                    <a:pt x="5410" y="7379"/>
                    <a:pt x="6223" y="6804"/>
                    <a:pt x="6697" y="6042"/>
                  </a:cubicBezTo>
                  <a:cubicBezTo>
                    <a:pt x="7497" y="4729"/>
                    <a:pt x="6710" y="3530"/>
                    <a:pt x="5910" y="2517"/>
                  </a:cubicBezTo>
                  <a:cubicBezTo>
                    <a:pt x="5223" y="1643"/>
                    <a:pt x="4385" y="693"/>
                    <a:pt x="3261" y="218"/>
                  </a:cubicBezTo>
                  <a:cubicBezTo>
                    <a:pt x="2966" y="76"/>
                    <a:pt x="2633" y="1"/>
                    <a:pt x="23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46"/>
            <p:cNvSpPr/>
            <p:nvPr/>
          </p:nvSpPr>
          <p:spPr>
            <a:xfrm>
              <a:off x="6582973" y="2195240"/>
              <a:ext cx="432195" cy="352508"/>
            </a:xfrm>
            <a:custGeom>
              <a:avLst/>
              <a:gdLst/>
              <a:ahLst/>
              <a:cxnLst/>
              <a:rect l="l" t="t" r="r" b="b"/>
              <a:pathLst>
                <a:path w="7924" h="6463" extrusionOk="0">
                  <a:moveTo>
                    <a:pt x="525" y="0"/>
                  </a:moveTo>
                  <a:cubicBezTo>
                    <a:pt x="525" y="763"/>
                    <a:pt x="0" y="1625"/>
                    <a:pt x="225" y="2387"/>
                  </a:cubicBezTo>
                  <a:cubicBezTo>
                    <a:pt x="450" y="3149"/>
                    <a:pt x="1062" y="3812"/>
                    <a:pt x="1600" y="4374"/>
                  </a:cubicBezTo>
                  <a:cubicBezTo>
                    <a:pt x="2437" y="5224"/>
                    <a:pt x="3837" y="5599"/>
                    <a:pt x="4737" y="6386"/>
                  </a:cubicBezTo>
                  <a:cubicBezTo>
                    <a:pt x="4783" y="6342"/>
                    <a:pt x="4803" y="6326"/>
                    <a:pt x="4809" y="6326"/>
                  </a:cubicBezTo>
                  <a:cubicBezTo>
                    <a:pt x="4826" y="6326"/>
                    <a:pt x="4722" y="6462"/>
                    <a:pt x="4785" y="6462"/>
                  </a:cubicBezTo>
                  <a:cubicBezTo>
                    <a:pt x="4800" y="6462"/>
                    <a:pt x="4824" y="6455"/>
                    <a:pt x="4861" y="6436"/>
                  </a:cubicBezTo>
                  <a:cubicBezTo>
                    <a:pt x="5149" y="6261"/>
                    <a:pt x="5436" y="6061"/>
                    <a:pt x="5711" y="5849"/>
                  </a:cubicBezTo>
                  <a:cubicBezTo>
                    <a:pt x="6274" y="5449"/>
                    <a:pt x="7373" y="4599"/>
                    <a:pt x="7923" y="4174"/>
                  </a:cubicBezTo>
                  <a:cubicBezTo>
                    <a:pt x="6374" y="1987"/>
                    <a:pt x="3274" y="275"/>
                    <a:pt x="5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46"/>
            <p:cNvSpPr/>
            <p:nvPr/>
          </p:nvSpPr>
          <p:spPr>
            <a:xfrm>
              <a:off x="6246937" y="4160951"/>
              <a:ext cx="190190" cy="105867"/>
            </a:xfrm>
            <a:custGeom>
              <a:avLst/>
              <a:gdLst/>
              <a:ahLst/>
              <a:cxnLst/>
              <a:rect l="l" t="t" r="r" b="b"/>
              <a:pathLst>
                <a:path w="3487" h="1941" extrusionOk="0">
                  <a:moveTo>
                    <a:pt x="2312" y="1"/>
                  </a:moveTo>
                  <a:cubicBezTo>
                    <a:pt x="2237" y="163"/>
                    <a:pt x="2162" y="338"/>
                    <a:pt x="2112" y="500"/>
                  </a:cubicBezTo>
                  <a:cubicBezTo>
                    <a:pt x="2037" y="688"/>
                    <a:pt x="1912" y="850"/>
                    <a:pt x="1762" y="988"/>
                  </a:cubicBezTo>
                  <a:cubicBezTo>
                    <a:pt x="1437" y="1263"/>
                    <a:pt x="988" y="1300"/>
                    <a:pt x="600" y="1388"/>
                  </a:cubicBezTo>
                  <a:cubicBezTo>
                    <a:pt x="450" y="1425"/>
                    <a:pt x="175" y="1463"/>
                    <a:pt x="100" y="1613"/>
                  </a:cubicBezTo>
                  <a:cubicBezTo>
                    <a:pt x="0" y="1800"/>
                    <a:pt x="188" y="1900"/>
                    <a:pt x="350" y="1900"/>
                  </a:cubicBezTo>
                  <a:lnTo>
                    <a:pt x="625" y="1913"/>
                  </a:lnTo>
                  <a:cubicBezTo>
                    <a:pt x="988" y="1931"/>
                    <a:pt x="1350" y="1941"/>
                    <a:pt x="1712" y="1941"/>
                  </a:cubicBezTo>
                  <a:cubicBezTo>
                    <a:pt x="2075" y="1941"/>
                    <a:pt x="2437" y="1931"/>
                    <a:pt x="2800" y="1913"/>
                  </a:cubicBezTo>
                  <a:cubicBezTo>
                    <a:pt x="2900" y="1913"/>
                    <a:pt x="3012" y="1888"/>
                    <a:pt x="3112" y="1850"/>
                  </a:cubicBezTo>
                  <a:cubicBezTo>
                    <a:pt x="3487" y="1675"/>
                    <a:pt x="3399" y="1113"/>
                    <a:pt x="3412" y="788"/>
                  </a:cubicBezTo>
                  <a:cubicBezTo>
                    <a:pt x="3412" y="525"/>
                    <a:pt x="3424" y="263"/>
                    <a:pt x="3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46"/>
            <p:cNvSpPr/>
            <p:nvPr/>
          </p:nvSpPr>
          <p:spPr>
            <a:xfrm>
              <a:off x="6520958" y="1982960"/>
              <a:ext cx="129975" cy="273585"/>
            </a:xfrm>
            <a:custGeom>
              <a:avLst/>
              <a:gdLst/>
              <a:ahLst/>
              <a:cxnLst/>
              <a:rect l="l" t="t" r="r" b="b"/>
              <a:pathLst>
                <a:path w="2383" h="5016" extrusionOk="0">
                  <a:moveTo>
                    <a:pt x="1235" y="1"/>
                  </a:moveTo>
                  <a:cubicBezTo>
                    <a:pt x="1176" y="1"/>
                    <a:pt x="1114" y="6"/>
                    <a:pt x="1050" y="18"/>
                  </a:cubicBezTo>
                  <a:cubicBezTo>
                    <a:pt x="487" y="118"/>
                    <a:pt x="200" y="843"/>
                    <a:pt x="75" y="1343"/>
                  </a:cubicBezTo>
                  <a:cubicBezTo>
                    <a:pt x="0" y="1693"/>
                    <a:pt x="25" y="2043"/>
                    <a:pt x="150" y="2380"/>
                  </a:cubicBezTo>
                  <a:cubicBezTo>
                    <a:pt x="287" y="2755"/>
                    <a:pt x="712" y="2980"/>
                    <a:pt x="687" y="3392"/>
                  </a:cubicBezTo>
                  <a:cubicBezTo>
                    <a:pt x="650" y="3780"/>
                    <a:pt x="587" y="4167"/>
                    <a:pt x="500" y="4542"/>
                  </a:cubicBezTo>
                  <a:cubicBezTo>
                    <a:pt x="437" y="4913"/>
                    <a:pt x="739" y="5015"/>
                    <a:pt x="1054" y="5015"/>
                  </a:cubicBezTo>
                  <a:cubicBezTo>
                    <a:pt x="1174" y="5015"/>
                    <a:pt x="1296" y="5000"/>
                    <a:pt x="1400" y="4979"/>
                  </a:cubicBezTo>
                  <a:cubicBezTo>
                    <a:pt x="1812" y="4880"/>
                    <a:pt x="2224" y="4605"/>
                    <a:pt x="2212" y="4117"/>
                  </a:cubicBezTo>
                  <a:cubicBezTo>
                    <a:pt x="2199" y="3630"/>
                    <a:pt x="2112" y="3142"/>
                    <a:pt x="2162" y="2668"/>
                  </a:cubicBezTo>
                  <a:cubicBezTo>
                    <a:pt x="2187" y="2293"/>
                    <a:pt x="2299" y="1943"/>
                    <a:pt x="2324" y="1568"/>
                  </a:cubicBezTo>
                  <a:cubicBezTo>
                    <a:pt x="2382" y="908"/>
                    <a:pt x="1989" y="1"/>
                    <a:pt x="12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46"/>
            <p:cNvSpPr/>
            <p:nvPr/>
          </p:nvSpPr>
          <p:spPr>
            <a:xfrm>
              <a:off x="6518231" y="1979470"/>
              <a:ext cx="134284" cy="279858"/>
            </a:xfrm>
            <a:custGeom>
              <a:avLst/>
              <a:gdLst/>
              <a:ahLst/>
              <a:cxnLst/>
              <a:rect l="l" t="t" r="r" b="b"/>
              <a:pathLst>
                <a:path w="2462" h="5131" extrusionOk="0">
                  <a:moveTo>
                    <a:pt x="1328" y="119"/>
                  </a:moveTo>
                  <a:cubicBezTo>
                    <a:pt x="1526" y="119"/>
                    <a:pt x="1722" y="204"/>
                    <a:pt x="1875" y="345"/>
                  </a:cubicBezTo>
                  <a:cubicBezTo>
                    <a:pt x="2199" y="682"/>
                    <a:pt x="2374" y="1157"/>
                    <a:pt x="2337" y="1632"/>
                  </a:cubicBezTo>
                  <a:cubicBezTo>
                    <a:pt x="2324" y="1819"/>
                    <a:pt x="2287" y="2007"/>
                    <a:pt x="2249" y="2182"/>
                  </a:cubicBezTo>
                  <a:cubicBezTo>
                    <a:pt x="2212" y="2357"/>
                    <a:pt x="2187" y="2544"/>
                    <a:pt x="2174" y="2719"/>
                  </a:cubicBezTo>
                  <a:cubicBezTo>
                    <a:pt x="2149" y="3032"/>
                    <a:pt x="2149" y="3356"/>
                    <a:pt x="2187" y="3669"/>
                  </a:cubicBezTo>
                  <a:cubicBezTo>
                    <a:pt x="2212" y="3831"/>
                    <a:pt x="2224" y="4006"/>
                    <a:pt x="2224" y="4181"/>
                  </a:cubicBezTo>
                  <a:cubicBezTo>
                    <a:pt x="2237" y="4606"/>
                    <a:pt x="1850" y="4894"/>
                    <a:pt x="1450" y="4981"/>
                  </a:cubicBezTo>
                  <a:cubicBezTo>
                    <a:pt x="1339" y="5006"/>
                    <a:pt x="1216" y="5021"/>
                    <a:pt x="1099" y="5021"/>
                  </a:cubicBezTo>
                  <a:cubicBezTo>
                    <a:pt x="925" y="5021"/>
                    <a:pt x="764" y="4988"/>
                    <a:pt x="675" y="4906"/>
                  </a:cubicBezTo>
                  <a:cubicBezTo>
                    <a:pt x="600" y="4831"/>
                    <a:pt x="575" y="4719"/>
                    <a:pt x="600" y="4619"/>
                  </a:cubicBezTo>
                  <a:cubicBezTo>
                    <a:pt x="625" y="4494"/>
                    <a:pt x="650" y="4381"/>
                    <a:pt x="675" y="4269"/>
                  </a:cubicBezTo>
                  <a:cubicBezTo>
                    <a:pt x="725" y="4006"/>
                    <a:pt x="775" y="3731"/>
                    <a:pt x="800" y="3469"/>
                  </a:cubicBezTo>
                  <a:lnTo>
                    <a:pt x="800" y="3456"/>
                  </a:lnTo>
                  <a:cubicBezTo>
                    <a:pt x="812" y="3194"/>
                    <a:pt x="662" y="3007"/>
                    <a:pt x="500" y="2819"/>
                  </a:cubicBezTo>
                  <a:cubicBezTo>
                    <a:pt x="400" y="2707"/>
                    <a:pt x="312" y="2569"/>
                    <a:pt x="250" y="2419"/>
                  </a:cubicBezTo>
                  <a:cubicBezTo>
                    <a:pt x="125" y="2107"/>
                    <a:pt x="100" y="1757"/>
                    <a:pt x="175" y="1419"/>
                  </a:cubicBezTo>
                  <a:cubicBezTo>
                    <a:pt x="250" y="1070"/>
                    <a:pt x="525" y="232"/>
                    <a:pt x="1112" y="132"/>
                  </a:cubicBezTo>
                  <a:cubicBezTo>
                    <a:pt x="1162" y="120"/>
                    <a:pt x="1225" y="120"/>
                    <a:pt x="1287" y="120"/>
                  </a:cubicBezTo>
                  <a:cubicBezTo>
                    <a:pt x="1301" y="119"/>
                    <a:pt x="1314" y="119"/>
                    <a:pt x="1328" y="119"/>
                  </a:cubicBezTo>
                  <a:close/>
                  <a:moveTo>
                    <a:pt x="1279" y="0"/>
                  </a:moveTo>
                  <a:cubicBezTo>
                    <a:pt x="1215" y="0"/>
                    <a:pt x="1151" y="7"/>
                    <a:pt x="1087" y="20"/>
                  </a:cubicBezTo>
                  <a:cubicBezTo>
                    <a:pt x="475" y="132"/>
                    <a:pt x="188" y="920"/>
                    <a:pt x="75" y="1382"/>
                  </a:cubicBezTo>
                  <a:cubicBezTo>
                    <a:pt x="0" y="1744"/>
                    <a:pt x="25" y="2107"/>
                    <a:pt x="150" y="2444"/>
                  </a:cubicBezTo>
                  <a:cubicBezTo>
                    <a:pt x="213" y="2607"/>
                    <a:pt x="312" y="2744"/>
                    <a:pt x="425" y="2869"/>
                  </a:cubicBezTo>
                  <a:cubicBezTo>
                    <a:pt x="562" y="3057"/>
                    <a:pt x="700" y="3219"/>
                    <a:pt x="687" y="3444"/>
                  </a:cubicBezTo>
                  <a:lnTo>
                    <a:pt x="737" y="3456"/>
                  </a:lnTo>
                  <a:lnTo>
                    <a:pt x="687" y="3456"/>
                  </a:lnTo>
                  <a:cubicBezTo>
                    <a:pt x="662" y="3719"/>
                    <a:pt x="625" y="3981"/>
                    <a:pt x="562" y="4244"/>
                  </a:cubicBezTo>
                  <a:cubicBezTo>
                    <a:pt x="537" y="4356"/>
                    <a:pt x="525" y="4481"/>
                    <a:pt x="500" y="4594"/>
                  </a:cubicBezTo>
                  <a:cubicBezTo>
                    <a:pt x="462" y="4731"/>
                    <a:pt x="500" y="4869"/>
                    <a:pt x="600" y="4969"/>
                  </a:cubicBezTo>
                  <a:cubicBezTo>
                    <a:pt x="737" y="5081"/>
                    <a:pt x="912" y="5131"/>
                    <a:pt x="1100" y="5131"/>
                  </a:cubicBezTo>
                  <a:cubicBezTo>
                    <a:pt x="1225" y="5118"/>
                    <a:pt x="1350" y="5106"/>
                    <a:pt x="1462" y="5081"/>
                  </a:cubicBezTo>
                  <a:cubicBezTo>
                    <a:pt x="1900" y="4981"/>
                    <a:pt x="2324" y="4656"/>
                    <a:pt x="2312" y="4169"/>
                  </a:cubicBezTo>
                  <a:cubicBezTo>
                    <a:pt x="2312" y="4006"/>
                    <a:pt x="2299" y="3831"/>
                    <a:pt x="2274" y="3656"/>
                  </a:cubicBezTo>
                  <a:cubicBezTo>
                    <a:pt x="2249" y="3344"/>
                    <a:pt x="2237" y="3032"/>
                    <a:pt x="2262" y="2719"/>
                  </a:cubicBezTo>
                  <a:cubicBezTo>
                    <a:pt x="2274" y="2544"/>
                    <a:pt x="2312" y="2369"/>
                    <a:pt x="2337" y="2194"/>
                  </a:cubicBezTo>
                  <a:cubicBezTo>
                    <a:pt x="2374" y="2007"/>
                    <a:pt x="2412" y="1819"/>
                    <a:pt x="2424" y="1632"/>
                  </a:cubicBezTo>
                  <a:cubicBezTo>
                    <a:pt x="2462" y="1120"/>
                    <a:pt x="2287" y="620"/>
                    <a:pt x="1925" y="257"/>
                  </a:cubicBezTo>
                  <a:cubicBezTo>
                    <a:pt x="1747" y="90"/>
                    <a:pt x="1516" y="0"/>
                    <a:pt x="12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46"/>
            <p:cNvSpPr/>
            <p:nvPr/>
          </p:nvSpPr>
          <p:spPr>
            <a:xfrm>
              <a:off x="6976224" y="4169842"/>
              <a:ext cx="177972" cy="97031"/>
            </a:xfrm>
            <a:custGeom>
              <a:avLst/>
              <a:gdLst/>
              <a:ahLst/>
              <a:cxnLst/>
              <a:rect l="l" t="t" r="r" b="b"/>
              <a:pathLst>
                <a:path w="3263" h="1779" extrusionOk="0">
                  <a:moveTo>
                    <a:pt x="1" y="0"/>
                  </a:moveTo>
                  <a:cubicBezTo>
                    <a:pt x="1" y="112"/>
                    <a:pt x="26" y="225"/>
                    <a:pt x="63" y="337"/>
                  </a:cubicBezTo>
                  <a:cubicBezTo>
                    <a:pt x="126" y="550"/>
                    <a:pt x="151" y="775"/>
                    <a:pt x="138" y="987"/>
                  </a:cubicBezTo>
                  <a:cubicBezTo>
                    <a:pt x="88" y="1175"/>
                    <a:pt x="63" y="1350"/>
                    <a:pt x="63" y="1537"/>
                  </a:cubicBezTo>
                  <a:cubicBezTo>
                    <a:pt x="89" y="1715"/>
                    <a:pt x="183" y="1744"/>
                    <a:pt x="307" y="1744"/>
                  </a:cubicBezTo>
                  <a:cubicBezTo>
                    <a:pt x="366" y="1744"/>
                    <a:pt x="432" y="1737"/>
                    <a:pt x="501" y="1737"/>
                  </a:cubicBezTo>
                  <a:cubicBezTo>
                    <a:pt x="544" y="1736"/>
                    <a:pt x="587" y="1736"/>
                    <a:pt x="630" y="1736"/>
                  </a:cubicBezTo>
                  <a:cubicBezTo>
                    <a:pt x="1137" y="1736"/>
                    <a:pt x="1648" y="1779"/>
                    <a:pt x="2150" y="1779"/>
                  </a:cubicBezTo>
                  <a:cubicBezTo>
                    <a:pt x="2399" y="1779"/>
                    <a:pt x="2645" y="1768"/>
                    <a:pt x="2888" y="1737"/>
                  </a:cubicBezTo>
                  <a:cubicBezTo>
                    <a:pt x="3013" y="1737"/>
                    <a:pt x="3138" y="1687"/>
                    <a:pt x="3225" y="1600"/>
                  </a:cubicBezTo>
                  <a:cubicBezTo>
                    <a:pt x="3262" y="1550"/>
                    <a:pt x="3225" y="1462"/>
                    <a:pt x="3063" y="1375"/>
                  </a:cubicBezTo>
                  <a:cubicBezTo>
                    <a:pt x="2975" y="1312"/>
                    <a:pt x="2863" y="1262"/>
                    <a:pt x="2750" y="1237"/>
                  </a:cubicBezTo>
                  <a:cubicBezTo>
                    <a:pt x="2363" y="1112"/>
                    <a:pt x="1988" y="950"/>
                    <a:pt x="1650" y="712"/>
                  </a:cubicBezTo>
                  <a:cubicBezTo>
                    <a:pt x="1413" y="537"/>
                    <a:pt x="1213" y="312"/>
                    <a:pt x="1063" y="63"/>
                  </a:cubicBezTo>
                  <a:cubicBezTo>
                    <a:pt x="1055" y="46"/>
                    <a:pt x="1009" y="40"/>
                    <a:pt x="949" y="40"/>
                  </a:cubicBezTo>
                  <a:cubicBezTo>
                    <a:pt x="828" y="40"/>
                    <a:pt x="651" y="63"/>
                    <a:pt x="601" y="63"/>
                  </a:cubicBez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46"/>
            <p:cNvSpPr/>
            <p:nvPr/>
          </p:nvSpPr>
          <p:spPr>
            <a:xfrm>
              <a:off x="6518231" y="1944453"/>
              <a:ext cx="162918" cy="141156"/>
            </a:xfrm>
            <a:custGeom>
              <a:avLst/>
              <a:gdLst/>
              <a:ahLst/>
              <a:cxnLst/>
              <a:rect l="l" t="t" r="r" b="b"/>
              <a:pathLst>
                <a:path w="2987" h="2588" extrusionOk="0">
                  <a:moveTo>
                    <a:pt x="774" y="1"/>
                  </a:moveTo>
                  <a:cubicBezTo>
                    <a:pt x="692" y="1"/>
                    <a:pt x="608" y="8"/>
                    <a:pt x="525" y="25"/>
                  </a:cubicBezTo>
                  <a:cubicBezTo>
                    <a:pt x="462" y="37"/>
                    <a:pt x="412" y="50"/>
                    <a:pt x="362" y="74"/>
                  </a:cubicBezTo>
                  <a:cubicBezTo>
                    <a:pt x="237" y="137"/>
                    <a:pt x="150" y="224"/>
                    <a:pt x="88" y="337"/>
                  </a:cubicBezTo>
                  <a:cubicBezTo>
                    <a:pt x="0" y="574"/>
                    <a:pt x="75" y="837"/>
                    <a:pt x="275" y="987"/>
                  </a:cubicBezTo>
                  <a:cubicBezTo>
                    <a:pt x="475" y="1137"/>
                    <a:pt x="712" y="1212"/>
                    <a:pt x="962" y="1224"/>
                  </a:cubicBezTo>
                  <a:cubicBezTo>
                    <a:pt x="1500" y="1262"/>
                    <a:pt x="1737" y="1262"/>
                    <a:pt x="1975" y="1799"/>
                  </a:cubicBezTo>
                  <a:cubicBezTo>
                    <a:pt x="2072" y="2019"/>
                    <a:pt x="2158" y="2587"/>
                    <a:pt x="2490" y="2587"/>
                  </a:cubicBezTo>
                  <a:cubicBezTo>
                    <a:pt x="2497" y="2587"/>
                    <a:pt x="2505" y="2587"/>
                    <a:pt x="2512" y="2586"/>
                  </a:cubicBezTo>
                  <a:cubicBezTo>
                    <a:pt x="2812" y="2561"/>
                    <a:pt x="2937" y="2011"/>
                    <a:pt x="2949" y="1787"/>
                  </a:cubicBezTo>
                  <a:cubicBezTo>
                    <a:pt x="2987" y="1387"/>
                    <a:pt x="2799" y="999"/>
                    <a:pt x="2462" y="787"/>
                  </a:cubicBezTo>
                  <a:cubicBezTo>
                    <a:pt x="2125" y="599"/>
                    <a:pt x="1800" y="374"/>
                    <a:pt x="1462" y="187"/>
                  </a:cubicBezTo>
                  <a:cubicBezTo>
                    <a:pt x="1248" y="66"/>
                    <a:pt x="1014" y="1"/>
                    <a:pt x="7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46"/>
            <p:cNvSpPr/>
            <p:nvPr/>
          </p:nvSpPr>
          <p:spPr>
            <a:xfrm>
              <a:off x="6616353" y="2046393"/>
              <a:ext cx="47616" cy="53343"/>
            </a:xfrm>
            <a:custGeom>
              <a:avLst/>
              <a:gdLst/>
              <a:ahLst/>
              <a:cxnLst/>
              <a:rect l="l" t="t" r="r" b="b"/>
              <a:pathLst>
                <a:path w="873" h="978" extrusionOk="0">
                  <a:moveTo>
                    <a:pt x="329" y="0"/>
                  </a:moveTo>
                  <a:cubicBezTo>
                    <a:pt x="245" y="0"/>
                    <a:pt x="161" y="28"/>
                    <a:pt x="101" y="80"/>
                  </a:cubicBezTo>
                  <a:lnTo>
                    <a:pt x="1" y="755"/>
                  </a:lnTo>
                  <a:cubicBezTo>
                    <a:pt x="85" y="910"/>
                    <a:pt x="225" y="977"/>
                    <a:pt x="364" y="977"/>
                  </a:cubicBezTo>
                  <a:cubicBezTo>
                    <a:pt x="618" y="977"/>
                    <a:pt x="873" y="757"/>
                    <a:pt x="800" y="442"/>
                  </a:cubicBezTo>
                  <a:cubicBezTo>
                    <a:pt x="775" y="367"/>
                    <a:pt x="750" y="305"/>
                    <a:pt x="700" y="242"/>
                  </a:cubicBezTo>
                  <a:cubicBezTo>
                    <a:pt x="638" y="142"/>
                    <a:pt x="538" y="67"/>
                    <a:pt x="438" y="18"/>
                  </a:cubicBezTo>
                  <a:cubicBezTo>
                    <a:pt x="403" y="6"/>
                    <a:pt x="366" y="0"/>
                    <a:pt x="3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46"/>
            <p:cNvSpPr/>
            <p:nvPr/>
          </p:nvSpPr>
          <p:spPr>
            <a:xfrm>
              <a:off x="6533885" y="2079337"/>
              <a:ext cx="49797" cy="29398"/>
            </a:xfrm>
            <a:custGeom>
              <a:avLst/>
              <a:gdLst/>
              <a:ahLst/>
              <a:cxnLst/>
              <a:rect l="l" t="t" r="r" b="b"/>
              <a:pathLst>
                <a:path w="913" h="539" extrusionOk="0">
                  <a:moveTo>
                    <a:pt x="38" y="1"/>
                  </a:moveTo>
                  <a:cubicBezTo>
                    <a:pt x="0" y="226"/>
                    <a:pt x="138" y="451"/>
                    <a:pt x="350" y="526"/>
                  </a:cubicBezTo>
                  <a:cubicBezTo>
                    <a:pt x="388" y="538"/>
                    <a:pt x="438" y="538"/>
                    <a:pt x="488" y="538"/>
                  </a:cubicBezTo>
                  <a:cubicBezTo>
                    <a:pt x="663" y="538"/>
                    <a:pt x="825" y="438"/>
                    <a:pt x="913" y="276"/>
                  </a:cubicBezTo>
                  <a:lnTo>
                    <a:pt x="813" y="238"/>
                  </a:lnTo>
                  <a:cubicBezTo>
                    <a:pt x="746" y="386"/>
                    <a:pt x="621" y="450"/>
                    <a:pt x="497" y="450"/>
                  </a:cubicBezTo>
                  <a:cubicBezTo>
                    <a:pt x="294" y="450"/>
                    <a:pt x="92" y="281"/>
                    <a:pt x="138" y="26"/>
                  </a:cubicBezTo>
                  <a:lnTo>
                    <a:pt x="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46"/>
            <p:cNvSpPr/>
            <p:nvPr/>
          </p:nvSpPr>
          <p:spPr>
            <a:xfrm>
              <a:off x="6544793" y="2138679"/>
              <a:ext cx="36871" cy="35453"/>
            </a:xfrm>
            <a:custGeom>
              <a:avLst/>
              <a:gdLst/>
              <a:ahLst/>
              <a:cxnLst/>
              <a:rect l="l" t="t" r="r" b="b"/>
              <a:pathLst>
                <a:path w="676" h="650" extrusionOk="0">
                  <a:moveTo>
                    <a:pt x="0" y="0"/>
                  </a:moveTo>
                  <a:cubicBezTo>
                    <a:pt x="25" y="13"/>
                    <a:pt x="38" y="38"/>
                    <a:pt x="63" y="50"/>
                  </a:cubicBezTo>
                  <a:lnTo>
                    <a:pt x="75" y="50"/>
                  </a:lnTo>
                  <a:cubicBezTo>
                    <a:pt x="175" y="237"/>
                    <a:pt x="225" y="450"/>
                    <a:pt x="250" y="650"/>
                  </a:cubicBezTo>
                  <a:cubicBezTo>
                    <a:pt x="338" y="425"/>
                    <a:pt x="488" y="213"/>
                    <a:pt x="675" y="50"/>
                  </a:cubicBezTo>
                  <a:lnTo>
                    <a:pt x="675" y="50"/>
                  </a:lnTo>
                  <a:cubicBezTo>
                    <a:pt x="632" y="56"/>
                    <a:pt x="585" y="59"/>
                    <a:pt x="538" y="59"/>
                  </a:cubicBezTo>
                  <a:cubicBezTo>
                    <a:pt x="491" y="59"/>
                    <a:pt x="444" y="56"/>
                    <a:pt x="400" y="50"/>
                  </a:cubicBezTo>
                  <a:cubicBezTo>
                    <a:pt x="275" y="50"/>
                    <a:pt x="163" y="25"/>
                    <a:pt x="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46"/>
            <p:cNvSpPr/>
            <p:nvPr/>
          </p:nvSpPr>
          <p:spPr>
            <a:xfrm>
              <a:off x="6632061" y="2064338"/>
              <a:ext cx="10254" cy="18490"/>
            </a:xfrm>
            <a:custGeom>
              <a:avLst/>
              <a:gdLst/>
              <a:ahLst/>
              <a:cxnLst/>
              <a:rect l="l" t="t" r="r" b="b"/>
              <a:pathLst>
                <a:path w="188" h="339" extrusionOk="0">
                  <a:moveTo>
                    <a:pt x="13" y="1"/>
                  </a:moveTo>
                  <a:lnTo>
                    <a:pt x="0" y="313"/>
                  </a:lnTo>
                  <a:lnTo>
                    <a:pt x="0" y="338"/>
                  </a:lnTo>
                  <a:cubicBezTo>
                    <a:pt x="38" y="338"/>
                    <a:pt x="62" y="326"/>
                    <a:pt x="87" y="326"/>
                  </a:cubicBezTo>
                  <a:cubicBezTo>
                    <a:pt x="162" y="288"/>
                    <a:pt x="187" y="213"/>
                    <a:pt x="175" y="138"/>
                  </a:cubicBezTo>
                  <a:cubicBezTo>
                    <a:pt x="150" y="63"/>
                    <a:pt x="87" y="13"/>
                    <a:pt x="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46"/>
            <p:cNvSpPr/>
            <p:nvPr/>
          </p:nvSpPr>
          <p:spPr>
            <a:xfrm>
              <a:off x="6553629" y="2928618"/>
              <a:ext cx="36871" cy="273367"/>
            </a:xfrm>
            <a:custGeom>
              <a:avLst/>
              <a:gdLst/>
              <a:ahLst/>
              <a:cxnLst/>
              <a:rect l="l" t="t" r="r" b="b"/>
              <a:pathLst>
                <a:path w="676" h="5012" extrusionOk="0">
                  <a:moveTo>
                    <a:pt x="1" y="1"/>
                  </a:moveTo>
                  <a:cubicBezTo>
                    <a:pt x="138" y="1675"/>
                    <a:pt x="338" y="3362"/>
                    <a:pt x="576" y="5012"/>
                  </a:cubicBezTo>
                  <a:lnTo>
                    <a:pt x="676" y="4999"/>
                  </a:lnTo>
                  <a:cubicBezTo>
                    <a:pt x="438" y="3350"/>
                    <a:pt x="238" y="1663"/>
                    <a:pt x="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46"/>
            <p:cNvSpPr/>
            <p:nvPr/>
          </p:nvSpPr>
          <p:spPr>
            <a:xfrm>
              <a:off x="6391420" y="2372448"/>
              <a:ext cx="38889" cy="81159"/>
            </a:xfrm>
            <a:custGeom>
              <a:avLst/>
              <a:gdLst/>
              <a:ahLst/>
              <a:cxnLst/>
              <a:rect l="l" t="t" r="r" b="b"/>
              <a:pathLst>
                <a:path w="713" h="1488" extrusionOk="0">
                  <a:moveTo>
                    <a:pt x="626" y="0"/>
                  </a:moveTo>
                  <a:lnTo>
                    <a:pt x="1" y="1438"/>
                  </a:lnTo>
                  <a:lnTo>
                    <a:pt x="88" y="1488"/>
                  </a:lnTo>
                  <a:lnTo>
                    <a:pt x="713" y="38"/>
                  </a:lnTo>
                  <a:lnTo>
                    <a:pt x="6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46"/>
            <p:cNvSpPr/>
            <p:nvPr/>
          </p:nvSpPr>
          <p:spPr>
            <a:xfrm>
              <a:off x="6743819" y="2420173"/>
              <a:ext cx="37525" cy="85250"/>
            </a:xfrm>
            <a:custGeom>
              <a:avLst/>
              <a:gdLst/>
              <a:ahLst/>
              <a:cxnLst/>
              <a:rect l="l" t="t" r="r" b="b"/>
              <a:pathLst>
                <a:path w="688" h="1563" extrusionOk="0">
                  <a:moveTo>
                    <a:pt x="100" y="0"/>
                  </a:moveTo>
                  <a:lnTo>
                    <a:pt x="0" y="25"/>
                  </a:lnTo>
                  <a:cubicBezTo>
                    <a:pt x="125" y="563"/>
                    <a:pt x="325" y="1087"/>
                    <a:pt x="600" y="1562"/>
                  </a:cubicBezTo>
                  <a:lnTo>
                    <a:pt x="688" y="1525"/>
                  </a:lnTo>
                  <a:cubicBezTo>
                    <a:pt x="425" y="1037"/>
                    <a:pt x="225" y="525"/>
                    <a:pt x="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46"/>
            <p:cNvSpPr/>
            <p:nvPr/>
          </p:nvSpPr>
          <p:spPr>
            <a:xfrm>
              <a:off x="6171941" y="1498623"/>
              <a:ext cx="162264" cy="106412"/>
            </a:xfrm>
            <a:custGeom>
              <a:avLst/>
              <a:gdLst/>
              <a:ahLst/>
              <a:cxnLst/>
              <a:rect l="l" t="t" r="r" b="b"/>
              <a:pathLst>
                <a:path w="2975" h="1951" extrusionOk="0">
                  <a:moveTo>
                    <a:pt x="2700" y="913"/>
                  </a:moveTo>
                  <a:cubicBezTo>
                    <a:pt x="2738" y="913"/>
                    <a:pt x="2763" y="925"/>
                    <a:pt x="2787" y="950"/>
                  </a:cubicBezTo>
                  <a:cubicBezTo>
                    <a:pt x="2800" y="975"/>
                    <a:pt x="2812" y="1000"/>
                    <a:pt x="2800" y="1025"/>
                  </a:cubicBezTo>
                  <a:lnTo>
                    <a:pt x="2688" y="1725"/>
                  </a:lnTo>
                  <a:cubicBezTo>
                    <a:pt x="2675" y="1775"/>
                    <a:pt x="2638" y="1800"/>
                    <a:pt x="2588" y="1800"/>
                  </a:cubicBezTo>
                  <a:lnTo>
                    <a:pt x="1113" y="1800"/>
                  </a:lnTo>
                  <a:cubicBezTo>
                    <a:pt x="1063" y="1800"/>
                    <a:pt x="1025" y="1775"/>
                    <a:pt x="1013" y="1725"/>
                  </a:cubicBezTo>
                  <a:lnTo>
                    <a:pt x="863" y="913"/>
                  </a:lnTo>
                  <a:close/>
                  <a:moveTo>
                    <a:pt x="26" y="1"/>
                  </a:moveTo>
                  <a:lnTo>
                    <a:pt x="1" y="138"/>
                  </a:lnTo>
                  <a:lnTo>
                    <a:pt x="501" y="213"/>
                  </a:lnTo>
                  <a:cubicBezTo>
                    <a:pt x="551" y="213"/>
                    <a:pt x="576" y="238"/>
                    <a:pt x="588" y="288"/>
                  </a:cubicBezTo>
                  <a:lnTo>
                    <a:pt x="888" y="1763"/>
                  </a:lnTo>
                  <a:cubicBezTo>
                    <a:pt x="913" y="1875"/>
                    <a:pt x="1013" y="1950"/>
                    <a:pt x="1125" y="1950"/>
                  </a:cubicBezTo>
                  <a:lnTo>
                    <a:pt x="2600" y="1950"/>
                  </a:lnTo>
                  <a:cubicBezTo>
                    <a:pt x="2725" y="1950"/>
                    <a:pt x="2825" y="1863"/>
                    <a:pt x="2837" y="1750"/>
                  </a:cubicBezTo>
                  <a:lnTo>
                    <a:pt x="2962" y="1050"/>
                  </a:lnTo>
                  <a:cubicBezTo>
                    <a:pt x="2975" y="988"/>
                    <a:pt x="2950" y="913"/>
                    <a:pt x="2912" y="863"/>
                  </a:cubicBezTo>
                  <a:cubicBezTo>
                    <a:pt x="2862" y="801"/>
                    <a:pt x="2787" y="776"/>
                    <a:pt x="2713" y="776"/>
                  </a:cubicBezTo>
                  <a:lnTo>
                    <a:pt x="838" y="776"/>
                  </a:lnTo>
                  <a:lnTo>
                    <a:pt x="726" y="251"/>
                  </a:lnTo>
                  <a:cubicBezTo>
                    <a:pt x="713" y="151"/>
                    <a:pt x="626" y="76"/>
                    <a:pt x="526" y="63"/>
                  </a:cubicBezTo>
                  <a:lnTo>
                    <a:pt x="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46"/>
            <p:cNvSpPr/>
            <p:nvPr/>
          </p:nvSpPr>
          <p:spPr>
            <a:xfrm>
              <a:off x="6230574" y="1605635"/>
              <a:ext cx="23890" cy="23944"/>
            </a:xfrm>
            <a:custGeom>
              <a:avLst/>
              <a:gdLst/>
              <a:ahLst/>
              <a:cxnLst/>
              <a:rect l="l" t="t" r="r" b="b"/>
              <a:pathLst>
                <a:path w="438" h="439" extrusionOk="0">
                  <a:moveTo>
                    <a:pt x="213" y="1"/>
                  </a:moveTo>
                  <a:cubicBezTo>
                    <a:pt x="100" y="1"/>
                    <a:pt x="0" y="101"/>
                    <a:pt x="0" y="213"/>
                  </a:cubicBezTo>
                  <a:cubicBezTo>
                    <a:pt x="0" y="338"/>
                    <a:pt x="100" y="438"/>
                    <a:pt x="213" y="438"/>
                  </a:cubicBezTo>
                  <a:cubicBezTo>
                    <a:pt x="338" y="438"/>
                    <a:pt x="438" y="338"/>
                    <a:pt x="438" y="213"/>
                  </a:cubicBezTo>
                  <a:cubicBezTo>
                    <a:pt x="438" y="101"/>
                    <a:pt x="338" y="1"/>
                    <a:pt x="2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6"/>
            <p:cNvSpPr/>
            <p:nvPr/>
          </p:nvSpPr>
          <p:spPr>
            <a:xfrm>
              <a:off x="6278298" y="1605635"/>
              <a:ext cx="23890" cy="23944"/>
            </a:xfrm>
            <a:custGeom>
              <a:avLst/>
              <a:gdLst/>
              <a:ahLst/>
              <a:cxnLst/>
              <a:rect l="l" t="t" r="r" b="b"/>
              <a:pathLst>
                <a:path w="438" h="439" extrusionOk="0">
                  <a:moveTo>
                    <a:pt x="225" y="1"/>
                  </a:moveTo>
                  <a:cubicBezTo>
                    <a:pt x="100" y="1"/>
                    <a:pt x="0" y="101"/>
                    <a:pt x="0" y="213"/>
                  </a:cubicBezTo>
                  <a:cubicBezTo>
                    <a:pt x="0" y="338"/>
                    <a:pt x="100" y="438"/>
                    <a:pt x="225" y="438"/>
                  </a:cubicBezTo>
                  <a:cubicBezTo>
                    <a:pt x="350" y="438"/>
                    <a:pt x="438" y="338"/>
                    <a:pt x="438" y="213"/>
                  </a:cubicBezTo>
                  <a:cubicBezTo>
                    <a:pt x="438" y="101"/>
                    <a:pt x="350" y="1"/>
                    <a:pt x="2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46"/>
            <p:cNvSpPr/>
            <p:nvPr/>
          </p:nvSpPr>
          <p:spPr>
            <a:xfrm>
              <a:off x="5975642" y="1504023"/>
              <a:ext cx="107067" cy="92122"/>
            </a:xfrm>
            <a:custGeom>
              <a:avLst/>
              <a:gdLst/>
              <a:ahLst/>
              <a:cxnLst/>
              <a:rect l="l" t="t" r="r" b="b"/>
              <a:pathLst>
                <a:path w="1963" h="1689" extrusionOk="0">
                  <a:moveTo>
                    <a:pt x="1113" y="152"/>
                  </a:moveTo>
                  <a:cubicBezTo>
                    <a:pt x="1500" y="152"/>
                    <a:pt x="1800" y="464"/>
                    <a:pt x="1800" y="839"/>
                  </a:cubicBezTo>
                  <a:cubicBezTo>
                    <a:pt x="1800" y="1260"/>
                    <a:pt x="1460" y="1539"/>
                    <a:pt x="1104" y="1539"/>
                  </a:cubicBezTo>
                  <a:cubicBezTo>
                    <a:pt x="932" y="1539"/>
                    <a:pt x="756" y="1473"/>
                    <a:pt x="613" y="1326"/>
                  </a:cubicBezTo>
                  <a:cubicBezTo>
                    <a:pt x="176" y="889"/>
                    <a:pt x="488" y="152"/>
                    <a:pt x="1113" y="152"/>
                  </a:cubicBezTo>
                  <a:close/>
                  <a:moveTo>
                    <a:pt x="1111" y="1"/>
                  </a:moveTo>
                  <a:cubicBezTo>
                    <a:pt x="905" y="1"/>
                    <a:pt x="695" y="78"/>
                    <a:pt x="526" y="252"/>
                  </a:cubicBezTo>
                  <a:cubicBezTo>
                    <a:pt x="1" y="776"/>
                    <a:pt x="363" y="1676"/>
                    <a:pt x="1113" y="1689"/>
                  </a:cubicBezTo>
                  <a:cubicBezTo>
                    <a:pt x="1575" y="1689"/>
                    <a:pt x="1950" y="1314"/>
                    <a:pt x="1963" y="839"/>
                  </a:cubicBezTo>
                  <a:cubicBezTo>
                    <a:pt x="1963" y="340"/>
                    <a:pt x="1544" y="1"/>
                    <a:pt x="11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46"/>
            <p:cNvSpPr/>
            <p:nvPr/>
          </p:nvSpPr>
          <p:spPr>
            <a:xfrm>
              <a:off x="6056747" y="1583164"/>
              <a:ext cx="39598" cy="42979"/>
            </a:xfrm>
            <a:custGeom>
              <a:avLst/>
              <a:gdLst/>
              <a:ahLst/>
              <a:cxnLst/>
              <a:rect l="l" t="t" r="r" b="b"/>
              <a:pathLst>
                <a:path w="726" h="788" extrusionOk="0">
                  <a:moveTo>
                    <a:pt x="113" y="0"/>
                  </a:moveTo>
                  <a:lnTo>
                    <a:pt x="1" y="88"/>
                  </a:lnTo>
                  <a:lnTo>
                    <a:pt x="613" y="788"/>
                  </a:lnTo>
                  <a:lnTo>
                    <a:pt x="726" y="688"/>
                  </a:lnTo>
                  <a:lnTo>
                    <a:pt x="1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6"/>
            <p:cNvSpPr/>
            <p:nvPr/>
          </p:nvSpPr>
          <p:spPr>
            <a:xfrm>
              <a:off x="5242918" y="1558620"/>
              <a:ext cx="107067" cy="10254"/>
            </a:xfrm>
            <a:custGeom>
              <a:avLst/>
              <a:gdLst/>
              <a:ahLst/>
              <a:cxnLst/>
              <a:rect l="l" t="t" r="r" b="b"/>
              <a:pathLst>
                <a:path w="1963" h="188" extrusionOk="0">
                  <a:moveTo>
                    <a:pt x="1" y="0"/>
                  </a:moveTo>
                  <a:lnTo>
                    <a:pt x="1" y="188"/>
                  </a:lnTo>
                  <a:lnTo>
                    <a:pt x="1963" y="188"/>
                  </a:lnTo>
                  <a:lnTo>
                    <a:pt x="1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46"/>
            <p:cNvSpPr/>
            <p:nvPr/>
          </p:nvSpPr>
          <p:spPr>
            <a:xfrm>
              <a:off x="5242918" y="1524531"/>
              <a:ext cx="107067" cy="10309"/>
            </a:xfrm>
            <a:custGeom>
              <a:avLst/>
              <a:gdLst/>
              <a:ahLst/>
              <a:cxnLst/>
              <a:rect l="l" t="t" r="r" b="b"/>
              <a:pathLst>
                <a:path w="1963" h="189" extrusionOk="0">
                  <a:moveTo>
                    <a:pt x="1" y="1"/>
                  </a:moveTo>
                  <a:lnTo>
                    <a:pt x="1" y="188"/>
                  </a:lnTo>
                  <a:lnTo>
                    <a:pt x="1963" y="188"/>
                  </a:lnTo>
                  <a:lnTo>
                    <a:pt x="19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46"/>
            <p:cNvSpPr/>
            <p:nvPr/>
          </p:nvSpPr>
          <p:spPr>
            <a:xfrm>
              <a:off x="5242918" y="1592709"/>
              <a:ext cx="107067" cy="10254"/>
            </a:xfrm>
            <a:custGeom>
              <a:avLst/>
              <a:gdLst/>
              <a:ahLst/>
              <a:cxnLst/>
              <a:rect l="l" t="t" r="r" b="b"/>
              <a:pathLst>
                <a:path w="1963" h="188" extrusionOk="0">
                  <a:moveTo>
                    <a:pt x="1" y="0"/>
                  </a:moveTo>
                  <a:lnTo>
                    <a:pt x="1" y="188"/>
                  </a:lnTo>
                  <a:lnTo>
                    <a:pt x="1963" y="188"/>
                  </a:lnTo>
                  <a:lnTo>
                    <a:pt x="1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6"/>
            <p:cNvSpPr/>
            <p:nvPr/>
          </p:nvSpPr>
          <p:spPr>
            <a:xfrm>
              <a:off x="5459343" y="1510404"/>
              <a:ext cx="133084" cy="106903"/>
            </a:xfrm>
            <a:custGeom>
              <a:avLst/>
              <a:gdLst/>
              <a:ahLst/>
              <a:cxnLst/>
              <a:rect l="l" t="t" r="r" b="b"/>
              <a:pathLst>
                <a:path w="2440" h="1960" extrusionOk="0">
                  <a:moveTo>
                    <a:pt x="632" y="1"/>
                  </a:moveTo>
                  <a:cubicBezTo>
                    <a:pt x="180" y="1"/>
                    <a:pt x="0" y="463"/>
                    <a:pt x="207" y="897"/>
                  </a:cubicBezTo>
                  <a:cubicBezTo>
                    <a:pt x="444" y="1397"/>
                    <a:pt x="1231" y="1959"/>
                    <a:pt x="1231" y="1959"/>
                  </a:cubicBezTo>
                  <a:cubicBezTo>
                    <a:pt x="1231" y="1959"/>
                    <a:pt x="2019" y="1372"/>
                    <a:pt x="2244" y="897"/>
                  </a:cubicBezTo>
                  <a:cubicBezTo>
                    <a:pt x="2439" y="473"/>
                    <a:pt x="2266" y="1"/>
                    <a:pt x="1814" y="1"/>
                  </a:cubicBezTo>
                  <a:cubicBezTo>
                    <a:pt x="1747" y="1"/>
                    <a:pt x="1673" y="12"/>
                    <a:pt x="1594" y="35"/>
                  </a:cubicBezTo>
                  <a:cubicBezTo>
                    <a:pt x="1381" y="97"/>
                    <a:pt x="1231" y="385"/>
                    <a:pt x="1231" y="385"/>
                  </a:cubicBezTo>
                  <a:cubicBezTo>
                    <a:pt x="1231" y="385"/>
                    <a:pt x="1069" y="97"/>
                    <a:pt x="856" y="35"/>
                  </a:cubicBezTo>
                  <a:cubicBezTo>
                    <a:pt x="776" y="12"/>
                    <a:pt x="701" y="1"/>
                    <a:pt x="6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7" name="Google Shape;1037;p46"/>
          <p:cNvGrpSpPr/>
          <p:nvPr/>
        </p:nvGrpSpPr>
        <p:grpSpPr>
          <a:xfrm>
            <a:off x="8587127" y="722896"/>
            <a:ext cx="1074924" cy="631875"/>
            <a:chOff x="7181413" y="1382775"/>
            <a:chExt cx="1074924" cy="631875"/>
          </a:xfrm>
        </p:grpSpPr>
        <p:sp>
          <p:nvSpPr>
            <p:cNvPr id="1038" name="Google Shape;1038;p46"/>
            <p:cNvSpPr/>
            <p:nvPr/>
          </p:nvSpPr>
          <p:spPr>
            <a:xfrm>
              <a:off x="7181413" y="1382775"/>
              <a:ext cx="1074924" cy="631875"/>
            </a:xfrm>
            <a:custGeom>
              <a:avLst/>
              <a:gdLst/>
              <a:ahLst/>
              <a:cxnLst/>
              <a:rect l="l" t="t" r="r" b="b"/>
              <a:pathLst>
                <a:path w="19708" h="11585" extrusionOk="0">
                  <a:moveTo>
                    <a:pt x="19191" y="112"/>
                  </a:moveTo>
                  <a:cubicBezTo>
                    <a:pt x="19419" y="112"/>
                    <a:pt x="19608" y="308"/>
                    <a:pt x="19608" y="550"/>
                  </a:cubicBezTo>
                  <a:lnTo>
                    <a:pt x="19608" y="11047"/>
                  </a:lnTo>
                  <a:cubicBezTo>
                    <a:pt x="19608" y="11297"/>
                    <a:pt x="19408" y="11485"/>
                    <a:pt x="19170" y="11485"/>
                  </a:cubicBezTo>
                  <a:lnTo>
                    <a:pt x="550" y="11485"/>
                  </a:lnTo>
                  <a:cubicBezTo>
                    <a:pt x="300" y="11485"/>
                    <a:pt x="100" y="11297"/>
                    <a:pt x="113" y="11047"/>
                  </a:cubicBezTo>
                  <a:lnTo>
                    <a:pt x="113" y="550"/>
                  </a:lnTo>
                  <a:cubicBezTo>
                    <a:pt x="113" y="308"/>
                    <a:pt x="289" y="112"/>
                    <a:pt x="528" y="112"/>
                  </a:cubicBezTo>
                  <a:cubicBezTo>
                    <a:pt x="535" y="112"/>
                    <a:pt x="543" y="112"/>
                    <a:pt x="550" y="113"/>
                  </a:cubicBezTo>
                  <a:lnTo>
                    <a:pt x="19170" y="113"/>
                  </a:lnTo>
                  <a:cubicBezTo>
                    <a:pt x="19177" y="112"/>
                    <a:pt x="19184" y="112"/>
                    <a:pt x="19191" y="112"/>
                  </a:cubicBezTo>
                  <a:close/>
                  <a:moveTo>
                    <a:pt x="550" y="0"/>
                  </a:moveTo>
                  <a:cubicBezTo>
                    <a:pt x="250" y="0"/>
                    <a:pt x="13" y="250"/>
                    <a:pt x="0" y="550"/>
                  </a:cubicBezTo>
                  <a:lnTo>
                    <a:pt x="0" y="11047"/>
                  </a:lnTo>
                  <a:cubicBezTo>
                    <a:pt x="0" y="11347"/>
                    <a:pt x="250" y="11585"/>
                    <a:pt x="550" y="11585"/>
                  </a:cubicBezTo>
                  <a:lnTo>
                    <a:pt x="19170" y="11585"/>
                  </a:lnTo>
                  <a:cubicBezTo>
                    <a:pt x="19470" y="11585"/>
                    <a:pt x="19708" y="11347"/>
                    <a:pt x="19708" y="11047"/>
                  </a:cubicBezTo>
                  <a:lnTo>
                    <a:pt x="19708" y="550"/>
                  </a:lnTo>
                  <a:cubicBezTo>
                    <a:pt x="19708" y="250"/>
                    <a:pt x="19470" y="0"/>
                    <a:pt x="191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46"/>
            <p:cNvSpPr/>
            <p:nvPr/>
          </p:nvSpPr>
          <p:spPr>
            <a:xfrm>
              <a:off x="7184795" y="1844913"/>
              <a:ext cx="1068815" cy="75705"/>
            </a:xfrm>
            <a:custGeom>
              <a:avLst/>
              <a:gdLst/>
              <a:ahLst/>
              <a:cxnLst/>
              <a:rect l="l" t="t" r="r" b="b"/>
              <a:pathLst>
                <a:path w="19596" h="1388" extrusionOk="0">
                  <a:moveTo>
                    <a:pt x="1" y="0"/>
                  </a:moveTo>
                  <a:lnTo>
                    <a:pt x="1" y="1387"/>
                  </a:lnTo>
                  <a:lnTo>
                    <a:pt x="19596" y="1387"/>
                  </a:lnTo>
                  <a:lnTo>
                    <a:pt x="1959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6"/>
            <p:cNvSpPr/>
            <p:nvPr/>
          </p:nvSpPr>
          <p:spPr>
            <a:xfrm>
              <a:off x="7254336" y="1446808"/>
              <a:ext cx="180699" cy="115957"/>
            </a:xfrm>
            <a:custGeom>
              <a:avLst/>
              <a:gdLst/>
              <a:ahLst/>
              <a:cxnLst/>
              <a:rect l="l" t="t" r="r" b="b"/>
              <a:pathLst>
                <a:path w="3313" h="2126" extrusionOk="0">
                  <a:moveTo>
                    <a:pt x="263" y="1"/>
                  </a:moveTo>
                  <a:cubicBezTo>
                    <a:pt x="125" y="1"/>
                    <a:pt x="1" y="113"/>
                    <a:pt x="1" y="263"/>
                  </a:cubicBezTo>
                  <a:lnTo>
                    <a:pt x="1" y="1875"/>
                  </a:lnTo>
                  <a:cubicBezTo>
                    <a:pt x="1" y="2013"/>
                    <a:pt x="125" y="2125"/>
                    <a:pt x="263" y="2125"/>
                  </a:cubicBezTo>
                  <a:lnTo>
                    <a:pt x="3062" y="2125"/>
                  </a:lnTo>
                  <a:cubicBezTo>
                    <a:pt x="3200" y="2125"/>
                    <a:pt x="3312" y="2013"/>
                    <a:pt x="3312" y="1875"/>
                  </a:cubicBezTo>
                  <a:lnTo>
                    <a:pt x="3312" y="263"/>
                  </a:lnTo>
                  <a:cubicBezTo>
                    <a:pt x="3312" y="113"/>
                    <a:pt x="3200" y="1"/>
                    <a:pt x="30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46"/>
            <p:cNvSpPr/>
            <p:nvPr/>
          </p:nvSpPr>
          <p:spPr>
            <a:xfrm>
              <a:off x="7182068" y="1778753"/>
              <a:ext cx="1074269" cy="70960"/>
            </a:xfrm>
            <a:custGeom>
              <a:avLst/>
              <a:gdLst/>
              <a:ahLst/>
              <a:cxnLst/>
              <a:rect l="l" t="t" r="r" b="b"/>
              <a:pathLst>
                <a:path w="19696" h="1301" extrusionOk="0">
                  <a:moveTo>
                    <a:pt x="1688" y="1"/>
                  </a:moveTo>
                  <a:lnTo>
                    <a:pt x="1" y="1188"/>
                  </a:lnTo>
                  <a:lnTo>
                    <a:pt x="51" y="1275"/>
                  </a:lnTo>
                  <a:lnTo>
                    <a:pt x="1688" y="126"/>
                  </a:lnTo>
                  <a:lnTo>
                    <a:pt x="3400" y="1288"/>
                  </a:lnTo>
                  <a:lnTo>
                    <a:pt x="5187" y="126"/>
                  </a:lnTo>
                  <a:lnTo>
                    <a:pt x="6637" y="1300"/>
                  </a:lnTo>
                  <a:lnTo>
                    <a:pt x="8224" y="126"/>
                  </a:lnTo>
                  <a:lnTo>
                    <a:pt x="9786" y="1300"/>
                  </a:lnTo>
                  <a:lnTo>
                    <a:pt x="11323" y="126"/>
                  </a:lnTo>
                  <a:lnTo>
                    <a:pt x="12872" y="1300"/>
                  </a:lnTo>
                  <a:lnTo>
                    <a:pt x="14622" y="126"/>
                  </a:lnTo>
                  <a:lnTo>
                    <a:pt x="16209" y="1300"/>
                  </a:lnTo>
                  <a:lnTo>
                    <a:pt x="17859" y="126"/>
                  </a:lnTo>
                  <a:lnTo>
                    <a:pt x="19646" y="1275"/>
                  </a:lnTo>
                  <a:lnTo>
                    <a:pt x="19696" y="1188"/>
                  </a:lnTo>
                  <a:lnTo>
                    <a:pt x="17859" y="1"/>
                  </a:lnTo>
                  <a:lnTo>
                    <a:pt x="16209" y="1176"/>
                  </a:lnTo>
                  <a:lnTo>
                    <a:pt x="14622" y="1"/>
                  </a:lnTo>
                  <a:lnTo>
                    <a:pt x="12872" y="1176"/>
                  </a:lnTo>
                  <a:lnTo>
                    <a:pt x="11323" y="1"/>
                  </a:lnTo>
                  <a:lnTo>
                    <a:pt x="9786" y="1176"/>
                  </a:lnTo>
                  <a:lnTo>
                    <a:pt x="8224" y="1"/>
                  </a:lnTo>
                  <a:lnTo>
                    <a:pt x="6637" y="1163"/>
                  </a:lnTo>
                  <a:lnTo>
                    <a:pt x="5200" y="1"/>
                  </a:lnTo>
                  <a:lnTo>
                    <a:pt x="3400" y="1176"/>
                  </a:lnTo>
                  <a:lnTo>
                    <a:pt x="16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46"/>
            <p:cNvSpPr/>
            <p:nvPr/>
          </p:nvSpPr>
          <p:spPr>
            <a:xfrm>
              <a:off x="7182068" y="1735174"/>
              <a:ext cx="1074269" cy="70251"/>
            </a:xfrm>
            <a:custGeom>
              <a:avLst/>
              <a:gdLst/>
              <a:ahLst/>
              <a:cxnLst/>
              <a:rect l="l" t="t" r="r" b="b"/>
              <a:pathLst>
                <a:path w="19696" h="1288" extrusionOk="0">
                  <a:moveTo>
                    <a:pt x="1688" y="0"/>
                  </a:moveTo>
                  <a:lnTo>
                    <a:pt x="1" y="1187"/>
                  </a:lnTo>
                  <a:lnTo>
                    <a:pt x="51" y="1262"/>
                  </a:lnTo>
                  <a:lnTo>
                    <a:pt x="1688" y="125"/>
                  </a:lnTo>
                  <a:lnTo>
                    <a:pt x="3400" y="1287"/>
                  </a:lnTo>
                  <a:lnTo>
                    <a:pt x="5187" y="125"/>
                  </a:lnTo>
                  <a:lnTo>
                    <a:pt x="6637" y="1287"/>
                  </a:lnTo>
                  <a:lnTo>
                    <a:pt x="8224" y="125"/>
                  </a:lnTo>
                  <a:lnTo>
                    <a:pt x="9786" y="1287"/>
                  </a:lnTo>
                  <a:lnTo>
                    <a:pt x="11323" y="125"/>
                  </a:lnTo>
                  <a:lnTo>
                    <a:pt x="12872" y="1287"/>
                  </a:lnTo>
                  <a:lnTo>
                    <a:pt x="14622" y="125"/>
                  </a:lnTo>
                  <a:lnTo>
                    <a:pt x="16209" y="1287"/>
                  </a:lnTo>
                  <a:lnTo>
                    <a:pt x="17859" y="113"/>
                  </a:lnTo>
                  <a:lnTo>
                    <a:pt x="19646" y="1262"/>
                  </a:lnTo>
                  <a:lnTo>
                    <a:pt x="19696" y="1187"/>
                  </a:lnTo>
                  <a:lnTo>
                    <a:pt x="17859" y="0"/>
                  </a:lnTo>
                  <a:lnTo>
                    <a:pt x="16209" y="1162"/>
                  </a:lnTo>
                  <a:lnTo>
                    <a:pt x="14622" y="0"/>
                  </a:lnTo>
                  <a:lnTo>
                    <a:pt x="12872" y="1162"/>
                  </a:lnTo>
                  <a:lnTo>
                    <a:pt x="11323" y="0"/>
                  </a:lnTo>
                  <a:lnTo>
                    <a:pt x="9786" y="1162"/>
                  </a:lnTo>
                  <a:lnTo>
                    <a:pt x="8224" y="0"/>
                  </a:lnTo>
                  <a:lnTo>
                    <a:pt x="6637" y="1162"/>
                  </a:lnTo>
                  <a:lnTo>
                    <a:pt x="5200" y="0"/>
                  </a:lnTo>
                  <a:lnTo>
                    <a:pt x="3400" y="1162"/>
                  </a:lnTo>
                  <a:lnTo>
                    <a:pt x="16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46"/>
            <p:cNvSpPr/>
            <p:nvPr/>
          </p:nvSpPr>
          <p:spPr>
            <a:xfrm>
              <a:off x="7182068" y="1690831"/>
              <a:ext cx="1074269" cy="70960"/>
            </a:xfrm>
            <a:custGeom>
              <a:avLst/>
              <a:gdLst/>
              <a:ahLst/>
              <a:cxnLst/>
              <a:rect l="l" t="t" r="r" b="b"/>
              <a:pathLst>
                <a:path w="19696" h="1301" extrusionOk="0">
                  <a:moveTo>
                    <a:pt x="1688" y="1"/>
                  </a:moveTo>
                  <a:lnTo>
                    <a:pt x="1" y="1188"/>
                  </a:lnTo>
                  <a:lnTo>
                    <a:pt x="51" y="1275"/>
                  </a:lnTo>
                  <a:lnTo>
                    <a:pt x="1688" y="126"/>
                  </a:lnTo>
                  <a:lnTo>
                    <a:pt x="3400" y="1288"/>
                  </a:lnTo>
                  <a:lnTo>
                    <a:pt x="5187" y="126"/>
                  </a:lnTo>
                  <a:lnTo>
                    <a:pt x="6637" y="1300"/>
                  </a:lnTo>
                  <a:lnTo>
                    <a:pt x="8224" y="126"/>
                  </a:lnTo>
                  <a:lnTo>
                    <a:pt x="9786" y="1288"/>
                  </a:lnTo>
                  <a:lnTo>
                    <a:pt x="11323" y="126"/>
                  </a:lnTo>
                  <a:lnTo>
                    <a:pt x="12872" y="1288"/>
                  </a:lnTo>
                  <a:lnTo>
                    <a:pt x="14622" y="126"/>
                  </a:lnTo>
                  <a:lnTo>
                    <a:pt x="16209" y="1288"/>
                  </a:lnTo>
                  <a:lnTo>
                    <a:pt x="17859" y="126"/>
                  </a:lnTo>
                  <a:lnTo>
                    <a:pt x="19646" y="1275"/>
                  </a:lnTo>
                  <a:lnTo>
                    <a:pt x="19696" y="1188"/>
                  </a:lnTo>
                  <a:lnTo>
                    <a:pt x="17859" y="1"/>
                  </a:lnTo>
                  <a:lnTo>
                    <a:pt x="16209" y="1175"/>
                  </a:lnTo>
                  <a:lnTo>
                    <a:pt x="14622" y="1"/>
                  </a:lnTo>
                  <a:lnTo>
                    <a:pt x="12872" y="1175"/>
                  </a:lnTo>
                  <a:lnTo>
                    <a:pt x="11323" y="1"/>
                  </a:lnTo>
                  <a:lnTo>
                    <a:pt x="9786" y="1163"/>
                  </a:lnTo>
                  <a:lnTo>
                    <a:pt x="8224" y="1"/>
                  </a:lnTo>
                  <a:lnTo>
                    <a:pt x="6637" y="1163"/>
                  </a:lnTo>
                  <a:lnTo>
                    <a:pt x="5200" y="1"/>
                  </a:lnTo>
                  <a:lnTo>
                    <a:pt x="3400" y="1175"/>
                  </a:lnTo>
                  <a:lnTo>
                    <a:pt x="16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4" name="Google Shape;1044;p46"/>
          <p:cNvGrpSpPr/>
          <p:nvPr/>
        </p:nvGrpSpPr>
        <p:grpSpPr>
          <a:xfrm>
            <a:off x="6939953" y="340537"/>
            <a:ext cx="758404" cy="382354"/>
            <a:chOff x="3763850" y="3766900"/>
            <a:chExt cx="475250" cy="239600"/>
          </a:xfrm>
        </p:grpSpPr>
        <p:sp>
          <p:nvSpPr>
            <p:cNvPr id="1045" name="Google Shape;1045;p46"/>
            <p:cNvSpPr/>
            <p:nvPr/>
          </p:nvSpPr>
          <p:spPr>
            <a:xfrm>
              <a:off x="3944175" y="3769175"/>
              <a:ext cx="128675" cy="234700"/>
            </a:xfrm>
            <a:custGeom>
              <a:avLst/>
              <a:gdLst/>
              <a:ahLst/>
              <a:cxnLst/>
              <a:rect l="l" t="t" r="r" b="b"/>
              <a:pathLst>
                <a:path w="5147" h="9388" extrusionOk="0">
                  <a:moveTo>
                    <a:pt x="2096" y="1"/>
                  </a:moveTo>
                  <a:lnTo>
                    <a:pt x="2096" y="812"/>
                  </a:lnTo>
                  <a:cubicBezTo>
                    <a:pt x="930" y="943"/>
                    <a:pt x="171" y="1676"/>
                    <a:pt x="171" y="2737"/>
                  </a:cubicBezTo>
                  <a:cubicBezTo>
                    <a:pt x="171" y="3863"/>
                    <a:pt x="904" y="4426"/>
                    <a:pt x="2488" y="4884"/>
                  </a:cubicBezTo>
                  <a:cubicBezTo>
                    <a:pt x="3771" y="5238"/>
                    <a:pt x="4151" y="5735"/>
                    <a:pt x="4151" y="6429"/>
                  </a:cubicBezTo>
                  <a:cubicBezTo>
                    <a:pt x="4151" y="7214"/>
                    <a:pt x="3601" y="7660"/>
                    <a:pt x="2619" y="7660"/>
                  </a:cubicBezTo>
                  <a:cubicBezTo>
                    <a:pt x="1729" y="7660"/>
                    <a:pt x="1166" y="7241"/>
                    <a:pt x="983" y="6377"/>
                  </a:cubicBezTo>
                  <a:lnTo>
                    <a:pt x="1" y="6377"/>
                  </a:lnTo>
                  <a:cubicBezTo>
                    <a:pt x="132" y="7463"/>
                    <a:pt x="839" y="8249"/>
                    <a:pt x="2135" y="8406"/>
                  </a:cubicBezTo>
                  <a:lnTo>
                    <a:pt x="2135" y="9388"/>
                  </a:lnTo>
                  <a:lnTo>
                    <a:pt x="2999" y="9388"/>
                  </a:lnTo>
                  <a:lnTo>
                    <a:pt x="2999" y="8406"/>
                  </a:lnTo>
                  <a:cubicBezTo>
                    <a:pt x="4321" y="8301"/>
                    <a:pt x="5146" y="7516"/>
                    <a:pt x="5146" y="6337"/>
                  </a:cubicBezTo>
                  <a:cubicBezTo>
                    <a:pt x="5146" y="5264"/>
                    <a:pt x="4622" y="4504"/>
                    <a:pt x="2776" y="3968"/>
                  </a:cubicBezTo>
                  <a:cubicBezTo>
                    <a:pt x="1572" y="3601"/>
                    <a:pt x="1166" y="3352"/>
                    <a:pt x="1166" y="2658"/>
                  </a:cubicBezTo>
                  <a:cubicBezTo>
                    <a:pt x="1166" y="2095"/>
                    <a:pt x="1493" y="1559"/>
                    <a:pt x="2475" y="1559"/>
                  </a:cubicBezTo>
                  <a:cubicBezTo>
                    <a:pt x="3536" y="1559"/>
                    <a:pt x="3837" y="2109"/>
                    <a:pt x="3942" y="2580"/>
                  </a:cubicBezTo>
                  <a:lnTo>
                    <a:pt x="4950" y="2580"/>
                  </a:lnTo>
                  <a:cubicBezTo>
                    <a:pt x="4858" y="1860"/>
                    <a:pt x="4413" y="956"/>
                    <a:pt x="2947" y="799"/>
                  </a:cubicBezTo>
                  <a:lnTo>
                    <a:pt x="29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46"/>
            <p:cNvSpPr/>
            <p:nvPr/>
          </p:nvSpPr>
          <p:spPr>
            <a:xfrm>
              <a:off x="3766775" y="3769175"/>
              <a:ext cx="129000" cy="234700"/>
            </a:xfrm>
            <a:custGeom>
              <a:avLst/>
              <a:gdLst/>
              <a:ahLst/>
              <a:cxnLst/>
              <a:rect l="l" t="t" r="r" b="b"/>
              <a:pathLst>
                <a:path w="5160" h="9388" extrusionOk="0">
                  <a:moveTo>
                    <a:pt x="2109" y="1"/>
                  </a:moveTo>
                  <a:lnTo>
                    <a:pt x="2109" y="812"/>
                  </a:lnTo>
                  <a:cubicBezTo>
                    <a:pt x="930" y="943"/>
                    <a:pt x="184" y="1676"/>
                    <a:pt x="184" y="2737"/>
                  </a:cubicBezTo>
                  <a:cubicBezTo>
                    <a:pt x="184" y="3863"/>
                    <a:pt x="904" y="4426"/>
                    <a:pt x="2501" y="4884"/>
                  </a:cubicBezTo>
                  <a:cubicBezTo>
                    <a:pt x="3784" y="5238"/>
                    <a:pt x="4164" y="5735"/>
                    <a:pt x="4164" y="6429"/>
                  </a:cubicBezTo>
                  <a:cubicBezTo>
                    <a:pt x="4164" y="7214"/>
                    <a:pt x="3614" y="7660"/>
                    <a:pt x="2619" y="7660"/>
                  </a:cubicBezTo>
                  <a:cubicBezTo>
                    <a:pt x="1742" y="7660"/>
                    <a:pt x="1166" y="7241"/>
                    <a:pt x="983" y="6377"/>
                  </a:cubicBezTo>
                  <a:lnTo>
                    <a:pt x="1" y="6377"/>
                  </a:lnTo>
                  <a:cubicBezTo>
                    <a:pt x="145" y="7463"/>
                    <a:pt x="839" y="8249"/>
                    <a:pt x="2148" y="8406"/>
                  </a:cubicBezTo>
                  <a:lnTo>
                    <a:pt x="2148" y="9388"/>
                  </a:lnTo>
                  <a:lnTo>
                    <a:pt x="3012" y="9388"/>
                  </a:lnTo>
                  <a:lnTo>
                    <a:pt x="3012" y="8406"/>
                  </a:lnTo>
                  <a:cubicBezTo>
                    <a:pt x="4334" y="8301"/>
                    <a:pt x="5159" y="7516"/>
                    <a:pt x="5159" y="6337"/>
                  </a:cubicBezTo>
                  <a:cubicBezTo>
                    <a:pt x="5159" y="5264"/>
                    <a:pt x="4635" y="4504"/>
                    <a:pt x="2789" y="3968"/>
                  </a:cubicBezTo>
                  <a:cubicBezTo>
                    <a:pt x="1585" y="3601"/>
                    <a:pt x="1179" y="3352"/>
                    <a:pt x="1179" y="2658"/>
                  </a:cubicBezTo>
                  <a:cubicBezTo>
                    <a:pt x="1179" y="2095"/>
                    <a:pt x="1506" y="1559"/>
                    <a:pt x="2475" y="1559"/>
                  </a:cubicBezTo>
                  <a:cubicBezTo>
                    <a:pt x="3549" y="1559"/>
                    <a:pt x="3850" y="2109"/>
                    <a:pt x="3955" y="2580"/>
                  </a:cubicBezTo>
                  <a:lnTo>
                    <a:pt x="4963" y="2580"/>
                  </a:lnTo>
                  <a:cubicBezTo>
                    <a:pt x="4871" y="1860"/>
                    <a:pt x="4426" y="956"/>
                    <a:pt x="2960" y="799"/>
                  </a:cubicBezTo>
                  <a:lnTo>
                    <a:pt x="296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46"/>
            <p:cNvSpPr/>
            <p:nvPr/>
          </p:nvSpPr>
          <p:spPr>
            <a:xfrm>
              <a:off x="3763850" y="3766900"/>
              <a:ext cx="134200" cy="239600"/>
            </a:xfrm>
            <a:custGeom>
              <a:avLst/>
              <a:gdLst/>
              <a:ahLst/>
              <a:cxnLst/>
              <a:rect l="l" t="t" r="r" b="b"/>
              <a:pathLst>
                <a:path w="5368" h="9584" extrusionOk="0">
                  <a:moveTo>
                    <a:pt x="2972" y="210"/>
                  </a:moveTo>
                  <a:lnTo>
                    <a:pt x="2972" y="995"/>
                  </a:lnTo>
                  <a:lnTo>
                    <a:pt x="3064" y="1008"/>
                  </a:lnTo>
                  <a:cubicBezTo>
                    <a:pt x="4412" y="1152"/>
                    <a:pt x="4844" y="1925"/>
                    <a:pt x="4962" y="2579"/>
                  </a:cubicBezTo>
                  <a:lnTo>
                    <a:pt x="4150" y="2579"/>
                  </a:lnTo>
                  <a:cubicBezTo>
                    <a:pt x="3967" y="1898"/>
                    <a:pt x="3443" y="1558"/>
                    <a:pt x="2592" y="1558"/>
                  </a:cubicBezTo>
                  <a:cubicBezTo>
                    <a:pt x="1715" y="1558"/>
                    <a:pt x="1191" y="2003"/>
                    <a:pt x="1191" y="2749"/>
                  </a:cubicBezTo>
                  <a:cubicBezTo>
                    <a:pt x="1191" y="3548"/>
                    <a:pt x="1689" y="3810"/>
                    <a:pt x="2880" y="4163"/>
                  </a:cubicBezTo>
                  <a:cubicBezTo>
                    <a:pt x="4883" y="4752"/>
                    <a:pt x="5171" y="5603"/>
                    <a:pt x="5171" y="6441"/>
                  </a:cubicBezTo>
                  <a:cubicBezTo>
                    <a:pt x="5171" y="7554"/>
                    <a:pt x="4399" y="8287"/>
                    <a:pt x="3116" y="8418"/>
                  </a:cubicBezTo>
                  <a:lnTo>
                    <a:pt x="3024" y="8418"/>
                  </a:lnTo>
                  <a:lnTo>
                    <a:pt x="3024" y="9374"/>
                  </a:lnTo>
                  <a:lnTo>
                    <a:pt x="2370" y="9374"/>
                  </a:lnTo>
                  <a:lnTo>
                    <a:pt x="2370" y="8405"/>
                  </a:lnTo>
                  <a:lnTo>
                    <a:pt x="2278" y="8392"/>
                  </a:lnTo>
                  <a:cubicBezTo>
                    <a:pt x="1126" y="8261"/>
                    <a:pt x="406" y="7620"/>
                    <a:pt x="236" y="6572"/>
                  </a:cubicBezTo>
                  <a:lnTo>
                    <a:pt x="1021" y="6572"/>
                  </a:lnTo>
                  <a:cubicBezTo>
                    <a:pt x="1231" y="7423"/>
                    <a:pt x="1820" y="7868"/>
                    <a:pt x="2736" y="7868"/>
                  </a:cubicBezTo>
                  <a:cubicBezTo>
                    <a:pt x="3784" y="7868"/>
                    <a:pt x="4373" y="7371"/>
                    <a:pt x="4373" y="6520"/>
                  </a:cubicBezTo>
                  <a:cubicBezTo>
                    <a:pt x="4373" y="5708"/>
                    <a:pt x="3875" y="5237"/>
                    <a:pt x="2645" y="4883"/>
                  </a:cubicBezTo>
                  <a:cubicBezTo>
                    <a:pt x="1008" y="4425"/>
                    <a:pt x="406" y="3862"/>
                    <a:pt x="406" y="2841"/>
                  </a:cubicBezTo>
                  <a:cubicBezTo>
                    <a:pt x="406" y="1846"/>
                    <a:pt x="1100" y="1139"/>
                    <a:pt x="2226" y="1008"/>
                  </a:cubicBezTo>
                  <a:lnTo>
                    <a:pt x="2317" y="995"/>
                  </a:lnTo>
                  <a:lnTo>
                    <a:pt x="2317" y="210"/>
                  </a:lnTo>
                  <a:close/>
                  <a:moveTo>
                    <a:pt x="2108" y="0"/>
                  </a:moveTo>
                  <a:lnTo>
                    <a:pt x="2108" y="812"/>
                  </a:lnTo>
                  <a:cubicBezTo>
                    <a:pt x="930" y="982"/>
                    <a:pt x="196" y="1754"/>
                    <a:pt x="196" y="2828"/>
                  </a:cubicBezTo>
                  <a:cubicBezTo>
                    <a:pt x="196" y="4137"/>
                    <a:pt x="1152" y="4674"/>
                    <a:pt x="2592" y="5080"/>
                  </a:cubicBezTo>
                  <a:cubicBezTo>
                    <a:pt x="3901" y="5446"/>
                    <a:pt x="4163" y="5918"/>
                    <a:pt x="4163" y="6520"/>
                  </a:cubicBezTo>
                  <a:cubicBezTo>
                    <a:pt x="4163" y="7253"/>
                    <a:pt x="3653" y="7659"/>
                    <a:pt x="2736" y="7659"/>
                  </a:cubicBezTo>
                  <a:cubicBezTo>
                    <a:pt x="1885" y="7659"/>
                    <a:pt x="1375" y="7253"/>
                    <a:pt x="1191" y="6454"/>
                  </a:cubicBezTo>
                  <a:lnTo>
                    <a:pt x="1178" y="6376"/>
                  </a:lnTo>
                  <a:lnTo>
                    <a:pt x="0" y="6376"/>
                  </a:lnTo>
                  <a:lnTo>
                    <a:pt x="13" y="6481"/>
                  </a:lnTo>
                  <a:cubicBezTo>
                    <a:pt x="157" y="7659"/>
                    <a:pt x="930" y="8418"/>
                    <a:pt x="2147" y="8588"/>
                  </a:cubicBezTo>
                  <a:lnTo>
                    <a:pt x="2147" y="9583"/>
                  </a:lnTo>
                  <a:lnTo>
                    <a:pt x="3234" y="9583"/>
                  </a:lnTo>
                  <a:lnTo>
                    <a:pt x="3221" y="8602"/>
                  </a:lnTo>
                  <a:cubicBezTo>
                    <a:pt x="4569" y="8444"/>
                    <a:pt x="5368" y="7633"/>
                    <a:pt x="5368" y="6428"/>
                  </a:cubicBezTo>
                  <a:cubicBezTo>
                    <a:pt x="5368" y="5185"/>
                    <a:pt x="4661" y="4478"/>
                    <a:pt x="2933" y="3967"/>
                  </a:cubicBezTo>
                  <a:cubicBezTo>
                    <a:pt x="1702" y="3600"/>
                    <a:pt x="1401" y="3365"/>
                    <a:pt x="1401" y="2749"/>
                  </a:cubicBezTo>
                  <a:cubicBezTo>
                    <a:pt x="1401" y="2448"/>
                    <a:pt x="1519" y="1754"/>
                    <a:pt x="2592" y="1754"/>
                  </a:cubicBezTo>
                  <a:cubicBezTo>
                    <a:pt x="3378" y="1754"/>
                    <a:pt x="3823" y="2069"/>
                    <a:pt x="3967" y="2710"/>
                  </a:cubicBezTo>
                  <a:lnTo>
                    <a:pt x="3980" y="2789"/>
                  </a:lnTo>
                  <a:lnTo>
                    <a:pt x="5185" y="2789"/>
                  </a:lnTo>
                  <a:lnTo>
                    <a:pt x="5171" y="2671"/>
                  </a:lnTo>
                  <a:cubicBezTo>
                    <a:pt x="5093" y="2055"/>
                    <a:pt x="4739" y="1021"/>
                    <a:pt x="3181" y="812"/>
                  </a:cubicBezTo>
                  <a:lnTo>
                    <a:pt x="318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46"/>
            <p:cNvSpPr/>
            <p:nvPr/>
          </p:nvSpPr>
          <p:spPr>
            <a:xfrm>
              <a:off x="4110450" y="3769175"/>
              <a:ext cx="128650" cy="234700"/>
            </a:xfrm>
            <a:custGeom>
              <a:avLst/>
              <a:gdLst/>
              <a:ahLst/>
              <a:cxnLst/>
              <a:rect l="l" t="t" r="r" b="b"/>
              <a:pathLst>
                <a:path w="5146" h="9388" extrusionOk="0">
                  <a:moveTo>
                    <a:pt x="2095" y="1"/>
                  </a:moveTo>
                  <a:lnTo>
                    <a:pt x="2095" y="812"/>
                  </a:lnTo>
                  <a:cubicBezTo>
                    <a:pt x="930" y="943"/>
                    <a:pt x="171" y="1676"/>
                    <a:pt x="171" y="2737"/>
                  </a:cubicBezTo>
                  <a:cubicBezTo>
                    <a:pt x="171" y="3863"/>
                    <a:pt x="891" y="4426"/>
                    <a:pt x="2488" y="4884"/>
                  </a:cubicBezTo>
                  <a:cubicBezTo>
                    <a:pt x="3771" y="5238"/>
                    <a:pt x="4151" y="5735"/>
                    <a:pt x="4151" y="6429"/>
                  </a:cubicBezTo>
                  <a:cubicBezTo>
                    <a:pt x="4151" y="7214"/>
                    <a:pt x="3601" y="7660"/>
                    <a:pt x="2619" y="7660"/>
                  </a:cubicBezTo>
                  <a:cubicBezTo>
                    <a:pt x="1729" y="7660"/>
                    <a:pt x="1166" y="7241"/>
                    <a:pt x="983" y="6377"/>
                  </a:cubicBezTo>
                  <a:lnTo>
                    <a:pt x="1" y="6377"/>
                  </a:lnTo>
                  <a:cubicBezTo>
                    <a:pt x="132" y="7463"/>
                    <a:pt x="839" y="8249"/>
                    <a:pt x="2135" y="8406"/>
                  </a:cubicBezTo>
                  <a:lnTo>
                    <a:pt x="2135" y="9388"/>
                  </a:lnTo>
                  <a:lnTo>
                    <a:pt x="2999" y="9388"/>
                  </a:lnTo>
                  <a:lnTo>
                    <a:pt x="2999" y="8406"/>
                  </a:lnTo>
                  <a:cubicBezTo>
                    <a:pt x="4321" y="8301"/>
                    <a:pt x="5146" y="7516"/>
                    <a:pt x="5146" y="6337"/>
                  </a:cubicBezTo>
                  <a:cubicBezTo>
                    <a:pt x="5146" y="5264"/>
                    <a:pt x="4622" y="4504"/>
                    <a:pt x="2776" y="3968"/>
                  </a:cubicBezTo>
                  <a:cubicBezTo>
                    <a:pt x="1572" y="3601"/>
                    <a:pt x="1166" y="3352"/>
                    <a:pt x="1166" y="2658"/>
                  </a:cubicBezTo>
                  <a:cubicBezTo>
                    <a:pt x="1166" y="2095"/>
                    <a:pt x="1493" y="1559"/>
                    <a:pt x="2462" y="1559"/>
                  </a:cubicBezTo>
                  <a:cubicBezTo>
                    <a:pt x="3536" y="1559"/>
                    <a:pt x="3837" y="2109"/>
                    <a:pt x="3941" y="2580"/>
                  </a:cubicBezTo>
                  <a:lnTo>
                    <a:pt x="4949" y="2580"/>
                  </a:lnTo>
                  <a:cubicBezTo>
                    <a:pt x="4858" y="1860"/>
                    <a:pt x="4413" y="956"/>
                    <a:pt x="2946" y="799"/>
                  </a:cubicBezTo>
                  <a:lnTo>
                    <a:pt x="29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9" name="Google Shape;1049;p46"/>
          <p:cNvGrpSpPr/>
          <p:nvPr/>
        </p:nvGrpSpPr>
        <p:grpSpPr>
          <a:xfrm>
            <a:off x="6069155" y="3283303"/>
            <a:ext cx="1234037" cy="1152387"/>
            <a:chOff x="7475179" y="3353341"/>
            <a:chExt cx="948821" cy="886043"/>
          </a:xfrm>
        </p:grpSpPr>
        <p:sp>
          <p:nvSpPr>
            <p:cNvPr id="1050" name="Google Shape;1050;p46"/>
            <p:cNvSpPr/>
            <p:nvPr/>
          </p:nvSpPr>
          <p:spPr>
            <a:xfrm>
              <a:off x="7552902" y="3353504"/>
              <a:ext cx="376289" cy="322183"/>
            </a:xfrm>
            <a:custGeom>
              <a:avLst/>
              <a:gdLst/>
              <a:ahLst/>
              <a:cxnLst/>
              <a:rect l="l" t="t" r="r" b="b"/>
              <a:pathLst>
                <a:path w="6899" h="5907" extrusionOk="0">
                  <a:moveTo>
                    <a:pt x="3949" y="109"/>
                  </a:moveTo>
                  <a:cubicBezTo>
                    <a:pt x="5524" y="109"/>
                    <a:pt x="6798" y="1383"/>
                    <a:pt x="6798" y="2958"/>
                  </a:cubicBezTo>
                  <a:cubicBezTo>
                    <a:pt x="6798" y="4677"/>
                    <a:pt x="5387" y="5816"/>
                    <a:pt x="3921" y="5816"/>
                  </a:cubicBezTo>
                  <a:cubicBezTo>
                    <a:pt x="3223" y="5816"/>
                    <a:pt x="2513" y="5558"/>
                    <a:pt x="1937" y="4982"/>
                  </a:cubicBezTo>
                  <a:cubicBezTo>
                    <a:pt x="138" y="3183"/>
                    <a:pt x="1412" y="109"/>
                    <a:pt x="3949" y="109"/>
                  </a:cubicBezTo>
                  <a:close/>
                  <a:moveTo>
                    <a:pt x="3926" y="0"/>
                  </a:moveTo>
                  <a:cubicBezTo>
                    <a:pt x="3202" y="0"/>
                    <a:pt x="2464" y="269"/>
                    <a:pt x="1862" y="871"/>
                  </a:cubicBezTo>
                  <a:cubicBezTo>
                    <a:pt x="0" y="2733"/>
                    <a:pt x="1325" y="5907"/>
                    <a:pt x="3949" y="5907"/>
                  </a:cubicBezTo>
                  <a:cubicBezTo>
                    <a:pt x="5586" y="5907"/>
                    <a:pt x="6898" y="4582"/>
                    <a:pt x="6898" y="2958"/>
                  </a:cubicBezTo>
                  <a:cubicBezTo>
                    <a:pt x="6898" y="1181"/>
                    <a:pt x="5444" y="0"/>
                    <a:pt x="39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46"/>
            <p:cNvSpPr/>
            <p:nvPr/>
          </p:nvSpPr>
          <p:spPr>
            <a:xfrm>
              <a:off x="7530376" y="3353341"/>
              <a:ext cx="376289" cy="322346"/>
            </a:xfrm>
            <a:custGeom>
              <a:avLst/>
              <a:gdLst/>
              <a:ahLst/>
              <a:cxnLst/>
              <a:rect l="l" t="t" r="r" b="b"/>
              <a:pathLst>
                <a:path w="6899" h="5910" extrusionOk="0">
                  <a:moveTo>
                    <a:pt x="3950" y="112"/>
                  </a:moveTo>
                  <a:cubicBezTo>
                    <a:pt x="5524" y="112"/>
                    <a:pt x="6799" y="1386"/>
                    <a:pt x="6799" y="2961"/>
                  </a:cubicBezTo>
                  <a:cubicBezTo>
                    <a:pt x="6799" y="4680"/>
                    <a:pt x="5387" y="5819"/>
                    <a:pt x="3917" y="5819"/>
                  </a:cubicBezTo>
                  <a:cubicBezTo>
                    <a:pt x="3218" y="5819"/>
                    <a:pt x="2505" y="5561"/>
                    <a:pt x="1925" y="4985"/>
                  </a:cubicBezTo>
                  <a:cubicBezTo>
                    <a:pt x="138" y="3186"/>
                    <a:pt x="1413" y="112"/>
                    <a:pt x="3950" y="112"/>
                  </a:cubicBezTo>
                  <a:close/>
                  <a:moveTo>
                    <a:pt x="3932" y="1"/>
                  </a:moveTo>
                  <a:cubicBezTo>
                    <a:pt x="3206" y="1"/>
                    <a:pt x="2466" y="271"/>
                    <a:pt x="1863" y="874"/>
                  </a:cubicBezTo>
                  <a:cubicBezTo>
                    <a:pt x="1" y="2736"/>
                    <a:pt x="1313" y="5910"/>
                    <a:pt x="3950" y="5910"/>
                  </a:cubicBezTo>
                  <a:cubicBezTo>
                    <a:pt x="5574" y="5910"/>
                    <a:pt x="6899" y="4585"/>
                    <a:pt x="6899" y="2961"/>
                  </a:cubicBezTo>
                  <a:cubicBezTo>
                    <a:pt x="6899" y="1178"/>
                    <a:pt x="5448" y="1"/>
                    <a:pt x="39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46"/>
            <p:cNvSpPr/>
            <p:nvPr/>
          </p:nvSpPr>
          <p:spPr>
            <a:xfrm>
              <a:off x="7565174" y="3492315"/>
              <a:ext cx="542589" cy="739596"/>
            </a:xfrm>
            <a:custGeom>
              <a:avLst/>
              <a:gdLst/>
              <a:ahLst/>
              <a:cxnLst/>
              <a:rect l="l" t="t" r="r" b="b"/>
              <a:pathLst>
                <a:path w="9948" h="13560" extrusionOk="0">
                  <a:moveTo>
                    <a:pt x="825" y="0"/>
                  </a:moveTo>
                  <a:lnTo>
                    <a:pt x="0" y="12959"/>
                  </a:lnTo>
                  <a:lnTo>
                    <a:pt x="8285" y="13559"/>
                  </a:lnTo>
                  <a:lnTo>
                    <a:pt x="9110" y="12734"/>
                  </a:lnTo>
                  <a:lnTo>
                    <a:pt x="9947" y="13559"/>
                  </a:lnTo>
                  <a:lnTo>
                    <a:pt x="9947" y="13559"/>
                  </a:lnTo>
                  <a:lnTo>
                    <a:pt x="828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46"/>
            <p:cNvSpPr/>
            <p:nvPr/>
          </p:nvSpPr>
          <p:spPr>
            <a:xfrm>
              <a:off x="7475179" y="3492315"/>
              <a:ext cx="541934" cy="739596"/>
            </a:xfrm>
            <a:custGeom>
              <a:avLst/>
              <a:gdLst/>
              <a:ahLst/>
              <a:cxnLst/>
              <a:rect l="l" t="t" r="r" b="b"/>
              <a:pathLst>
                <a:path w="9936" h="13560" extrusionOk="0">
                  <a:moveTo>
                    <a:pt x="813" y="0"/>
                  </a:moveTo>
                  <a:lnTo>
                    <a:pt x="13" y="13097"/>
                  </a:lnTo>
                  <a:cubicBezTo>
                    <a:pt x="0" y="13347"/>
                    <a:pt x="200" y="13559"/>
                    <a:pt x="450" y="13559"/>
                  </a:cubicBezTo>
                  <a:lnTo>
                    <a:pt x="9935" y="13559"/>
                  </a:lnTo>
                  <a:lnTo>
                    <a:pt x="911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46"/>
            <p:cNvSpPr/>
            <p:nvPr/>
          </p:nvSpPr>
          <p:spPr>
            <a:xfrm>
              <a:off x="7869140" y="3467335"/>
              <a:ext cx="376998" cy="322183"/>
            </a:xfrm>
            <a:custGeom>
              <a:avLst/>
              <a:gdLst/>
              <a:ahLst/>
              <a:cxnLst/>
              <a:rect l="l" t="t" r="r" b="b"/>
              <a:pathLst>
                <a:path w="6912" h="5907" extrusionOk="0">
                  <a:moveTo>
                    <a:pt x="3950" y="108"/>
                  </a:moveTo>
                  <a:cubicBezTo>
                    <a:pt x="5524" y="108"/>
                    <a:pt x="6811" y="1383"/>
                    <a:pt x="6811" y="2958"/>
                  </a:cubicBezTo>
                  <a:cubicBezTo>
                    <a:pt x="6803" y="4680"/>
                    <a:pt x="5402" y="5815"/>
                    <a:pt x="3940" y="5815"/>
                  </a:cubicBezTo>
                  <a:cubicBezTo>
                    <a:pt x="3238" y="5815"/>
                    <a:pt x="2521" y="5553"/>
                    <a:pt x="1938" y="4970"/>
                  </a:cubicBezTo>
                  <a:cubicBezTo>
                    <a:pt x="138" y="3183"/>
                    <a:pt x="1413" y="108"/>
                    <a:pt x="3950" y="108"/>
                  </a:cubicBezTo>
                  <a:close/>
                  <a:moveTo>
                    <a:pt x="3939" y="0"/>
                  </a:moveTo>
                  <a:cubicBezTo>
                    <a:pt x="3215" y="0"/>
                    <a:pt x="2477" y="269"/>
                    <a:pt x="1875" y="871"/>
                  </a:cubicBezTo>
                  <a:cubicBezTo>
                    <a:pt x="1" y="2720"/>
                    <a:pt x="1325" y="5907"/>
                    <a:pt x="3950" y="5907"/>
                  </a:cubicBezTo>
                  <a:cubicBezTo>
                    <a:pt x="5574" y="5907"/>
                    <a:pt x="6899" y="4595"/>
                    <a:pt x="6911" y="2958"/>
                  </a:cubicBezTo>
                  <a:cubicBezTo>
                    <a:pt x="6911" y="1181"/>
                    <a:pt x="5457" y="0"/>
                    <a:pt x="39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46"/>
            <p:cNvSpPr/>
            <p:nvPr/>
          </p:nvSpPr>
          <p:spPr>
            <a:xfrm>
              <a:off x="7846668" y="3467335"/>
              <a:ext cx="376943" cy="322183"/>
            </a:xfrm>
            <a:custGeom>
              <a:avLst/>
              <a:gdLst/>
              <a:ahLst/>
              <a:cxnLst/>
              <a:rect l="l" t="t" r="r" b="b"/>
              <a:pathLst>
                <a:path w="6911" h="5907" extrusionOk="0">
                  <a:moveTo>
                    <a:pt x="3949" y="108"/>
                  </a:moveTo>
                  <a:cubicBezTo>
                    <a:pt x="5524" y="108"/>
                    <a:pt x="6811" y="1383"/>
                    <a:pt x="6811" y="2958"/>
                  </a:cubicBezTo>
                  <a:cubicBezTo>
                    <a:pt x="6802" y="4680"/>
                    <a:pt x="5396" y="5815"/>
                    <a:pt x="3934" y="5815"/>
                  </a:cubicBezTo>
                  <a:cubicBezTo>
                    <a:pt x="3232" y="5815"/>
                    <a:pt x="2517" y="5553"/>
                    <a:pt x="1937" y="4970"/>
                  </a:cubicBezTo>
                  <a:cubicBezTo>
                    <a:pt x="138" y="3170"/>
                    <a:pt x="1412" y="108"/>
                    <a:pt x="3949" y="108"/>
                  </a:cubicBezTo>
                  <a:close/>
                  <a:moveTo>
                    <a:pt x="3929" y="0"/>
                  </a:moveTo>
                  <a:cubicBezTo>
                    <a:pt x="3204" y="0"/>
                    <a:pt x="2464" y="269"/>
                    <a:pt x="1862" y="871"/>
                  </a:cubicBezTo>
                  <a:cubicBezTo>
                    <a:pt x="0" y="2733"/>
                    <a:pt x="1325" y="5907"/>
                    <a:pt x="3949" y="5907"/>
                  </a:cubicBezTo>
                  <a:cubicBezTo>
                    <a:pt x="5586" y="5907"/>
                    <a:pt x="6898" y="4595"/>
                    <a:pt x="6911" y="2958"/>
                  </a:cubicBezTo>
                  <a:cubicBezTo>
                    <a:pt x="6911" y="1181"/>
                    <a:pt x="5451" y="0"/>
                    <a:pt x="39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46"/>
            <p:cNvSpPr/>
            <p:nvPr/>
          </p:nvSpPr>
          <p:spPr>
            <a:xfrm>
              <a:off x="7881412" y="3606145"/>
              <a:ext cx="542589" cy="633238"/>
            </a:xfrm>
            <a:custGeom>
              <a:avLst/>
              <a:gdLst/>
              <a:ahLst/>
              <a:cxnLst/>
              <a:rect l="l" t="t" r="r" b="b"/>
              <a:pathLst>
                <a:path w="9948" h="11610" extrusionOk="0">
                  <a:moveTo>
                    <a:pt x="825" y="0"/>
                  </a:moveTo>
                  <a:lnTo>
                    <a:pt x="0" y="11610"/>
                  </a:lnTo>
                  <a:lnTo>
                    <a:pt x="9948" y="11610"/>
                  </a:lnTo>
                  <a:lnTo>
                    <a:pt x="82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46"/>
            <p:cNvSpPr/>
            <p:nvPr/>
          </p:nvSpPr>
          <p:spPr>
            <a:xfrm>
              <a:off x="7790762" y="3606145"/>
              <a:ext cx="542589" cy="633238"/>
            </a:xfrm>
            <a:custGeom>
              <a:avLst/>
              <a:gdLst/>
              <a:ahLst/>
              <a:cxnLst/>
              <a:rect l="l" t="t" r="r" b="b"/>
              <a:pathLst>
                <a:path w="9948" h="11610" extrusionOk="0">
                  <a:moveTo>
                    <a:pt x="838" y="0"/>
                  </a:moveTo>
                  <a:lnTo>
                    <a:pt x="0" y="11610"/>
                  </a:lnTo>
                  <a:lnTo>
                    <a:pt x="9948" y="11610"/>
                  </a:lnTo>
                  <a:lnTo>
                    <a:pt x="912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46"/>
            <p:cNvSpPr/>
            <p:nvPr/>
          </p:nvSpPr>
          <p:spPr>
            <a:xfrm>
              <a:off x="7697385" y="3602054"/>
              <a:ext cx="244078" cy="266549"/>
            </a:xfrm>
            <a:custGeom>
              <a:avLst/>
              <a:gdLst/>
              <a:ahLst/>
              <a:cxnLst/>
              <a:rect l="l" t="t" r="r" b="b"/>
              <a:pathLst>
                <a:path w="4475" h="4887" extrusionOk="0">
                  <a:moveTo>
                    <a:pt x="2237" y="100"/>
                  </a:moveTo>
                  <a:cubicBezTo>
                    <a:pt x="3424" y="100"/>
                    <a:pt x="4374" y="1150"/>
                    <a:pt x="4374" y="2450"/>
                  </a:cubicBezTo>
                  <a:cubicBezTo>
                    <a:pt x="4374" y="3737"/>
                    <a:pt x="3424" y="4787"/>
                    <a:pt x="2237" y="4787"/>
                  </a:cubicBezTo>
                  <a:cubicBezTo>
                    <a:pt x="1063" y="4787"/>
                    <a:pt x="100" y="3737"/>
                    <a:pt x="100" y="2450"/>
                  </a:cubicBezTo>
                  <a:cubicBezTo>
                    <a:pt x="100" y="1150"/>
                    <a:pt x="1063" y="100"/>
                    <a:pt x="2237" y="100"/>
                  </a:cubicBezTo>
                  <a:close/>
                  <a:moveTo>
                    <a:pt x="2237" y="0"/>
                  </a:moveTo>
                  <a:cubicBezTo>
                    <a:pt x="1013" y="0"/>
                    <a:pt x="0" y="1100"/>
                    <a:pt x="0" y="2450"/>
                  </a:cubicBezTo>
                  <a:cubicBezTo>
                    <a:pt x="0" y="3787"/>
                    <a:pt x="1013" y="4887"/>
                    <a:pt x="2237" y="4887"/>
                  </a:cubicBezTo>
                  <a:cubicBezTo>
                    <a:pt x="3474" y="4887"/>
                    <a:pt x="4474" y="3787"/>
                    <a:pt x="4474" y="2450"/>
                  </a:cubicBezTo>
                  <a:cubicBezTo>
                    <a:pt x="4474" y="1100"/>
                    <a:pt x="3474" y="0"/>
                    <a:pt x="22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46"/>
            <p:cNvSpPr/>
            <p:nvPr/>
          </p:nvSpPr>
          <p:spPr>
            <a:xfrm>
              <a:off x="7680313" y="3602054"/>
              <a:ext cx="244078" cy="266549"/>
            </a:xfrm>
            <a:custGeom>
              <a:avLst/>
              <a:gdLst/>
              <a:ahLst/>
              <a:cxnLst/>
              <a:rect l="l" t="t" r="r" b="b"/>
              <a:pathLst>
                <a:path w="4475" h="4887" extrusionOk="0">
                  <a:moveTo>
                    <a:pt x="2238" y="100"/>
                  </a:moveTo>
                  <a:cubicBezTo>
                    <a:pt x="3425" y="100"/>
                    <a:pt x="4375" y="1150"/>
                    <a:pt x="4375" y="2450"/>
                  </a:cubicBezTo>
                  <a:cubicBezTo>
                    <a:pt x="4375" y="3737"/>
                    <a:pt x="3425" y="4787"/>
                    <a:pt x="2238" y="4787"/>
                  </a:cubicBezTo>
                  <a:cubicBezTo>
                    <a:pt x="1063" y="4787"/>
                    <a:pt x="101" y="3737"/>
                    <a:pt x="101" y="2450"/>
                  </a:cubicBezTo>
                  <a:cubicBezTo>
                    <a:pt x="101" y="1150"/>
                    <a:pt x="1063" y="100"/>
                    <a:pt x="2238" y="100"/>
                  </a:cubicBezTo>
                  <a:close/>
                  <a:moveTo>
                    <a:pt x="2238" y="0"/>
                  </a:moveTo>
                  <a:cubicBezTo>
                    <a:pt x="1013" y="0"/>
                    <a:pt x="1" y="1100"/>
                    <a:pt x="1" y="2450"/>
                  </a:cubicBezTo>
                  <a:cubicBezTo>
                    <a:pt x="1" y="3787"/>
                    <a:pt x="1013" y="4887"/>
                    <a:pt x="2238" y="4887"/>
                  </a:cubicBezTo>
                  <a:cubicBezTo>
                    <a:pt x="3475" y="4887"/>
                    <a:pt x="4475" y="3787"/>
                    <a:pt x="4475" y="2450"/>
                  </a:cubicBezTo>
                  <a:cubicBezTo>
                    <a:pt x="4475" y="1100"/>
                    <a:pt x="3475" y="0"/>
                    <a:pt x="2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46"/>
            <p:cNvSpPr/>
            <p:nvPr/>
          </p:nvSpPr>
          <p:spPr>
            <a:xfrm>
              <a:off x="7666023" y="3716539"/>
              <a:ext cx="444467" cy="521481"/>
            </a:xfrm>
            <a:custGeom>
              <a:avLst/>
              <a:gdLst/>
              <a:ahLst/>
              <a:cxnLst/>
              <a:rect l="l" t="t" r="r" b="b"/>
              <a:pathLst>
                <a:path w="8149" h="9561" extrusionOk="0">
                  <a:moveTo>
                    <a:pt x="625" y="1"/>
                  </a:moveTo>
                  <a:lnTo>
                    <a:pt x="1" y="9561"/>
                  </a:lnTo>
                  <a:lnTo>
                    <a:pt x="8148" y="9561"/>
                  </a:lnTo>
                  <a:lnTo>
                    <a:pt x="689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46"/>
            <p:cNvSpPr/>
            <p:nvPr/>
          </p:nvSpPr>
          <p:spPr>
            <a:xfrm>
              <a:off x="7598554" y="3716539"/>
              <a:ext cx="408305" cy="521481"/>
            </a:xfrm>
            <a:custGeom>
              <a:avLst/>
              <a:gdLst/>
              <a:ahLst/>
              <a:cxnLst/>
              <a:rect l="l" t="t" r="r" b="b"/>
              <a:pathLst>
                <a:path w="7486" h="9561" extrusionOk="0">
                  <a:moveTo>
                    <a:pt x="613" y="1"/>
                  </a:moveTo>
                  <a:lnTo>
                    <a:pt x="25" y="9136"/>
                  </a:lnTo>
                  <a:cubicBezTo>
                    <a:pt x="0" y="9373"/>
                    <a:pt x="188" y="9561"/>
                    <a:pt x="413" y="9561"/>
                  </a:cubicBezTo>
                  <a:lnTo>
                    <a:pt x="7486" y="9561"/>
                  </a:lnTo>
                  <a:lnTo>
                    <a:pt x="68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46"/>
            <p:cNvSpPr/>
            <p:nvPr/>
          </p:nvSpPr>
          <p:spPr>
            <a:xfrm>
              <a:off x="7698749" y="3950363"/>
              <a:ext cx="205189" cy="45707"/>
            </a:xfrm>
            <a:custGeom>
              <a:avLst/>
              <a:gdLst/>
              <a:ahLst/>
              <a:cxnLst/>
              <a:rect l="l" t="t" r="r" b="b"/>
              <a:pathLst>
                <a:path w="3762" h="838" extrusionOk="0">
                  <a:moveTo>
                    <a:pt x="0" y="0"/>
                  </a:moveTo>
                  <a:lnTo>
                    <a:pt x="0" y="837"/>
                  </a:lnTo>
                  <a:lnTo>
                    <a:pt x="3762" y="837"/>
                  </a:lnTo>
                  <a:lnTo>
                    <a:pt x="376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 name="Picture 3" descr="A list of products on a pink background&#10;&#10;AI-generated content may be incorrect.">
            <a:extLst>
              <a:ext uri="{FF2B5EF4-FFF2-40B4-BE49-F238E27FC236}">
                <a16:creationId xmlns:a16="http://schemas.microsoft.com/office/drawing/2014/main" id="{DDE2DDD1-DCF1-2100-513C-634580735EC5}"/>
              </a:ext>
            </a:extLst>
          </p:cNvPr>
          <p:cNvPicPr>
            <a:picLocks noChangeAspect="1"/>
          </p:cNvPicPr>
          <p:nvPr/>
        </p:nvPicPr>
        <p:blipFill>
          <a:blip r:embed="rId3"/>
          <a:stretch>
            <a:fillRect/>
          </a:stretch>
        </p:blipFill>
        <p:spPr>
          <a:xfrm>
            <a:off x="362395" y="824474"/>
            <a:ext cx="5455489" cy="349082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01">
          <a:extLst>
            <a:ext uri="{FF2B5EF4-FFF2-40B4-BE49-F238E27FC236}">
              <a16:creationId xmlns:a16="http://schemas.microsoft.com/office/drawing/2014/main" id="{84234FBA-BD32-C252-BE98-AD0F98925DD5}"/>
            </a:ext>
          </a:extLst>
        </p:cNvPr>
        <p:cNvGrpSpPr/>
        <p:nvPr/>
      </p:nvGrpSpPr>
      <p:grpSpPr>
        <a:xfrm>
          <a:off x="0" y="0"/>
          <a:ext cx="0" cy="0"/>
          <a:chOff x="0" y="0"/>
          <a:chExt cx="0" cy="0"/>
        </a:xfrm>
      </p:grpSpPr>
      <p:sp>
        <p:nvSpPr>
          <p:cNvPr id="1003" name="Google Shape;1003;p38">
            <a:extLst>
              <a:ext uri="{FF2B5EF4-FFF2-40B4-BE49-F238E27FC236}">
                <a16:creationId xmlns:a16="http://schemas.microsoft.com/office/drawing/2014/main" id="{CC0A5CFE-71BB-D53E-DA93-CF0CC153337E}"/>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14</a:t>
            </a:fld>
            <a:endParaRPr b="1">
              <a:latin typeface="Open Sans"/>
              <a:ea typeface="Open Sans"/>
              <a:cs typeface="Open Sans"/>
              <a:sym typeface="Open Sans"/>
            </a:endParaRPr>
          </a:p>
        </p:txBody>
      </p:sp>
      <p:sp>
        <p:nvSpPr>
          <p:cNvPr id="3" name="Rectangle 2">
            <a:extLst>
              <a:ext uri="{FF2B5EF4-FFF2-40B4-BE49-F238E27FC236}">
                <a16:creationId xmlns:a16="http://schemas.microsoft.com/office/drawing/2014/main" id="{150DFA91-9791-7362-5D43-1C5D64B1FD29}"/>
              </a:ext>
            </a:extLst>
          </p:cNvPr>
          <p:cNvSpPr/>
          <p:nvPr/>
        </p:nvSpPr>
        <p:spPr>
          <a:xfrm>
            <a:off x="1425805" y="1192656"/>
            <a:ext cx="6534509" cy="2102688"/>
          </a:xfrm>
          <a:prstGeom prst="rect">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2" name="Google Shape;1002;p38">
            <a:extLst>
              <a:ext uri="{FF2B5EF4-FFF2-40B4-BE49-F238E27FC236}">
                <a16:creationId xmlns:a16="http://schemas.microsoft.com/office/drawing/2014/main" id="{DD4540CC-3B96-B15B-9F08-35E23AA939EA}"/>
              </a:ext>
            </a:extLst>
          </p:cNvPr>
          <p:cNvSpPr txBox="1">
            <a:spLocks noGrp="1"/>
          </p:cNvSpPr>
          <p:nvPr>
            <p:ph type="title"/>
          </p:nvPr>
        </p:nvSpPr>
        <p:spPr>
          <a:xfrm>
            <a:off x="1741943" y="1417490"/>
            <a:ext cx="5760427" cy="1014803"/>
          </a:xfrm>
          <a:prstGeom prst="rect">
            <a:avLst/>
          </a:prstGeom>
        </p:spPr>
        <p:txBody>
          <a:bodyPr spcFirstLastPara="1" wrap="square" lIns="91425" tIns="91425" rIns="91425" bIns="91425" anchor="t" anchorCtr="0">
            <a:noAutofit/>
          </a:bodyPr>
          <a:lstStyle/>
          <a:p>
            <a:pPr algn="ctr"/>
            <a:r>
              <a:rPr lang="en" sz="4800">
                <a:solidFill>
                  <a:schemeClr val="bg1"/>
                </a:solidFill>
                <a:latin typeface="Lexend"/>
              </a:rPr>
              <a:t>BUSINESS UNDERSTANDING</a:t>
            </a:r>
          </a:p>
        </p:txBody>
      </p:sp>
      <p:sp>
        <p:nvSpPr>
          <p:cNvPr id="4" name="TextBox 3">
            <a:extLst>
              <a:ext uri="{FF2B5EF4-FFF2-40B4-BE49-F238E27FC236}">
                <a16:creationId xmlns:a16="http://schemas.microsoft.com/office/drawing/2014/main" id="{0D9B302A-550B-58B7-9DD7-063721240474}"/>
              </a:ext>
            </a:extLst>
          </p:cNvPr>
          <p:cNvSpPr txBox="1"/>
          <p:nvPr/>
        </p:nvSpPr>
        <p:spPr>
          <a:xfrm>
            <a:off x="3319778" y="3388006"/>
            <a:ext cx="407598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solidFill>
                  <a:schemeClr val="accent2"/>
                </a:solidFill>
                <a:latin typeface="Lexend"/>
              </a:rPr>
              <a:t>LOW LEVEL</a:t>
            </a:r>
          </a:p>
        </p:txBody>
      </p:sp>
    </p:spTree>
    <p:extLst>
      <p:ext uri="{BB962C8B-B14F-4D97-AF65-F5344CB8AC3E}">
        <p14:creationId xmlns:p14="http://schemas.microsoft.com/office/powerpoint/2010/main" val="14168463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86">
          <a:extLst>
            <a:ext uri="{FF2B5EF4-FFF2-40B4-BE49-F238E27FC236}">
              <a16:creationId xmlns:a16="http://schemas.microsoft.com/office/drawing/2014/main" id="{2904E75F-9F03-21CB-A2B5-A23D4A4EB5BB}"/>
            </a:ext>
          </a:extLst>
        </p:cNvPr>
        <p:cNvGrpSpPr/>
        <p:nvPr/>
      </p:nvGrpSpPr>
      <p:grpSpPr>
        <a:xfrm>
          <a:off x="0" y="0"/>
          <a:ext cx="0" cy="0"/>
          <a:chOff x="0" y="0"/>
          <a:chExt cx="0" cy="0"/>
        </a:xfrm>
      </p:grpSpPr>
      <p:grpSp>
        <p:nvGrpSpPr>
          <p:cNvPr id="636" name="Google Shape;636;p39">
            <a:extLst>
              <a:ext uri="{FF2B5EF4-FFF2-40B4-BE49-F238E27FC236}">
                <a16:creationId xmlns:a16="http://schemas.microsoft.com/office/drawing/2014/main" id="{5FAC8127-B5E6-8E51-130C-9236FB0A8BB4}"/>
              </a:ext>
            </a:extLst>
          </p:cNvPr>
          <p:cNvGrpSpPr/>
          <p:nvPr/>
        </p:nvGrpSpPr>
        <p:grpSpPr>
          <a:xfrm>
            <a:off x="239496" y="1447289"/>
            <a:ext cx="2158642" cy="1865532"/>
            <a:chOff x="452825" y="2798300"/>
            <a:chExt cx="1105975" cy="955850"/>
          </a:xfrm>
        </p:grpSpPr>
        <p:sp>
          <p:nvSpPr>
            <p:cNvPr id="637" name="Google Shape;637;p39">
              <a:extLst>
                <a:ext uri="{FF2B5EF4-FFF2-40B4-BE49-F238E27FC236}">
                  <a16:creationId xmlns:a16="http://schemas.microsoft.com/office/drawing/2014/main" id="{68B33F12-DD65-B29A-05C5-B1380FB40080}"/>
                </a:ext>
              </a:extLst>
            </p:cNvPr>
            <p:cNvSpPr/>
            <p:nvPr/>
          </p:nvSpPr>
          <p:spPr>
            <a:xfrm>
              <a:off x="605350" y="2893325"/>
              <a:ext cx="237000" cy="187550"/>
            </a:xfrm>
            <a:custGeom>
              <a:avLst/>
              <a:gdLst/>
              <a:ahLst/>
              <a:cxnLst/>
              <a:rect l="l" t="t" r="r" b="b"/>
              <a:pathLst>
                <a:path w="9480" h="7502" extrusionOk="0">
                  <a:moveTo>
                    <a:pt x="5093" y="0"/>
                  </a:moveTo>
                  <a:lnTo>
                    <a:pt x="0" y="26"/>
                  </a:lnTo>
                  <a:lnTo>
                    <a:pt x="0" y="262"/>
                  </a:lnTo>
                  <a:lnTo>
                    <a:pt x="5093" y="236"/>
                  </a:lnTo>
                  <a:lnTo>
                    <a:pt x="5119" y="236"/>
                  </a:lnTo>
                  <a:cubicBezTo>
                    <a:pt x="6874" y="236"/>
                    <a:pt x="8275" y="1453"/>
                    <a:pt x="8484" y="3155"/>
                  </a:cubicBezTo>
                  <a:lnTo>
                    <a:pt x="9244" y="7502"/>
                  </a:lnTo>
                  <a:lnTo>
                    <a:pt x="9479" y="7463"/>
                  </a:lnTo>
                  <a:lnTo>
                    <a:pt x="8720" y="3116"/>
                  </a:lnTo>
                  <a:cubicBezTo>
                    <a:pt x="8510" y="1309"/>
                    <a:pt x="6992" y="0"/>
                    <a:pt x="51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9">
              <a:extLst>
                <a:ext uri="{FF2B5EF4-FFF2-40B4-BE49-F238E27FC236}">
                  <a16:creationId xmlns:a16="http://schemas.microsoft.com/office/drawing/2014/main" id="{5367B25A-D389-5E1E-03F9-7AB76555598F}"/>
                </a:ext>
              </a:extLst>
            </p:cNvPr>
            <p:cNvSpPr/>
            <p:nvPr/>
          </p:nvSpPr>
          <p:spPr>
            <a:xfrm>
              <a:off x="1285150" y="2817050"/>
              <a:ext cx="273650" cy="273650"/>
            </a:xfrm>
            <a:custGeom>
              <a:avLst/>
              <a:gdLst/>
              <a:ahLst/>
              <a:cxnLst/>
              <a:rect l="l" t="t" r="r" b="b"/>
              <a:pathLst>
                <a:path w="10946" h="10946" extrusionOk="0">
                  <a:moveTo>
                    <a:pt x="4308" y="1"/>
                  </a:moveTo>
                  <a:lnTo>
                    <a:pt x="4203" y="2973"/>
                  </a:lnTo>
                  <a:lnTo>
                    <a:pt x="1729" y="1310"/>
                  </a:lnTo>
                  <a:lnTo>
                    <a:pt x="3130" y="3941"/>
                  </a:lnTo>
                  <a:lnTo>
                    <a:pt x="3130" y="3941"/>
                  </a:lnTo>
                  <a:lnTo>
                    <a:pt x="158" y="3732"/>
                  </a:lnTo>
                  <a:lnTo>
                    <a:pt x="158" y="3732"/>
                  </a:lnTo>
                  <a:lnTo>
                    <a:pt x="2685" y="5316"/>
                  </a:lnTo>
                  <a:lnTo>
                    <a:pt x="1" y="6625"/>
                  </a:lnTo>
                  <a:lnTo>
                    <a:pt x="2986" y="6743"/>
                  </a:lnTo>
                  <a:lnTo>
                    <a:pt x="1323" y="9217"/>
                  </a:lnTo>
                  <a:lnTo>
                    <a:pt x="3955" y="7817"/>
                  </a:lnTo>
                  <a:lnTo>
                    <a:pt x="3745" y="10789"/>
                  </a:lnTo>
                  <a:lnTo>
                    <a:pt x="5329" y="8262"/>
                  </a:lnTo>
                  <a:lnTo>
                    <a:pt x="6639" y="10946"/>
                  </a:lnTo>
                  <a:lnTo>
                    <a:pt x="6743" y="7961"/>
                  </a:lnTo>
                  <a:lnTo>
                    <a:pt x="9218" y="9623"/>
                  </a:lnTo>
                  <a:lnTo>
                    <a:pt x="9218" y="9623"/>
                  </a:lnTo>
                  <a:lnTo>
                    <a:pt x="7817" y="6992"/>
                  </a:lnTo>
                  <a:lnTo>
                    <a:pt x="10802" y="7201"/>
                  </a:lnTo>
                  <a:lnTo>
                    <a:pt x="8275" y="5617"/>
                  </a:lnTo>
                  <a:lnTo>
                    <a:pt x="10946" y="4308"/>
                  </a:lnTo>
                  <a:lnTo>
                    <a:pt x="7974" y="4203"/>
                  </a:lnTo>
                  <a:lnTo>
                    <a:pt x="9637" y="1729"/>
                  </a:lnTo>
                  <a:lnTo>
                    <a:pt x="9637" y="1729"/>
                  </a:lnTo>
                  <a:lnTo>
                    <a:pt x="7005" y="3117"/>
                  </a:lnTo>
                  <a:lnTo>
                    <a:pt x="7005" y="3117"/>
                  </a:lnTo>
                  <a:lnTo>
                    <a:pt x="7202" y="145"/>
                  </a:lnTo>
                  <a:lnTo>
                    <a:pt x="5617" y="2671"/>
                  </a:lnTo>
                  <a:lnTo>
                    <a:pt x="430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9">
              <a:extLst>
                <a:ext uri="{FF2B5EF4-FFF2-40B4-BE49-F238E27FC236}">
                  <a16:creationId xmlns:a16="http://schemas.microsoft.com/office/drawing/2014/main" id="{B7080C22-D92F-22AB-6C6E-24D66A7680F0}"/>
                </a:ext>
              </a:extLst>
            </p:cNvPr>
            <p:cNvSpPr/>
            <p:nvPr/>
          </p:nvSpPr>
          <p:spPr>
            <a:xfrm>
              <a:off x="1390824" y="2910151"/>
              <a:ext cx="73325" cy="83425"/>
            </a:xfrm>
            <a:custGeom>
              <a:avLst/>
              <a:gdLst/>
              <a:ahLst/>
              <a:cxnLst/>
              <a:rect l="l" t="t" r="r" b="b"/>
              <a:pathLst>
                <a:path w="2933" h="3337" extrusionOk="0">
                  <a:moveTo>
                    <a:pt x="1682" y="1"/>
                  </a:moveTo>
                  <a:cubicBezTo>
                    <a:pt x="1511" y="1"/>
                    <a:pt x="1337" y="33"/>
                    <a:pt x="1178" y="102"/>
                  </a:cubicBezTo>
                  <a:cubicBezTo>
                    <a:pt x="825" y="220"/>
                    <a:pt x="537" y="482"/>
                    <a:pt x="393" y="835"/>
                  </a:cubicBezTo>
                  <a:cubicBezTo>
                    <a:pt x="275" y="1123"/>
                    <a:pt x="249" y="1451"/>
                    <a:pt x="314" y="1765"/>
                  </a:cubicBezTo>
                  <a:lnTo>
                    <a:pt x="0" y="1883"/>
                  </a:lnTo>
                  <a:lnTo>
                    <a:pt x="92" y="2105"/>
                  </a:lnTo>
                  <a:lnTo>
                    <a:pt x="367" y="2000"/>
                  </a:lnTo>
                  <a:cubicBezTo>
                    <a:pt x="380" y="2079"/>
                    <a:pt x="406" y="2144"/>
                    <a:pt x="432" y="2223"/>
                  </a:cubicBezTo>
                  <a:cubicBezTo>
                    <a:pt x="445" y="2236"/>
                    <a:pt x="458" y="2262"/>
                    <a:pt x="458" y="2288"/>
                  </a:cubicBezTo>
                  <a:lnTo>
                    <a:pt x="197" y="2393"/>
                  </a:lnTo>
                  <a:lnTo>
                    <a:pt x="288" y="2616"/>
                  </a:lnTo>
                  <a:lnTo>
                    <a:pt x="576" y="2511"/>
                  </a:lnTo>
                  <a:cubicBezTo>
                    <a:pt x="707" y="2799"/>
                    <a:pt x="930" y="3035"/>
                    <a:pt x="1205" y="3179"/>
                  </a:cubicBezTo>
                  <a:cubicBezTo>
                    <a:pt x="1399" y="3283"/>
                    <a:pt x="1614" y="3337"/>
                    <a:pt x="1829" y="3337"/>
                  </a:cubicBezTo>
                  <a:cubicBezTo>
                    <a:pt x="1991" y="3337"/>
                    <a:pt x="2152" y="3306"/>
                    <a:pt x="2304" y="3244"/>
                  </a:cubicBezTo>
                  <a:cubicBezTo>
                    <a:pt x="2553" y="3152"/>
                    <a:pt x="2776" y="2995"/>
                    <a:pt x="2933" y="2786"/>
                  </a:cubicBezTo>
                  <a:lnTo>
                    <a:pt x="2750" y="2524"/>
                  </a:lnTo>
                  <a:cubicBezTo>
                    <a:pt x="2606" y="2681"/>
                    <a:pt x="2435" y="2812"/>
                    <a:pt x="2239" y="2891"/>
                  </a:cubicBezTo>
                  <a:cubicBezTo>
                    <a:pt x="2122" y="2934"/>
                    <a:pt x="2000" y="2956"/>
                    <a:pt x="1879" y="2956"/>
                  </a:cubicBezTo>
                  <a:cubicBezTo>
                    <a:pt x="1741" y="2956"/>
                    <a:pt x="1605" y="2927"/>
                    <a:pt x="1480" y="2864"/>
                  </a:cubicBezTo>
                  <a:cubicBezTo>
                    <a:pt x="1270" y="2747"/>
                    <a:pt x="1100" y="2563"/>
                    <a:pt x="982" y="2354"/>
                  </a:cubicBezTo>
                  <a:lnTo>
                    <a:pt x="2304" y="1856"/>
                  </a:lnTo>
                  <a:lnTo>
                    <a:pt x="2213" y="1634"/>
                  </a:lnTo>
                  <a:lnTo>
                    <a:pt x="864" y="2144"/>
                  </a:lnTo>
                  <a:lnTo>
                    <a:pt x="838" y="2053"/>
                  </a:lnTo>
                  <a:cubicBezTo>
                    <a:pt x="812" y="1987"/>
                    <a:pt x="786" y="1922"/>
                    <a:pt x="773" y="1856"/>
                  </a:cubicBezTo>
                  <a:lnTo>
                    <a:pt x="2108" y="1346"/>
                  </a:lnTo>
                  <a:lnTo>
                    <a:pt x="2029" y="1123"/>
                  </a:lnTo>
                  <a:lnTo>
                    <a:pt x="720" y="1608"/>
                  </a:lnTo>
                  <a:cubicBezTo>
                    <a:pt x="681" y="1372"/>
                    <a:pt x="694" y="1136"/>
                    <a:pt x="786" y="914"/>
                  </a:cubicBezTo>
                  <a:cubicBezTo>
                    <a:pt x="877" y="678"/>
                    <a:pt x="1074" y="508"/>
                    <a:pt x="1309" y="416"/>
                  </a:cubicBezTo>
                  <a:cubicBezTo>
                    <a:pt x="1434" y="372"/>
                    <a:pt x="1565" y="345"/>
                    <a:pt x="1693" y="345"/>
                  </a:cubicBezTo>
                  <a:cubicBezTo>
                    <a:pt x="1754" y="345"/>
                    <a:pt x="1814" y="351"/>
                    <a:pt x="1872" y="364"/>
                  </a:cubicBezTo>
                  <a:lnTo>
                    <a:pt x="1846" y="10"/>
                  </a:lnTo>
                  <a:cubicBezTo>
                    <a:pt x="1792" y="4"/>
                    <a:pt x="1737" y="1"/>
                    <a:pt x="16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9">
              <a:extLst>
                <a:ext uri="{FF2B5EF4-FFF2-40B4-BE49-F238E27FC236}">
                  <a16:creationId xmlns:a16="http://schemas.microsoft.com/office/drawing/2014/main" id="{3518DCC8-F50B-B1FB-5ABE-831C09A4F233}"/>
                </a:ext>
              </a:extLst>
            </p:cNvPr>
            <p:cNvSpPr/>
            <p:nvPr/>
          </p:nvSpPr>
          <p:spPr>
            <a:xfrm>
              <a:off x="761475" y="3154175"/>
              <a:ext cx="539750" cy="271700"/>
            </a:xfrm>
            <a:custGeom>
              <a:avLst/>
              <a:gdLst/>
              <a:ahLst/>
              <a:cxnLst/>
              <a:rect l="l" t="t" r="r" b="b"/>
              <a:pathLst>
                <a:path w="21590" h="10868" extrusionOk="0">
                  <a:moveTo>
                    <a:pt x="0" y="1"/>
                  </a:moveTo>
                  <a:lnTo>
                    <a:pt x="1074" y="10867"/>
                  </a:lnTo>
                  <a:lnTo>
                    <a:pt x="21472" y="9558"/>
                  </a:lnTo>
                  <a:lnTo>
                    <a:pt x="215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9">
              <a:extLst>
                <a:ext uri="{FF2B5EF4-FFF2-40B4-BE49-F238E27FC236}">
                  <a16:creationId xmlns:a16="http://schemas.microsoft.com/office/drawing/2014/main" id="{D200B6AE-C480-9BBE-5266-C4C62E010716}"/>
                </a:ext>
              </a:extLst>
            </p:cNvPr>
            <p:cNvSpPr/>
            <p:nvPr/>
          </p:nvSpPr>
          <p:spPr>
            <a:xfrm>
              <a:off x="849525" y="2817050"/>
              <a:ext cx="420275" cy="450075"/>
            </a:xfrm>
            <a:custGeom>
              <a:avLst/>
              <a:gdLst/>
              <a:ahLst/>
              <a:cxnLst/>
              <a:rect l="l" t="t" r="r" b="b"/>
              <a:pathLst>
                <a:path w="16811" h="18003" extrusionOk="0">
                  <a:moveTo>
                    <a:pt x="8864" y="1"/>
                  </a:moveTo>
                  <a:lnTo>
                    <a:pt x="0" y="3850"/>
                  </a:lnTo>
                  <a:lnTo>
                    <a:pt x="5001" y="18002"/>
                  </a:lnTo>
                  <a:lnTo>
                    <a:pt x="14847" y="13721"/>
                  </a:lnTo>
                  <a:lnTo>
                    <a:pt x="16811" y="12857"/>
                  </a:lnTo>
                  <a:lnTo>
                    <a:pt x="88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9">
              <a:extLst>
                <a:ext uri="{FF2B5EF4-FFF2-40B4-BE49-F238E27FC236}">
                  <a16:creationId xmlns:a16="http://schemas.microsoft.com/office/drawing/2014/main" id="{165614D7-05B5-53BA-64A2-01B14294844F}"/>
                </a:ext>
              </a:extLst>
            </p:cNvPr>
            <p:cNvSpPr/>
            <p:nvPr/>
          </p:nvSpPr>
          <p:spPr>
            <a:xfrm>
              <a:off x="800425" y="2820975"/>
              <a:ext cx="420275" cy="467750"/>
            </a:xfrm>
            <a:custGeom>
              <a:avLst/>
              <a:gdLst/>
              <a:ahLst/>
              <a:cxnLst/>
              <a:rect l="l" t="t" r="r" b="b"/>
              <a:pathLst>
                <a:path w="16811" h="18710" extrusionOk="0">
                  <a:moveTo>
                    <a:pt x="10461" y="1"/>
                  </a:moveTo>
                  <a:lnTo>
                    <a:pt x="0" y="4557"/>
                  </a:lnTo>
                  <a:lnTo>
                    <a:pt x="4988" y="18709"/>
                  </a:lnTo>
                  <a:lnTo>
                    <a:pt x="16811" y="13564"/>
                  </a:lnTo>
                  <a:lnTo>
                    <a:pt x="104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9">
              <a:extLst>
                <a:ext uri="{FF2B5EF4-FFF2-40B4-BE49-F238E27FC236}">
                  <a16:creationId xmlns:a16="http://schemas.microsoft.com/office/drawing/2014/main" id="{0FAFD84F-420A-5198-0521-AB3592B8B868}"/>
                </a:ext>
              </a:extLst>
            </p:cNvPr>
            <p:cNvSpPr/>
            <p:nvPr/>
          </p:nvSpPr>
          <p:spPr>
            <a:xfrm>
              <a:off x="832825" y="2798300"/>
              <a:ext cx="200000" cy="133650"/>
            </a:xfrm>
            <a:custGeom>
              <a:avLst/>
              <a:gdLst/>
              <a:ahLst/>
              <a:cxnLst/>
              <a:rect l="l" t="t" r="r" b="b"/>
              <a:pathLst>
                <a:path w="8000" h="5346" extrusionOk="0">
                  <a:moveTo>
                    <a:pt x="4537" y="0"/>
                  </a:moveTo>
                  <a:cubicBezTo>
                    <a:pt x="3986" y="0"/>
                    <a:pt x="3435" y="116"/>
                    <a:pt x="2920" y="345"/>
                  </a:cubicBezTo>
                  <a:cubicBezTo>
                    <a:pt x="930" y="1209"/>
                    <a:pt x="0" y="3448"/>
                    <a:pt x="812" y="5346"/>
                  </a:cubicBezTo>
                  <a:lnTo>
                    <a:pt x="1113" y="5215"/>
                  </a:lnTo>
                  <a:cubicBezTo>
                    <a:pt x="367" y="3474"/>
                    <a:pt x="1231" y="1418"/>
                    <a:pt x="3051" y="633"/>
                  </a:cubicBezTo>
                  <a:cubicBezTo>
                    <a:pt x="3523" y="418"/>
                    <a:pt x="4030" y="313"/>
                    <a:pt x="4539" y="313"/>
                  </a:cubicBezTo>
                  <a:cubicBezTo>
                    <a:pt x="4961" y="313"/>
                    <a:pt x="5383" y="386"/>
                    <a:pt x="5787" y="528"/>
                  </a:cubicBezTo>
                  <a:cubicBezTo>
                    <a:pt x="6638" y="842"/>
                    <a:pt x="7345" y="1497"/>
                    <a:pt x="7712" y="2335"/>
                  </a:cubicBezTo>
                  <a:lnTo>
                    <a:pt x="8000" y="2204"/>
                  </a:lnTo>
                  <a:cubicBezTo>
                    <a:pt x="7607" y="1287"/>
                    <a:pt x="6835" y="580"/>
                    <a:pt x="5892" y="240"/>
                  </a:cubicBezTo>
                  <a:cubicBezTo>
                    <a:pt x="5453" y="80"/>
                    <a:pt x="4995" y="0"/>
                    <a:pt x="45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9">
              <a:extLst>
                <a:ext uri="{FF2B5EF4-FFF2-40B4-BE49-F238E27FC236}">
                  <a16:creationId xmlns:a16="http://schemas.microsoft.com/office/drawing/2014/main" id="{84EA015E-8358-C934-141F-BEC0ED7FFE3F}"/>
                </a:ext>
              </a:extLst>
            </p:cNvPr>
            <p:cNvSpPr/>
            <p:nvPr/>
          </p:nvSpPr>
          <p:spPr>
            <a:xfrm>
              <a:off x="1022650" y="2958050"/>
              <a:ext cx="393125" cy="430825"/>
            </a:xfrm>
            <a:custGeom>
              <a:avLst/>
              <a:gdLst/>
              <a:ahLst/>
              <a:cxnLst/>
              <a:rect l="l" t="t" r="r" b="b"/>
              <a:pathLst>
                <a:path w="15725" h="17233" extrusionOk="0">
                  <a:moveTo>
                    <a:pt x="7692" y="0"/>
                  </a:moveTo>
                  <a:cubicBezTo>
                    <a:pt x="7019" y="0"/>
                    <a:pt x="6339" y="91"/>
                    <a:pt x="5670" y="278"/>
                  </a:cubicBezTo>
                  <a:cubicBezTo>
                    <a:pt x="2724" y="1090"/>
                    <a:pt x="577" y="3617"/>
                    <a:pt x="224" y="6654"/>
                  </a:cubicBezTo>
                  <a:lnTo>
                    <a:pt x="224" y="6667"/>
                  </a:lnTo>
                  <a:cubicBezTo>
                    <a:pt x="80" y="7806"/>
                    <a:pt x="106" y="8985"/>
                    <a:pt x="66" y="10097"/>
                  </a:cubicBezTo>
                  <a:cubicBezTo>
                    <a:pt x="1" y="12480"/>
                    <a:pt x="53" y="14863"/>
                    <a:pt x="237" y="17233"/>
                  </a:cubicBezTo>
                  <a:cubicBezTo>
                    <a:pt x="1035" y="16146"/>
                    <a:pt x="2004" y="15190"/>
                    <a:pt x="3091" y="14392"/>
                  </a:cubicBezTo>
                  <a:cubicBezTo>
                    <a:pt x="3300" y="14208"/>
                    <a:pt x="3549" y="14090"/>
                    <a:pt x="3824" y="14064"/>
                  </a:cubicBezTo>
                  <a:cubicBezTo>
                    <a:pt x="3831" y="14064"/>
                    <a:pt x="3838" y="14064"/>
                    <a:pt x="3845" y="14064"/>
                  </a:cubicBezTo>
                  <a:cubicBezTo>
                    <a:pt x="4667" y="14064"/>
                    <a:pt x="5730" y="14825"/>
                    <a:pt x="6626" y="14941"/>
                  </a:cubicBezTo>
                  <a:cubicBezTo>
                    <a:pt x="6982" y="14992"/>
                    <a:pt x="7338" y="15017"/>
                    <a:pt x="7691" y="15017"/>
                  </a:cubicBezTo>
                  <a:cubicBezTo>
                    <a:pt x="10334" y="15017"/>
                    <a:pt x="12817" y="13622"/>
                    <a:pt x="14180" y="11289"/>
                  </a:cubicBezTo>
                  <a:cubicBezTo>
                    <a:pt x="15725" y="8657"/>
                    <a:pt x="15502" y="5345"/>
                    <a:pt x="13630" y="2923"/>
                  </a:cubicBezTo>
                  <a:cubicBezTo>
                    <a:pt x="12193" y="1051"/>
                    <a:pt x="9982" y="0"/>
                    <a:pt x="76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9">
              <a:extLst>
                <a:ext uri="{FF2B5EF4-FFF2-40B4-BE49-F238E27FC236}">
                  <a16:creationId xmlns:a16="http://schemas.microsoft.com/office/drawing/2014/main" id="{345B7C14-9C97-E47A-EE47-99CBB0383730}"/>
                </a:ext>
              </a:extLst>
            </p:cNvPr>
            <p:cNvSpPr/>
            <p:nvPr/>
          </p:nvSpPr>
          <p:spPr>
            <a:xfrm>
              <a:off x="1132300" y="3095600"/>
              <a:ext cx="205575" cy="26200"/>
            </a:xfrm>
            <a:custGeom>
              <a:avLst/>
              <a:gdLst/>
              <a:ahLst/>
              <a:cxnLst/>
              <a:rect l="l" t="t" r="r" b="b"/>
              <a:pathLst>
                <a:path w="8223" h="1048" extrusionOk="0">
                  <a:moveTo>
                    <a:pt x="8223" y="1047"/>
                  </a:moveTo>
                  <a:lnTo>
                    <a:pt x="1"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9">
              <a:extLst>
                <a:ext uri="{FF2B5EF4-FFF2-40B4-BE49-F238E27FC236}">
                  <a16:creationId xmlns:a16="http://schemas.microsoft.com/office/drawing/2014/main" id="{D1747CBA-4088-F1F8-3F8C-F48FA7AC204E}"/>
                </a:ext>
              </a:extLst>
            </p:cNvPr>
            <p:cNvSpPr/>
            <p:nvPr/>
          </p:nvSpPr>
          <p:spPr>
            <a:xfrm>
              <a:off x="1132975" y="3106050"/>
              <a:ext cx="205900" cy="30800"/>
            </a:xfrm>
            <a:custGeom>
              <a:avLst/>
              <a:gdLst/>
              <a:ahLst/>
              <a:cxnLst/>
              <a:rect l="l" t="t" r="r" b="b"/>
              <a:pathLst>
                <a:path w="8236" h="1232" extrusionOk="0">
                  <a:moveTo>
                    <a:pt x="13" y="1"/>
                  </a:moveTo>
                  <a:lnTo>
                    <a:pt x="0" y="158"/>
                  </a:lnTo>
                  <a:lnTo>
                    <a:pt x="8209" y="1232"/>
                  </a:lnTo>
                  <a:lnTo>
                    <a:pt x="8235" y="1075"/>
                  </a:lnTo>
                  <a:lnTo>
                    <a:pt x="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9">
              <a:extLst>
                <a:ext uri="{FF2B5EF4-FFF2-40B4-BE49-F238E27FC236}">
                  <a16:creationId xmlns:a16="http://schemas.microsoft.com/office/drawing/2014/main" id="{08E42970-D449-23A6-F878-A0079A26DDDB}"/>
                </a:ext>
              </a:extLst>
            </p:cNvPr>
            <p:cNvSpPr/>
            <p:nvPr/>
          </p:nvSpPr>
          <p:spPr>
            <a:xfrm>
              <a:off x="1125775" y="3146000"/>
              <a:ext cx="205875" cy="26200"/>
            </a:xfrm>
            <a:custGeom>
              <a:avLst/>
              <a:gdLst/>
              <a:ahLst/>
              <a:cxnLst/>
              <a:rect l="l" t="t" r="r" b="b"/>
              <a:pathLst>
                <a:path w="8235" h="1048" extrusionOk="0">
                  <a:moveTo>
                    <a:pt x="8235" y="1048"/>
                  </a:moveTo>
                  <a:lnTo>
                    <a:pt x="0"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9">
              <a:extLst>
                <a:ext uri="{FF2B5EF4-FFF2-40B4-BE49-F238E27FC236}">
                  <a16:creationId xmlns:a16="http://schemas.microsoft.com/office/drawing/2014/main" id="{B39CFC80-ED82-1623-E8C2-78B348BF6C3E}"/>
                </a:ext>
              </a:extLst>
            </p:cNvPr>
            <p:cNvSpPr/>
            <p:nvPr/>
          </p:nvSpPr>
          <p:spPr>
            <a:xfrm>
              <a:off x="1125775" y="3144350"/>
              <a:ext cx="206225" cy="30150"/>
            </a:xfrm>
            <a:custGeom>
              <a:avLst/>
              <a:gdLst/>
              <a:ahLst/>
              <a:cxnLst/>
              <a:rect l="l" t="t" r="r" b="b"/>
              <a:pathLst>
                <a:path w="8249" h="1206" extrusionOk="0">
                  <a:moveTo>
                    <a:pt x="13" y="1"/>
                  </a:moveTo>
                  <a:lnTo>
                    <a:pt x="0" y="158"/>
                  </a:lnTo>
                  <a:lnTo>
                    <a:pt x="8222" y="1205"/>
                  </a:lnTo>
                  <a:lnTo>
                    <a:pt x="8248" y="1035"/>
                  </a:lnTo>
                  <a:lnTo>
                    <a:pt x="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9">
              <a:extLst>
                <a:ext uri="{FF2B5EF4-FFF2-40B4-BE49-F238E27FC236}">
                  <a16:creationId xmlns:a16="http://schemas.microsoft.com/office/drawing/2014/main" id="{4C3900C6-1E2E-2EA9-B061-B8CE71BB52C4}"/>
                </a:ext>
              </a:extLst>
            </p:cNvPr>
            <p:cNvSpPr/>
            <p:nvPr/>
          </p:nvSpPr>
          <p:spPr>
            <a:xfrm>
              <a:off x="1260950" y="3078250"/>
              <a:ext cx="71050" cy="317825"/>
            </a:xfrm>
            <a:custGeom>
              <a:avLst/>
              <a:gdLst/>
              <a:ahLst/>
              <a:cxnLst/>
              <a:rect l="l" t="t" r="r" b="b"/>
              <a:pathLst>
                <a:path w="2842" h="12713" extrusionOk="0">
                  <a:moveTo>
                    <a:pt x="2684" y="0"/>
                  </a:moveTo>
                  <a:lnTo>
                    <a:pt x="0" y="12673"/>
                  </a:lnTo>
                  <a:lnTo>
                    <a:pt x="157" y="12713"/>
                  </a:lnTo>
                  <a:lnTo>
                    <a:pt x="2841" y="26"/>
                  </a:lnTo>
                  <a:lnTo>
                    <a:pt x="268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9">
              <a:extLst>
                <a:ext uri="{FF2B5EF4-FFF2-40B4-BE49-F238E27FC236}">
                  <a16:creationId xmlns:a16="http://schemas.microsoft.com/office/drawing/2014/main" id="{90AD1A5D-5325-D52E-2ECF-C83077CB7AAF}"/>
                </a:ext>
              </a:extLst>
            </p:cNvPr>
            <p:cNvSpPr/>
            <p:nvPr/>
          </p:nvSpPr>
          <p:spPr>
            <a:xfrm>
              <a:off x="481300" y="2933575"/>
              <a:ext cx="1013350" cy="500800"/>
            </a:xfrm>
            <a:custGeom>
              <a:avLst/>
              <a:gdLst/>
              <a:ahLst/>
              <a:cxnLst/>
              <a:rect l="l" t="t" r="r" b="b"/>
              <a:pathLst>
                <a:path w="40534" h="20032" extrusionOk="0">
                  <a:moveTo>
                    <a:pt x="5106" y="0"/>
                  </a:moveTo>
                  <a:lnTo>
                    <a:pt x="0" y="27"/>
                  </a:lnTo>
                  <a:lnTo>
                    <a:pt x="0" y="275"/>
                  </a:lnTo>
                  <a:lnTo>
                    <a:pt x="5106" y="236"/>
                  </a:lnTo>
                  <a:lnTo>
                    <a:pt x="5120" y="236"/>
                  </a:lnTo>
                  <a:cubicBezTo>
                    <a:pt x="6874" y="236"/>
                    <a:pt x="8288" y="1467"/>
                    <a:pt x="8484" y="3156"/>
                  </a:cubicBezTo>
                  <a:lnTo>
                    <a:pt x="8825" y="6062"/>
                  </a:lnTo>
                  <a:lnTo>
                    <a:pt x="38793" y="5879"/>
                  </a:lnTo>
                  <a:cubicBezTo>
                    <a:pt x="38806" y="5878"/>
                    <a:pt x="38819" y="5878"/>
                    <a:pt x="38832" y="5878"/>
                  </a:cubicBezTo>
                  <a:cubicBezTo>
                    <a:pt x="39288" y="5878"/>
                    <a:pt x="39703" y="6099"/>
                    <a:pt x="39958" y="6468"/>
                  </a:cubicBezTo>
                  <a:cubicBezTo>
                    <a:pt x="40233" y="6874"/>
                    <a:pt x="40285" y="7384"/>
                    <a:pt x="40102" y="7830"/>
                  </a:cubicBezTo>
                  <a:lnTo>
                    <a:pt x="36528" y="16994"/>
                  </a:lnTo>
                  <a:cubicBezTo>
                    <a:pt x="36266" y="17649"/>
                    <a:pt x="35637" y="18081"/>
                    <a:pt x="34930" y="18094"/>
                  </a:cubicBezTo>
                  <a:lnTo>
                    <a:pt x="10658" y="19770"/>
                  </a:lnTo>
                  <a:lnTo>
                    <a:pt x="9152" y="6808"/>
                  </a:lnTo>
                  <a:lnTo>
                    <a:pt x="8916" y="6835"/>
                  </a:lnTo>
                  <a:lnTo>
                    <a:pt x="10448" y="20031"/>
                  </a:lnTo>
                  <a:lnTo>
                    <a:pt x="34930" y="18343"/>
                  </a:lnTo>
                  <a:cubicBezTo>
                    <a:pt x="35742" y="18329"/>
                    <a:pt x="36462" y="17832"/>
                    <a:pt x="36750" y="17073"/>
                  </a:cubicBezTo>
                  <a:lnTo>
                    <a:pt x="40324" y="7908"/>
                  </a:lnTo>
                  <a:cubicBezTo>
                    <a:pt x="40534" y="7397"/>
                    <a:pt x="40482" y="6795"/>
                    <a:pt x="40167" y="6337"/>
                  </a:cubicBezTo>
                  <a:cubicBezTo>
                    <a:pt x="39853" y="5892"/>
                    <a:pt x="39343" y="5630"/>
                    <a:pt x="38793" y="5630"/>
                  </a:cubicBezTo>
                  <a:lnTo>
                    <a:pt x="38780" y="5630"/>
                  </a:lnTo>
                  <a:lnTo>
                    <a:pt x="9034" y="5813"/>
                  </a:lnTo>
                  <a:lnTo>
                    <a:pt x="8720" y="3116"/>
                  </a:lnTo>
                  <a:cubicBezTo>
                    <a:pt x="8510" y="1310"/>
                    <a:pt x="6992" y="0"/>
                    <a:pt x="51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9">
              <a:extLst>
                <a:ext uri="{FF2B5EF4-FFF2-40B4-BE49-F238E27FC236}">
                  <a16:creationId xmlns:a16="http://schemas.microsoft.com/office/drawing/2014/main" id="{92E63A04-DD6E-2D0A-8189-2126F3FA9BF6}"/>
                </a:ext>
              </a:extLst>
            </p:cNvPr>
            <p:cNvSpPr/>
            <p:nvPr/>
          </p:nvSpPr>
          <p:spPr>
            <a:xfrm>
              <a:off x="745425" y="3440900"/>
              <a:ext cx="574125" cy="235025"/>
            </a:xfrm>
            <a:custGeom>
              <a:avLst/>
              <a:gdLst/>
              <a:ahLst/>
              <a:cxnLst/>
              <a:rect l="l" t="t" r="r" b="b"/>
              <a:pathLst>
                <a:path w="22965" h="9401" extrusionOk="0">
                  <a:moveTo>
                    <a:pt x="237" y="0"/>
                  </a:moveTo>
                  <a:lnTo>
                    <a:pt x="1" y="40"/>
                  </a:lnTo>
                  <a:lnTo>
                    <a:pt x="1114" y="7397"/>
                  </a:lnTo>
                  <a:cubicBezTo>
                    <a:pt x="1296" y="8554"/>
                    <a:pt x="2277" y="9401"/>
                    <a:pt x="3431" y="9401"/>
                  </a:cubicBezTo>
                  <a:cubicBezTo>
                    <a:pt x="3440" y="9401"/>
                    <a:pt x="3448" y="9401"/>
                    <a:pt x="3457" y="9400"/>
                  </a:cubicBezTo>
                  <a:lnTo>
                    <a:pt x="3536" y="9400"/>
                  </a:lnTo>
                  <a:cubicBezTo>
                    <a:pt x="6794" y="9295"/>
                    <a:pt x="13408" y="9275"/>
                    <a:pt x="18009" y="9275"/>
                  </a:cubicBezTo>
                  <a:cubicBezTo>
                    <a:pt x="20841" y="9275"/>
                    <a:pt x="22910" y="9283"/>
                    <a:pt x="22965" y="9283"/>
                  </a:cubicBezTo>
                  <a:lnTo>
                    <a:pt x="22965" y="9047"/>
                  </a:lnTo>
                  <a:cubicBezTo>
                    <a:pt x="22910" y="9047"/>
                    <a:pt x="20841" y="9039"/>
                    <a:pt x="18009" y="9039"/>
                  </a:cubicBezTo>
                  <a:cubicBezTo>
                    <a:pt x="13408" y="9039"/>
                    <a:pt x="6794" y="9059"/>
                    <a:pt x="3536" y="9165"/>
                  </a:cubicBezTo>
                  <a:cubicBezTo>
                    <a:pt x="3509" y="9166"/>
                    <a:pt x="3483" y="9166"/>
                    <a:pt x="3457" y="9166"/>
                  </a:cubicBezTo>
                  <a:cubicBezTo>
                    <a:pt x="2404" y="9166"/>
                    <a:pt x="1516" y="8406"/>
                    <a:pt x="1362" y="7371"/>
                  </a:cubicBezTo>
                  <a:lnTo>
                    <a:pt x="2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9">
              <a:extLst>
                <a:ext uri="{FF2B5EF4-FFF2-40B4-BE49-F238E27FC236}">
                  <a16:creationId xmlns:a16="http://schemas.microsoft.com/office/drawing/2014/main" id="{C8B67C9A-E739-EEED-53EC-D538E92241FB}"/>
                </a:ext>
              </a:extLst>
            </p:cNvPr>
            <p:cNvSpPr/>
            <p:nvPr/>
          </p:nvSpPr>
          <p:spPr>
            <a:xfrm>
              <a:off x="845925" y="3624825"/>
              <a:ext cx="125375" cy="129325"/>
            </a:xfrm>
            <a:custGeom>
              <a:avLst/>
              <a:gdLst/>
              <a:ahLst/>
              <a:cxnLst/>
              <a:rect l="l" t="t" r="r" b="b"/>
              <a:pathLst>
                <a:path w="5015" h="5173" extrusionOk="0">
                  <a:moveTo>
                    <a:pt x="2440" y="1"/>
                  </a:moveTo>
                  <a:cubicBezTo>
                    <a:pt x="2426" y="1"/>
                    <a:pt x="2411" y="1"/>
                    <a:pt x="2396" y="1"/>
                  </a:cubicBezTo>
                  <a:cubicBezTo>
                    <a:pt x="1048" y="27"/>
                    <a:pt x="0" y="1192"/>
                    <a:pt x="66" y="2619"/>
                  </a:cubicBezTo>
                  <a:cubicBezTo>
                    <a:pt x="130" y="4031"/>
                    <a:pt x="1258" y="5173"/>
                    <a:pt x="2587" y="5173"/>
                  </a:cubicBezTo>
                  <a:cubicBezTo>
                    <a:pt x="2602" y="5173"/>
                    <a:pt x="2617" y="5173"/>
                    <a:pt x="2632" y="5172"/>
                  </a:cubicBezTo>
                  <a:cubicBezTo>
                    <a:pt x="3967" y="5146"/>
                    <a:pt x="5014" y="3981"/>
                    <a:pt x="4949" y="2554"/>
                  </a:cubicBezTo>
                  <a:cubicBezTo>
                    <a:pt x="4884" y="1156"/>
                    <a:pt x="3757" y="1"/>
                    <a:pt x="24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9">
              <a:extLst>
                <a:ext uri="{FF2B5EF4-FFF2-40B4-BE49-F238E27FC236}">
                  <a16:creationId xmlns:a16="http://schemas.microsoft.com/office/drawing/2014/main" id="{D812857C-7DD6-360B-DE51-8B5BC35CD117}"/>
                </a:ext>
              </a:extLst>
            </p:cNvPr>
            <p:cNvSpPr/>
            <p:nvPr/>
          </p:nvSpPr>
          <p:spPr>
            <a:xfrm>
              <a:off x="891750" y="3672300"/>
              <a:ext cx="34050" cy="34400"/>
            </a:xfrm>
            <a:custGeom>
              <a:avLst/>
              <a:gdLst/>
              <a:ahLst/>
              <a:cxnLst/>
              <a:rect l="l" t="t" r="r" b="b"/>
              <a:pathLst>
                <a:path w="1362" h="1376" extrusionOk="0">
                  <a:moveTo>
                    <a:pt x="655" y="0"/>
                  </a:moveTo>
                  <a:cubicBezTo>
                    <a:pt x="288" y="13"/>
                    <a:pt x="0" y="328"/>
                    <a:pt x="26" y="694"/>
                  </a:cubicBezTo>
                  <a:cubicBezTo>
                    <a:pt x="39" y="1061"/>
                    <a:pt x="340" y="1362"/>
                    <a:pt x="720" y="1375"/>
                  </a:cubicBezTo>
                  <a:cubicBezTo>
                    <a:pt x="1087" y="1362"/>
                    <a:pt x="1362" y="1048"/>
                    <a:pt x="1335" y="681"/>
                  </a:cubicBezTo>
                  <a:cubicBezTo>
                    <a:pt x="1322" y="302"/>
                    <a:pt x="1021" y="0"/>
                    <a:pt x="6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9">
              <a:extLst>
                <a:ext uri="{FF2B5EF4-FFF2-40B4-BE49-F238E27FC236}">
                  <a16:creationId xmlns:a16="http://schemas.microsoft.com/office/drawing/2014/main" id="{F652E73A-B333-5235-E8B5-866766B4336B}"/>
                </a:ext>
              </a:extLst>
            </p:cNvPr>
            <p:cNvSpPr/>
            <p:nvPr/>
          </p:nvSpPr>
          <p:spPr>
            <a:xfrm>
              <a:off x="1131000" y="3621550"/>
              <a:ext cx="125375" cy="129325"/>
            </a:xfrm>
            <a:custGeom>
              <a:avLst/>
              <a:gdLst/>
              <a:ahLst/>
              <a:cxnLst/>
              <a:rect l="l" t="t" r="r" b="b"/>
              <a:pathLst>
                <a:path w="5015" h="5173" extrusionOk="0">
                  <a:moveTo>
                    <a:pt x="2428" y="1"/>
                  </a:moveTo>
                  <a:cubicBezTo>
                    <a:pt x="2413" y="1"/>
                    <a:pt x="2398" y="1"/>
                    <a:pt x="2383" y="1"/>
                  </a:cubicBezTo>
                  <a:cubicBezTo>
                    <a:pt x="1048" y="27"/>
                    <a:pt x="0" y="1193"/>
                    <a:pt x="66" y="2620"/>
                  </a:cubicBezTo>
                  <a:cubicBezTo>
                    <a:pt x="131" y="4038"/>
                    <a:pt x="1270" y="5173"/>
                    <a:pt x="2609" y="5173"/>
                  </a:cubicBezTo>
                  <a:cubicBezTo>
                    <a:pt x="2617" y="5173"/>
                    <a:pt x="2624" y="5173"/>
                    <a:pt x="2632" y="5173"/>
                  </a:cubicBezTo>
                  <a:cubicBezTo>
                    <a:pt x="3967" y="5159"/>
                    <a:pt x="5015" y="3981"/>
                    <a:pt x="4949" y="2554"/>
                  </a:cubicBezTo>
                  <a:cubicBezTo>
                    <a:pt x="4885" y="1156"/>
                    <a:pt x="3757" y="1"/>
                    <a:pt x="24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9">
              <a:extLst>
                <a:ext uri="{FF2B5EF4-FFF2-40B4-BE49-F238E27FC236}">
                  <a16:creationId xmlns:a16="http://schemas.microsoft.com/office/drawing/2014/main" id="{75526C41-A4D8-E2C9-15CB-1F78D95111D2}"/>
                </a:ext>
              </a:extLst>
            </p:cNvPr>
            <p:cNvSpPr/>
            <p:nvPr/>
          </p:nvSpPr>
          <p:spPr>
            <a:xfrm>
              <a:off x="1176500" y="3669025"/>
              <a:ext cx="34375" cy="34400"/>
            </a:xfrm>
            <a:custGeom>
              <a:avLst/>
              <a:gdLst/>
              <a:ahLst/>
              <a:cxnLst/>
              <a:rect l="l" t="t" r="r" b="b"/>
              <a:pathLst>
                <a:path w="1375" h="1376" extrusionOk="0">
                  <a:moveTo>
                    <a:pt x="655" y="0"/>
                  </a:moveTo>
                  <a:cubicBezTo>
                    <a:pt x="288" y="14"/>
                    <a:pt x="0" y="328"/>
                    <a:pt x="40" y="694"/>
                  </a:cubicBezTo>
                  <a:cubicBezTo>
                    <a:pt x="40" y="1074"/>
                    <a:pt x="341" y="1375"/>
                    <a:pt x="720" y="1375"/>
                  </a:cubicBezTo>
                  <a:cubicBezTo>
                    <a:pt x="1087" y="1362"/>
                    <a:pt x="1375" y="1048"/>
                    <a:pt x="1336" y="681"/>
                  </a:cubicBezTo>
                  <a:cubicBezTo>
                    <a:pt x="1323" y="315"/>
                    <a:pt x="1021" y="14"/>
                    <a:pt x="6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9">
              <a:extLst>
                <a:ext uri="{FF2B5EF4-FFF2-40B4-BE49-F238E27FC236}">
                  <a16:creationId xmlns:a16="http://schemas.microsoft.com/office/drawing/2014/main" id="{B31D71F1-7BA4-E1AD-73DC-64B0BF3FBCEA}"/>
                </a:ext>
              </a:extLst>
            </p:cNvPr>
            <p:cNvSpPr/>
            <p:nvPr/>
          </p:nvSpPr>
          <p:spPr>
            <a:xfrm>
              <a:off x="1115950" y="3078900"/>
              <a:ext cx="34725" cy="326350"/>
            </a:xfrm>
            <a:custGeom>
              <a:avLst/>
              <a:gdLst/>
              <a:ahLst/>
              <a:cxnLst/>
              <a:rect l="l" t="t" r="r" b="b"/>
              <a:pathLst>
                <a:path w="1389" h="13054" extrusionOk="0">
                  <a:moveTo>
                    <a:pt x="1218" y="0"/>
                  </a:moveTo>
                  <a:lnTo>
                    <a:pt x="0" y="13040"/>
                  </a:lnTo>
                  <a:lnTo>
                    <a:pt x="157" y="13053"/>
                  </a:lnTo>
                  <a:lnTo>
                    <a:pt x="1388" y="13"/>
                  </a:lnTo>
                  <a:lnTo>
                    <a:pt x="12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9">
              <a:extLst>
                <a:ext uri="{FF2B5EF4-FFF2-40B4-BE49-F238E27FC236}">
                  <a16:creationId xmlns:a16="http://schemas.microsoft.com/office/drawing/2014/main" id="{B6ECDF79-570E-FC91-17D7-1337F6C9F4B3}"/>
                </a:ext>
              </a:extLst>
            </p:cNvPr>
            <p:cNvSpPr/>
            <p:nvPr/>
          </p:nvSpPr>
          <p:spPr>
            <a:xfrm>
              <a:off x="973900" y="3080525"/>
              <a:ext cx="3950" cy="334875"/>
            </a:xfrm>
            <a:custGeom>
              <a:avLst/>
              <a:gdLst/>
              <a:ahLst/>
              <a:cxnLst/>
              <a:rect l="l" t="t" r="r" b="b"/>
              <a:pathLst>
                <a:path w="158" h="13395" extrusionOk="0">
                  <a:moveTo>
                    <a:pt x="0" y="1"/>
                  </a:moveTo>
                  <a:lnTo>
                    <a:pt x="0" y="13394"/>
                  </a:lnTo>
                  <a:lnTo>
                    <a:pt x="157" y="13394"/>
                  </a:lnTo>
                  <a:lnTo>
                    <a:pt x="1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9">
              <a:extLst>
                <a:ext uri="{FF2B5EF4-FFF2-40B4-BE49-F238E27FC236}">
                  <a16:creationId xmlns:a16="http://schemas.microsoft.com/office/drawing/2014/main" id="{EE7E0491-C09C-F199-BA2B-BC6496451FEB}"/>
                </a:ext>
              </a:extLst>
            </p:cNvPr>
            <p:cNvSpPr/>
            <p:nvPr/>
          </p:nvSpPr>
          <p:spPr>
            <a:xfrm>
              <a:off x="802375" y="3081525"/>
              <a:ext cx="27850" cy="341400"/>
            </a:xfrm>
            <a:custGeom>
              <a:avLst/>
              <a:gdLst/>
              <a:ahLst/>
              <a:cxnLst/>
              <a:rect l="l" t="t" r="r" b="b"/>
              <a:pathLst>
                <a:path w="1114" h="13656" extrusionOk="0">
                  <a:moveTo>
                    <a:pt x="158" y="0"/>
                  </a:moveTo>
                  <a:lnTo>
                    <a:pt x="1" y="13"/>
                  </a:lnTo>
                  <a:lnTo>
                    <a:pt x="957" y="13655"/>
                  </a:lnTo>
                  <a:lnTo>
                    <a:pt x="1114" y="13642"/>
                  </a:lnTo>
                  <a:lnTo>
                    <a:pt x="1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9">
              <a:extLst>
                <a:ext uri="{FF2B5EF4-FFF2-40B4-BE49-F238E27FC236}">
                  <a16:creationId xmlns:a16="http://schemas.microsoft.com/office/drawing/2014/main" id="{85E3562B-ED57-1939-4AB2-161D36FA0C1F}"/>
                </a:ext>
              </a:extLst>
            </p:cNvPr>
            <p:cNvSpPr/>
            <p:nvPr/>
          </p:nvSpPr>
          <p:spPr>
            <a:xfrm>
              <a:off x="732350" y="3320125"/>
              <a:ext cx="679500" cy="8200"/>
            </a:xfrm>
            <a:custGeom>
              <a:avLst/>
              <a:gdLst/>
              <a:ahLst/>
              <a:cxnLst/>
              <a:rect l="l" t="t" r="r" b="b"/>
              <a:pathLst>
                <a:path w="27180" h="328" extrusionOk="0">
                  <a:moveTo>
                    <a:pt x="27180" y="0"/>
                  </a:moveTo>
                  <a:lnTo>
                    <a:pt x="0" y="157"/>
                  </a:lnTo>
                  <a:lnTo>
                    <a:pt x="0" y="328"/>
                  </a:lnTo>
                  <a:lnTo>
                    <a:pt x="27180" y="157"/>
                  </a:lnTo>
                  <a:lnTo>
                    <a:pt x="271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9">
              <a:extLst>
                <a:ext uri="{FF2B5EF4-FFF2-40B4-BE49-F238E27FC236}">
                  <a16:creationId xmlns:a16="http://schemas.microsoft.com/office/drawing/2014/main" id="{E8F86628-E5D1-1A67-3CB3-B75B6AAA838F}"/>
                </a:ext>
              </a:extLst>
            </p:cNvPr>
            <p:cNvSpPr/>
            <p:nvPr/>
          </p:nvSpPr>
          <p:spPr>
            <a:xfrm>
              <a:off x="716950" y="3198025"/>
              <a:ext cx="738750" cy="8550"/>
            </a:xfrm>
            <a:custGeom>
              <a:avLst/>
              <a:gdLst/>
              <a:ahLst/>
              <a:cxnLst/>
              <a:rect l="l" t="t" r="r" b="b"/>
              <a:pathLst>
                <a:path w="29550" h="342" extrusionOk="0">
                  <a:moveTo>
                    <a:pt x="29550" y="1"/>
                  </a:moveTo>
                  <a:lnTo>
                    <a:pt x="1" y="171"/>
                  </a:lnTo>
                  <a:lnTo>
                    <a:pt x="1" y="341"/>
                  </a:lnTo>
                  <a:lnTo>
                    <a:pt x="29550" y="158"/>
                  </a:lnTo>
                  <a:lnTo>
                    <a:pt x="2955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9">
              <a:extLst>
                <a:ext uri="{FF2B5EF4-FFF2-40B4-BE49-F238E27FC236}">
                  <a16:creationId xmlns:a16="http://schemas.microsoft.com/office/drawing/2014/main" id="{C4D02E0F-AE03-6648-CF54-682CCF1D8B08}"/>
                </a:ext>
              </a:extLst>
            </p:cNvPr>
            <p:cNvSpPr/>
            <p:nvPr/>
          </p:nvSpPr>
          <p:spPr>
            <a:xfrm>
              <a:off x="452825" y="2930300"/>
              <a:ext cx="124725" cy="32100"/>
            </a:xfrm>
            <a:custGeom>
              <a:avLst/>
              <a:gdLst/>
              <a:ahLst/>
              <a:cxnLst/>
              <a:rect l="l" t="t" r="r" b="b"/>
              <a:pathLst>
                <a:path w="4989" h="1284" extrusionOk="0">
                  <a:moveTo>
                    <a:pt x="642" y="1"/>
                  </a:moveTo>
                  <a:cubicBezTo>
                    <a:pt x="289" y="1"/>
                    <a:pt x="0" y="289"/>
                    <a:pt x="0" y="642"/>
                  </a:cubicBezTo>
                  <a:cubicBezTo>
                    <a:pt x="0" y="996"/>
                    <a:pt x="289" y="1284"/>
                    <a:pt x="642" y="1284"/>
                  </a:cubicBezTo>
                  <a:lnTo>
                    <a:pt x="4347" y="1284"/>
                  </a:lnTo>
                  <a:cubicBezTo>
                    <a:pt x="4701" y="1284"/>
                    <a:pt x="4989" y="996"/>
                    <a:pt x="4989" y="642"/>
                  </a:cubicBezTo>
                  <a:cubicBezTo>
                    <a:pt x="4989" y="289"/>
                    <a:pt x="4701" y="1"/>
                    <a:pt x="43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9">
              <a:extLst>
                <a:ext uri="{FF2B5EF4-FFF2-40B4-BE49-F238E27FC236}">
                  <a16:creationId xmlns:a16="http://schemas.microsoft.com/office/drawing/2014/main" id="{AB64A1D1-2792-A399-DC84-DF47DABFCF82}"/>
                </a:ext>
              </a:extLst>
            </p:cNvPr>
            <p:cNvSpPr/>
            <p:nvPr/>
          </p:nvSpPr>
          <p:spPr>
            <a:xfrm>
              <a:off x="552325" y="2888400"/>
              <a:ext cx="124725" cy="32100"/>
            </a:xfrm>
            <a:custGeom>
              <a:avLst/>
              <a:gdLst/>
              <a:ahLst/>
              <a:cxnLst/>
              <a:rect l="l" t="t" r="r" b="b"/>
              <a:pathLst>
                <a:path w="4989" h="1284" extrusionOk="0">
                  <a:moveTo>
                    <a:pt x="642" y="1"/>
                  </a:moveTo>
                  <a:cubicBezTo>
                    <a:pt x="289" y="1"/>
                    <a:pt x="0" y="289"/>
                    <a:pt x="0" y="655"/>
                  </a:cubicBezTo>
                  <a:cubicBezTo>
                    <a:pt x="0" y="996"/>
                    <a:pt x="289" y="1284"/>
                    <a:pt x="642" y="1284"/>
                  </a:cubicBezTo>
                  <a:lnTo>
                    <a:pt x="4347" y="1284"/>
                  </a:lnTo>
                  <a:cubicBezTo>
                    <a:pt x="4687" y="1284"/>
                    <a:pt x="4976" y="996"/>
                    <a:pt x="4989" y="655"/>
                  </a:cubicBezTo>
                  <a:cubicBezTo>
                    <a:pt x="4989" y="289"/>
                    <a:pt x="4701" y="1"/>
                    <a:pt x="43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Rectangle 5">
            <a:extLst>
              <a:ext uri="{FF2B5EF4-FFF2-40B4-BE49-F238E27FC236}">
                <a16:creationId xmlns:a16="http://schemas.microsoft.com/office/drawing/2014/main" id="{A6B88D17-FD4B-715F-BE6B-F8CD90282635}"/>
              </a:ext>
            </a:extLst>
          </p:cNvPr>
          <p:cNvSpPr/>
          <p:nvPr/>
        </p:nvSpPr>
        <p:spPr>
          <a:xfrm>
            <a:off x="3375628" y="4126996"/>
            <a:ext cx="5549991" cy="844428"/>
          </a:xfrm>
          <a:prstGeom prst="rect">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4000">
                <a:latin typeface="Lexend"/>
                <a:cs typeface="Arial"/>
              </a:rPr>
              <a:t>Business Question</a:t>
            </a:r>
          </a:p>
        </p:txBody>
      </p:sp>
      <p:sp>
        <p:nvSpPr>
          <p:cNvPr id="8" name="TextBox 7">
            <a:extLst>
              <a:ext uri="{FF2B5EF4-FFF2-40B4-BE49-F238E27FC236}">
                <a16:creationId xmlns:a16="http://schemas.microsoft.com/office/drawing/2014/main" id="{1ABB1A6F-785F-752D-F9D4-B39612B1B1CB}"/>
              </a:ext>
            </a:extLst>
          </p:cNvPr>
          <p:cNvSpPr txBox="1"/>
          <p:nvPr/>
        </p:nvSpPr>
        <p:spPr>
          <a:xfrm>
            <a:off x="3233234" y="1368770"/>
            <a:ext cx="5830945"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en-US" sz="2000">
                <a:latin typeface="Lexend"/>
              </a:rPr>
              <a:t>What are the monthly trends in online and in-store sales for 2021, and how do they project forward based on assumed growth?</a:t>
            </a:r>
          </a:p>
          <a:p>
            <a:pPr marL="342900" indent="-342900">
              <a:buAutoNum type="arabicPeriod"/>
            </a:pPr>
            <a:endParaRPr lang="en-US" sz="2000">
              <a:latin typeface="Lexend"/>
            </a:endParaRPr>
          </a:p>
          <a:p>
            <a:endParaRPr lang="en-US" sz="2000">
              <a:latin typeface="Lexend"/>
            </a:endParaRPr>
          </a:p>
        </p:txBody>
      </p:sp>
    </p:spTree>
    <p:extLst>
      <p:ext uri="{BB962C8B-B14F-4D97-AF65-F5344CB8AC3E}">
        <p14:creationId xmlns:p14="http://schemas.microsoft.com/office/powerpoint/2010/main" val="28396377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01">
          <a:extLst>
            <a:ext uri="{FF2B5EF4-FFF2-40B4-BE49-F238E27FC236}">
              <a16:creationId xmlns:a16="http://schemas.microsoft.com/office/drawing/2014/main" id="{1B86C876-2956-3FC5-2E38-889ECDB546A0}"/>
            </a:ext>
          </a:extLst>
        </p:cNvPr>
        <p:cNvGrpSpPr/>
        <p:nvPr/>
      </p:nvGrpSpPr>
      <p:grpSpPr>
        <a:xfrm>
          <a:off x="0" y="0"/>
          <a:ext cx="0" cy="0"/>
          <a:chOff x="0" y="0"/>
          <a:chExt cx="0" cy="0"/>
        </a:xfrm>
      </p:grpSpPr>
      <p:sp>
        <p:nvSpPr>
          <p:cNvPr id="1003" name="Google Shape;1003;p38">
            <a:extLst>
              <a:ext uri="{FF2B5EF4-FFF2-40B4-BE49-F238E27FC236}">
                <a16:creationId xmlns:a16="http://schemas.microsoft.com/office/drawing/2014/main" id="{2AB40C0B-CF26-D749-19C8-E09DF06A124E}"/>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16</a:t>
            </a:fld>
            <a:endParaRPr b="1">
              <a:latin typeface="Open Sans"/>
              <a:ea typeface="Open Sans"/>
              <a:cs typeface="Open Sans"/>
              <a:sym typeface="Open Sans"/>
            </a:endParaRPr>
          </a:p>
        </p:txBody>
      </p:sp>
      <p:sp>
        <p:nvSpPr>
          <p:cNvPr id="3" name="Rectangle 2">
            <a:extLst>
              <a:ext uri="{FF2B5EF4-FFF2-40B4-BE49-F238E27FC236}">
                <a16:creationId xmlns:a16="http://schemas.microsoft.com/office/drawing/2014/main" id="{628AE149-0628-AA7C-A135-F2EF631915BB}"/>
              </a:ext>
            </a:extLst>
          </p:cNvPr>
          <p:cNvSpPr/>
          <p:nvPr/>
        </p:nvSpPr>
        <p:spPr>
          <a:xfrm>
            <a:off x="1449817" y="1192656"/>
            <a:ext cx="6534509" cy="2102688"/>
          </a:xfrm>
          <a:prstGeom prst="rect">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2" name="Google Shape;1002;p38">
            <a:extLst>
              <a:ext uri="{FF2B5EF4-FFF2-40B4-BE49-F238E27FC236}">
                <a16:creationId xmlns:a16="http://schemas.microsoft.com/office/drawing/2014/main" id="{69870E8C-79B7-3AB1-240C-2A4C605B594E}"/>
              </a:ext>
            </a:extLst>
          </p:cNvPr>
          <p:cNvSpPr txBox="1">
            <a:spLocks noGrp="1"/>
          </p:cNvSpPr>
          <p:nvPr>
            <p:ph type="title"/>
          </p:nvPr>
        </p:nvSpPr>
        <p:spPr>
          <a:xfrm>
            <a:off x="1765955" y="1417490"/>
            <a:ext cx="5760427" cy="1014803"/>
          </a:xfrm>
          <a:prstGeom prst="rect">
            <a:avLst/>
          </a:prstGeom>
        </p:spPr>
        <p:txBody>
          <a:bodyPr spcFirstLastPara="1" wrap="square" lIns="91425" tIns="91425" rIns="91425" bIns="91425" anchor="t" anchorCtr="0">
            <a:noAutofit/>
          </a:bodyPr>
          <a:lstStyle/>
          <a:p>
            <a:pPr algn="ctr"/>
            <a:r>
              <a:rPr lang="en" sz="4800">
                <a:solidFill>
                  <a:schemeClr val="bg1"/>
                </a:solidFill>
                <a:latin typeface="Lexend"/>
              </a:rPr>
              <a:t>DATA UNDERSTANDING</a:t>
            </a:r>
          </a:p>
        </p:txBody>
      </p:sp>
      <p:sp>
        <p:nvSpPr>
          <p:cNvPr id="4" name="TextBox 3">
            <a:extLst>
              <a:ext uri="{FF2B5EF4-FFF2-40B4-BE49-F238E27FC236}">
                <a16:creationId xmlns:a16="http://schemas.microsoft.com/office/drawing/2014/main" id="{B94F2404-6558-7EBD-161A-D10B0F972694}"/>
              </a:ext>
            </a:extLst>
          </p:cNvPr>
          <p:cNvSpPr txBox="1"/>
          <p:nvPr/>
        </p:nvSpPr>
        <p:spPr>
          <a:xfrm>
            <a:off x="3343790" y="3388006"/>
            <a:ext cx="407598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solidFill>
                  <a:schemeClr val="accent2"/>
                </a:solidFill>
                <a:latin typeface="Lexend"/>
              </a:rPr>
              <a:t>LOW LEVEL</a:t>
            </a:r>
          </a:p>
        </p:txBody>
      </p:sp>
    </p:spTree>
    <p:extLst>
      <p:ext uri="{BB962C8B-B14F-4D97-AF65-F5344CB8AC3E}">
        <p14:creationId xmlns:p14="http://schemas.microsoft.com/office/powerpoint/2010/main" val="18770824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22">
          <a:extLst>
            <a:ext uri="{FF2B5EF4-FFF2-40B4-BE49-F238E27FC236}">
              <a16:creationId xmlns:a16="http://schemas.microsoft.com/office/drawing/2014/main" id="{0F934AD2-8703-C48A-C56F-89D30DFD784A}"/>
            </a:ext>
          </a:extLst>
        </p:cNvPr>
        <p:cNvGrpSpPr/>
        <p:nvPr/>
      </p:nvGrpSpPr>
      <p:grpSpPr>
        <a:xfrm>
          <a:off x="0" y="0"/>
          <a:ext cx="0" cy="0"/>
          <a:chOff x="0" y="0"/>
          <a:chExt cx="0" cy="0"/>
        </a:xfrm>
      </p:grpSpPr>
      <p:sp>
        <p:nvSpPr>
          <p:cNvPr id="726" name="Google Shape;726;p42">
            <a:extLst>
              <a:ext uri="{FF2B5EF4-FFF2-40B4-BE49-F238E27FC236}">
                <a16:creationId xmlns:a16="http://schemas.microsoft.com/office/drawing/2014/main" id="{0431A536-7222-492D-7C05-CCDF0AC1D8DF}"/>
              </a:ext>
            </a:extLst>
          </p:cNvPr>
          <p:cNvSpPr txBox="1">
            <a:spLocks noGrp="1"/>
          </p:cNvSpPr>
          <p:nvPr>
            <p:ph type="subTitle" idx="1"/>
          </p:nvPr>
        </p:nvSpPr>
        <p:spPr>
          <a:xfrm>
            <a:off x="4216835" y="2407987"/>
            <a:ext cx="4807344" cy="775789"/>
          </a:xfrm>
          <a:prstGeom prst="rect">
            <a:avLst/>
          </a:prstGeom>
        </p:spPr>
        <p:txBody>
          <a:bodyPr spcFirstLastPara="1" wrap="square" lIns="91425" tIns="91425" rIns="91425" bIns="91425" anchor="t" anchorCtr="0">
            <a:noAutofit/>
          </a:bodyPr>
          <a:lstStyle/>
          <a:p>
            <a:pPr marL="0" indent="0" algn="l"/>
            <a:r>
              <a:rPr lang="en" b="1">
                <a:solidFill>
                  <a:schemeClr val="bg2"/>
                </a:solidFill>
                <a:ea typeface="Roboto"/>
                <a:cs typeface="Roboto"/>
              </a:rPr>
              <a:t>Data Set 1</a:t>
            </a:r>
          </a:p>
          <a:p>
            <a:pPr marL="0" indent="0" algn="l"/>
            <a:r>
              <a:rPr lang="en" sz="1400">
                <a:solidFill>
                  <a:schemeClr val="bg2"/>
                </a:solidFill>
                <a:hlinkClick r:id="rId3">
                  <a:extLst>
                    <a:ext uri="{A12FA001-AC4F-418D-AE19-62706E023703}">
                      <ahyp:hlinkClr xmlns:ahyp="http://schemas.microsoft.com/office/drawing/2018/hyperlinkcolor" val="tx"/>
                    </a:ext>
                  </a:extLst>
                </a:hlinkClick>
              </a:rPr>
              <a:t>Retail Sales and Customer Behavior </a:t>
            </a:r>
            <a:endParaRPr lang="en" sz="1400">
              <a:solidFill>
                <a:schemeClr val="bg2"/>
              </a:solidFill>
            </a:endParaRPr>
          </a:p>
          <a:p>
            <a:pPr marL="0" indent="0" algn="l"/>
            <a:endParaRPr lang="en" sz="1400">
              <a:solidFill>
                <a:schemeClr val="bg2"/>
              </a:solidFill>
              <a:ea typeface="Roboto"/>
              <a:cs typeface="Roboto"/>
            </a:endParaRPr>
          </a:p>
          <a:p>
            <a:pPr marL="0" indent="0" algn="l"/>
            <a:endParaRPr lang="en" sz="1400" b="1">
              <a:solidFill>
                <a:schemeClr val="accent3"/>
              </a:solidFill>
              <a:latin typeface="Lexend"/>
              <a:ea typeface="Roboto"/>
              <a:cs typeface="Roboto"/>
            </a:endParaRPr>
          </a:p>
          <a:p>
            <a:pPr marL="0" indent="0" algn="l"/>
            <a:endParaRPr lang="en" sz="1400" b="1">
              <a:solidFill>
                <a:schemeClr val="bg2"/>
              </a:solidFill>
              <a:latin typeface="Lexend"/>
              <a:ea typeface="Roboto"/>
              <a:cs typeface="Roboto"/>
            </a:endParaRPr>
          </a:p>
          <a:p>
            <a:pPr marL="0" indent="0" algn="l"/>
            <a:endParaRPr lang="en" sz="1400" b="1">
              <a:solidFill>
                <a:schemeClr val="bg2"/>
              </a:solidFill>
              <a:latin typeface="Lexend"/>
              <a:ea typeface="Roboto"/>
              <a:cs typeface="Roboto"/>
            </a:endParaRPr>
          </a:p>
          <a:p>
            <a:pPr marL="0" indent="0" algn="l"/>
            <a:endParaRPr lang="en" sz="1400" b="1">
              <a:solidFill>
                <a:schemeClr val="bg2"/>
              </a:solidFill>
              <a:latin typeface="Lexend"/>
              <a:ea typeface="Roboto"/>
              <a:cs typeface="Roboto"/>
            </a:endParaRPr>
          </a:p>
          <a:p>
            <a:pPr marL="0" indent="0" algn="l"/>
            <a:endParaRPr lang="en" sz="1400" b="1">
              <a:solidFill>
                <a:schemeClr val="bg2"/>
              </a:solidFill>
              <a:latin typeface="Lexend"/>
              <a:ea typeface="Roboto"/>
              <a:cs typeface="Roboto"/>
            </a:endParaRPr>
          </a:p>
          <a:p>
            <a:pPr marL="0" indent="0" algn="l"/>
            <a:endParaRPr lang="en" sz="1400" b="1">
              <a:solidFill>
                <a:schemeClr val="bg2"/>
              </a:solidFill>
              <a:latin typeface="Lexend"/>
              <a:ea typeface="Roboto"/>
              <a:cs typeface="Roboto"/>
            </a:endParaRPr>
          </a:p>
          <a:p>
            <a:pPr marL="0" indent="0" algn="l"/>
            <a:endParaRPr lang="en" sz="1100" b="1">
              <a:solidFill>
                <a:schemeClr val="bg2"/>
              </a:solidFill>
              <a:latin typeface="Lexend"/>
              <a:ea typeface="Roboto"/>
              <a:cs typeface="Roboto"/>
            </a:endParaRPr>
          </a:p>
        </p:txBody>
      </p:sp>
      <p:pic>
        <p:nvPicPr>
          <p:cNvPr id="8" name="Picture 7" descr="Banking Information - Personal and Business Banking Tips | Bankrate.com | Bankrate.com, Boost ...">
            <a:extLst>
              <a:ext uri="{FF2B5EF4-FFF2-40B4-BE49-F238E27FC236}">
                <a16:creationId xmlns:a16="http://schemas.microsoft.com/office/drawing/2014/main" id="{D3096E2D-9AF2-B341-3BD9-770F78C2D239}"/>
              </a:ext>
            </a:extLst>
          </p:cNvPr>
          <p:cNvPicPr>
            <a:picLocks noChangeAspect="1"/>
          </p:cNvPicPr>
          <p:nvPr/>
        </p:nvPicPr>
        <p:blipFill>
          <a:blip r:embed="rId4"/>
          <a:stretch>
            <a:fillRect/>
          </a:stretch>
        </p:blipFill>
        <p:spPr>
          <a:xfrm>
            <a:off x="521" y="0"/>
            <a:ext cx="3552825" cy="5143500"/>
          </a:xfrm>
          <a:prstGeom prst="rect">
            <a:avLst/>
          </a:prstGeom>
        </p:spPr>
      </p:pic>
    </p:spTree>
    <p:extLst>
      <p:ext uri="{BB962C8B-B14F-4D97-AF65-F5344CB8AC3E}">
        <p14:creationId xmlns:p14="http://schemas.microsoft.com/office/powerpoint/2010/main" val="21059797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78">
          <a:extLst>
            <a:ext uri="{FF2B5EF4-FFF2-40B4-BE49-F238E27FC236}">
              <a16:creationId xmlns:a16="http://schemas.microsoft.com/office/drawing/2014/main" id="{FFB70603-8C35-E80C-9255-AB7747B78443}"/>
            </a:ext>
          </a:extLst>
        </p:cNvPr>
        <p:cNvGrpSpPr/>
        <p:nvPr/>
      </p:nvGrpSpPr>
      <p:grpSpPr>
        <a:xfrm>
          <a:off x="0" y="0"/>
          <a:ext cx="0" cy="0"/>
          <a:chOff x="0" y="0"/>
          <a:chExt cx="0" cy="0"/>
        </a:xfrm>
      </p:grpSpPr>
      <p:sp>
        <p:nvSpPr>
          <p:cNvPr id="980" name="Google Shape;980;p46">
            <a:extLst>
              <a:ext uri="{FF2B5EF4-FFF2-40B4-BE49-F238E27FC236}">
                <a16:creationId xmlns:a16="http://schemas.microsoft.com/office/drawing/2014/main" id="{68CED144-E516-490C-A4AE-7D9ECCB24576}"/>
              </a:ext>
            </a:extLst>
          </p:cNvPr>
          <p:cNvSpPr txBox="1">
            <a:spLocks noGrp="1"/>
          </p:cNvSpPr>
          <p:nvPr>
            <p:ph type="title"/>
          </p:nvPr>
        </p:nvSpPr>
        <p:spPr>
          <a:xfrm>
            <a:off x="2341" y="176570"/>
            <a:ext cx="3162955" cy="697745"/>
          </a:xfrm>
          <a:prstGeom prst="rect">
            <a:avLst/>
          </a:prstGeom>
        </p:spPr>
        <p:txBody>
          <a:bodyPr spcFirstLastPara="1" wrap="square" lIns="91425" tIns="91425" rIns="91425" bIns="91425" anchor="t" anchorCtr="0">
            <a:noAutofit/>
          </a:bodyPr>
          <a:lstStyle/>
          <a:p>
            <a:r>
              <a:rPr lang="en">
                <a:solidFill>
                  <a:schemeClr val="accent2"/>
                </a:solidFill>
                <a:latin typeface="Lexend"/>
              </a:rPr>
              <a:t>Dataset 1</a:t>
            </a:r>
          </a:p>
        </p:txBody>
      </p:sp>
      <p:grpSp>
        <p:nvGrpSpPr>
          <p:cNvPr id="987" name="Google Shape;987;p46">
            <a:extLst>
              <a:ext uri="{FF2B5EF4-FFF2-40B4-BE49-F238E27FC236}">
                <a16:creationId xmlns:a16="http://schemas.microsoft.com/office/drawing/2014/main" id="{574789CC-22DC-68B6-AB00-3DAD1A332D0E}"/>
              </a:ext>
            </a:extLst>
          </p:cNvPr>
          <p:cNvGrpSpPr/>
          <p:nvPr/>
        </p:nvGrpSpPr>
        <p:grpSpPr>
          <a:xfrm>
            <a:off x="155977" y="1536562"/>
            <a:ext cx="2358677" cy="3561840"/>
            <a:chOff x="5148178" y="1237583"/>
            <a:chExt cx="2006019" cy="3029290"/>
          </a:xfrm>
        </p:grpSpPr>
        <p:sp>
          <p:nvSpPr>
            <p:cNvPr id="988" name="Google Shape;988;p46">
              <a:extLst>
                <a:ext uri="{FF2B5EF4-FFF2-40B4-BE49-F238E27FC236}">
                  <a16:creationId xmlns:a16="http://schemas.microsoft.com/office/drawing/2014/main" id="{956E7DE7-DBE2-5636-45C7-9FAF6F33E807}"/>
                </a:ext>
              </a:extLst>
            </p:cNvPr>
            <p:cNvSpPr/>
            <p:nvPr/>
          </p:nvSpPr>
          <p:spPr>
            <a:xfrm>
              <a:off x="5148178" y="1237583"/>
              <a:ext cx="1269204" cy="2746869"/>
            </a:xfrm>
            <a:custGeom>
              <a:avLst/>
              <a:gdLst/>
              <a:ahLst/>
              <a:cxnLst/>
              <a:rect l="l" t="t" r="r" b="b"/>
              <a:pathLst>
                <a:path w="23270" h="50362" extrusionOk="0">
                  <a:moveTo>
                    <a:pt x="1413" y="1"/>
                  </a:moveTo>
                  <a:cubicBezTo>
                    <a:pt x="638" y="1"/>
                    <a:pt x="1" y="638"/>
                    <a:pt x="1" y="1425"/>
                  </a:cubicBezTo>
                  <a:lnTo>
                    <a:pt x="1" y="48950"/>
                  </a:lnTo>
                  <a:cubicBezTo>
                    <a:pt x="1" y="49737"/>
                    <a:pt x="638" y="50362"/>
                    <a:pt x="1413" y="50362"/>
                  </a:cubicBezTo>
                  <a:lnTo>
                    <a:pt x="21857" y="50362"/>
                  </a:lnTo>
                  <a:cubicBezTo>
                    <a:pt x="22632" y="50362"/>
                    <a:pt x="23270" y="49737"/>
                    <a:pt x="23270" y="48950"/>
                  </a:cubicBezTo>
                  <a:lnTo>
                    <a:pt x="23270" y="1425"/>
                  </a:lnTo>
                  <a:cubicBezTo>
                    <a:pt x="23270" y="638"/>
                    <a:pt x="22632" y="1"/>
                    <a:pt x="21857"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46">
              <a:extLst>
                <a:ext uri="{FF2B5EF4-FFF2-40B4-BE49-F238E27FC236}">
                  <a16:creationId xmlns:a16="http://schemas.microsoft.com/office/drawing/2014/main" id="{16FFD0F0-9D29-E530-E2EF-1942C6A6B36A}"/>
                </a:ext>
              </a:extLst>
            </p:cNvPr>
            <p:cNvSpPr/>
            <p:nvPr/>
          </p:nvSpPr>
          <p:spPr>
            <a:xfrm>
              <a:off x="5178176" y="1417518"/>
              <a:ext cx="1209207" cy="2387707"/>
            </a:xfrm>
            <a:custGeom>
              <a:avLst/>
              <a:gdLst/>
              <a:ahLst/>
              <a:cxnLst/>
              <a:rect l="l" t="t" r="r" b="b"/>
              <a:pathLst>
                <a:path w="22170" h="43777" extrusionOk="0">
                  <a:moveTo>
                    <a:pt x="1" y="1"/>
                  </a:moveTo>
                  <a:lnTo>
                    <a:pt x="1" y="43776"/>
                  </a:lnTo>
                  <a:lnTo>
                    <a:pt x="22170" y="43776"/>
                  </a:lnTo>
                  <a:lnTo>
                    <a:pt x="22170" y="1"/>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46">
              <a:extLst>
                <a:ext uri="{FF2B5EF4-FFF2-40B4-BE49-F238E27FC236}">
                  <a16:creationId xmlns:a16="http://schemas.microsoft.com/office/drawing/2014/main" id="{FF12E1E8-4FD1-BCE3-3F2E-5017C3AB41EF}"/>
                </a:ext>
              </a:extLst>
            </p:cNvPr>
            <p:cNvSpPr/>
            <p:nvPr/>
          </p:nvSpPr>
          <p:spPr>
            <a:xfrm>
              <a:off x="5608953" y="3897184"/>
              <a:ext cx="347654" cy="55"/>
            </a:xfrm>
            <a:custGeom>
              <a:avLst/>
              <a:gdLst/>
              <a:ahLst/>
              <a:cxnLst/>
              <a:rect l="l" t="t" r="r" b="b"/>
              <a:pathLst>
                <a:path w="6374" h="1" extrusionOk="0">
                  <a:moveTo>
                    <a:pt x="0" y="0"/>
                  </a:moveTo>
                  <a:lnTo>
                    <a:pt x="6374"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46">
              <a:extLst>
                <a:ext uri="{FF2B5EF4-FFF2-40B4-BE49-F238E27FC236}">
                  <a16:creationId xmlns:a16="http://schemas.microsoft.com/office/drawing/2014/main" id="{D7205BC8-AEE7-3339-AA76-583B8F11842B}"/>
                </a:ext>
              </a:extLst>
            </p:cNvPr>
            <p:cNvSpPr/>
            <p:nvPr/>
          </p:nvSpPr>
          <p:spPr>
            <a:xfrm>
              <a:off x="5608953" y="3894457"/>
              <a:ext cx="347654" cy="5509"/>
            </a:xfrm>
            <a:custGeom>
              <a:avLst/>
              <a:gdLst/>
              <a:ahLst/>
              <a:cxnLst/>
              <a:rect l="l" t="t" r="r" b="b"/>
              <a:pathLst>
                <a:path w="6374" h="101" extrusionOk="0">
                  <a:moveTo>
                    <a:pt x="0" y="0"/>
                  </a:moveTo>
                  <a:lnTo>
                    <a:pt x="0" y="100"/>
                  </a:lnTo>
                  <a:lnTo>
                    <a:pt x="6374" y="100"/>
                  </a:lnTo>
                  <a:lnTo>
                    <a:pt x="63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46">
              <a:extLst>
                <a:ext uri="{FF2B5EF4-FFF2-40B4-BE49-F238E27FC236}">
                  <a16:creationId xmlns:a16="http://schemas.microsoft.com/office/drawing/2014/main" id="{50F5D3E2-721D-04F8-125D-7156D90D1B22}"/>
                </a:ext>
              </a:extLst>
            </p:cNvPr>
            <p:cNvSpPr/>
            <p:nvPr/>
          </p:nvSpPr>
          <p:spPr>
            <a:xfrm>
              <a:off x="5257917" y="1861222"/>
              <a:ext cx="522190" cy="439013"/>
            </a:xfrm>
            <a:custGeom>
              <a:avLst/>
              <a:gdLst/>
              <a:ahLst/>
              <a:cxnLst/>
              <a:rect l="l" t="t" r="r" b="b"/>
              <a:pathLst>
                <a:path w="9574" h="8049" extrusionOk="0">
                  <a:moveTo>
                    <a:pt x="1" y="1"/>
                  </a:moveTo>
                  <a:lnTo>
                    <a:pt x="1" y="8049"/>
                  </a:lnTo>
                  <a:lnTo>
                    <a:pt x="9573" y="8049"/>
                  </a:lnTo>
                  <a:lnTo>
                    <a:pt x="95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46">
              <a:extLst>
                <a:ext uri="{FF2B5EF4-FFF2-40B4-BE49-F238E27FC236}">
                  <a16:creationId xmlns:a16="http://schemas.microsoft.com/office/drawing/2014/main" id="{DEAC142A-31C9-6B64-9B8A-B3C133DE7919}"/>
                </a:ext>
              </a:extLst>
            </p:cNvPr>
            <p:cNvSpPr/>
            <p:nvPr/>
          </p:nvSpPr>
          <p:spPr>
            <a:xfrm>
              <a:off x="5257917" y="1699012"/>
              <a:ext cx="1045634" cy="74341"/>
            </a:xfrm>
            <a:custGeom>
              <a:avLst/>
              <a:gdLst/>
              <a:ahLst/>
              <a:cxnLst/>
              <a:rect l="l" t="t" r="r" b="b"/>
              <a:pathLst>
                <a:path w="19171" h="1363" extrusionOk="0">
                  <a:moveTo>
                    <a:pt x="1" y="1"/>
                  </a:moveTo>
                  <a:lnTo>
                    <a:pt x="1" y="1363"/>
                  </a:lnTo>
                  <a:lnTo>
                    <a:pt x="19171" y="1363"/>
                  </a:lnTo>
                  <a:lnTo>
                    <a:pt x="191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46">
              <a:extLst>
                <a:ext uri="{FF2B5EF4-FFF2-40B4-BE49-F238E27FC236}">
                  <a16:creationId xmlns:a16="http://schemas.microsoft.com/office/drawing/2014/main" id="{F78E1C86-9FBC-55E2-9F3F-31A6C2398ED5}"/>
                </a:ext>
              </a:extLst>
            </p:cNvPr>
            <p:cNvSpPr/>
            <p:nvPr/>
          </p:nvSpPr>
          <p:spPr>
            <a:xfrm>
              <a:off x="5257917" y="2391538"/>
              <a:ext cx="522190" cy="439667"/>
            </a:xfrm>
            <a:custGeom>
              <a:avLst/>
              <a:gdLst/>
              <a:ahLst/>
              <a:cxnLst/>
              <a:rect l="l" t="t" r="r" b="b"/>
              <a:pathLst>
                <a:path w="9574" h="8061" extrusionOk="0">
                  <a:moveTo>
                    <a:pt x="1" y="0"/>
                  </a:moveTo>
                  <a:lnTo>
                    <a:pt x="1" y="8061"/>
                  </a:lnTo>
                  <a:lnTo>
                    <a:pt x="9573" y="8061"/>
                  </a:lnTo>
                  <a:lnTo>
                    <a:pt x="95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46">
              <a:extLst>
                <a:ext uri="{FF2B5EF4-FFF2-40B4-BE49-F238E27FC236}">
                  <a16:creationId xmlns:a16="http://schemas.microsoft.com/office/drawing/2014/main" id="{4CAD00E2-65FD-45DC-7176-E0959C19B1AC}"/>
                </a:ext>
              </a:extLst>
            </p:cNvPr>
            <p:cNvSpPr/>
            <p:nvPr/>
          </p:nvSpPr>
          <p:spPr>
            <a:xfrm>
              <a:off x="5257917" y="2922509"/>
              <a:ext cx="522190" cy="439013"/>
            </a:xfrm>
            <a:custGeom>
              <a:avLst/>
              <a:gdLst/>
              <a:ahLst/>
              <a:cxnLst/>
              <a:rect l="l" t="t" r="r" b="b"/>
              <a:pathLst>
                <a:path w="9574" h="8049" extrusionOk="0">
                  <a:moveTo>
                    <a:pt x="1" y="0"/>
                  </a:moveTo>
                  <a:lnTo>
                    <a:pt x="1" y="8048"/>
                  </a:lnTo>
                  <a:lnTo>
                    <a:pt x="9573" y="8048"/>
                  </a:lnTo>
                  <a:lnTo>
                    <a:pt x="95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46">
              <a:extLst>
                <a:ext uri="{FF2B5EF4-FFF2-40B4-BE49-F238E27FC236}">
                  <a16:creationId xmlns:a16="http://schemas.microsoft.com/office/drawing/2014/main" id="{8F19A7F8-6604-9949-41BE-AFFDF9A0B8DC}"/>
                </a:ext>
              </a:extLst>
            </p:cNvPr>
            <p:cNvSpPr/>
            <p:nvPr/>
          </p:nvSpPr>
          <p:spPr>
            <a:xfrm>
              <a:off x="5257917" y="3484788"/>
              <a:ext cx="993164" cy="43689"/>
            </a:xfrm>
            <a:custGeom>
              <a:avLst/>
              <a:gdLst/>
              <a:ahLst/>
              <a:cxnLst/>
              <a:rect l="l" t="t" r="r" b="b"/>
              <a:pathLst>
                <a:path w="18209" h="801" extrusionOk="0">
                  <a:moveTo>
                    <a:pt x="1" y="1"/>
                  </a:moveTo>
                  <a:lnTo>
                    <a:pt x="1" y="801"/>
                  </a:lnTo>
                  <a:lnTo>
                    <a:pt x="18208" y="801"/>
                  </a:lnTo>
                  <a:lnTo>
                    <a:pt x="182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46">
              <a:extLst>
                <a:ext uri="{FF2B5EF4-FFF2-40B4-BE49-F238E27FC236}">
                  <a16:creationId xmlns:a16="http://schemas.microsoft.com/office/drawing/2014/main" id="{5F5E321D-BE44-2D38-0886-ED5C1E6E0F7E}"/>
                </a:ext>
              </a:extLst>
            </p:cNvPr>
            <p:cNvSpPr/>
            <p:nvPr/>
          </p:nvSpPr>
          <p:spPr>
            <a:xfrm>
              <a:off x="5257917" y="3575438"/>
              <a:ext cx="610112" cy="43689"/>
            </a:xfrm>
            <a:custGeom>
              <a:avLst/>
              <a:gdLst/>
              <a:ahLst/>
              <a:cxnLst/>
              <a:rect l="l" t="t" r="r" b="b"/>
              <a:pathLst>
                <a:path w="11186" h="801" extrusionOk="0">
                  <a:moveTo>
                    <a:pt x="1" y="1"/>
                  </a:moveTo>
                  <a:lnTo>
                    <a:pt x="1" y="801"/>
                  </a:lnTo>
                  <a:lnTo>
                    <a:pt x="11185" y="801"/>
                  </a:lnTo>
                  <a:lnTo>
                    <a:pt x="1118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6">
              <a:extLst>
                <a:ext uri="{FF2B5EF4-FFF2-40B4-BE49-F238E27FC236}">
                  <a16:creationId xmlns:a16="http://schemas.microsoft.com/office/drawing/2014/main" id="{BD32C2EF-F251-79C9-7D18-51ACA2D13B32}"/>
                </a:ext>
              </a:extLst>
            </p:cNvPr>
            <p:cNvSpPr/>
            <p:nvPr/>
          </p:nvSpPr>
          <p:spPr>
            <a:xfrm>
              <a:off x="5867975" y="1861222"/>
              <a:ext cx="435576" cy="439013"/>
            </a:xfrm>
            <a:custGeom>
              <a:avLst/>
              <a:gdLst/>
              <a:ahLst/>
              <a:cxnLst/>
              <a:rect l="l" t="t" r="r" b="b"/>
              <a:pathLst>
                <a:path w="7986" h="8049" extrusionOk="0">
                  <a:moveTo>
                    <a:pt x="0" y="1"/>
                  </a:moveTo>
                  <a:lnTo>
                    <a:pt x="0" y="8049"/>
                  </a:lnTo>
                  <a:lnTo>
                    <a:pt x="7986" y="8049"/>
                  </a:lnTo>
                  <a:lnTo>
                    <a:pt x="798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46">
              <a:extLst>
                <a:ext uri="{FF2B5EF4-FFF2-40B4-BE49-F238E27FC236}">
                  <a16:creationId xmlns:a16="http://schemas.microsoft.com/office/drawing/2014/main" id="{013132D8-9078-5937-6ABF-BAC714329B51}"/>
                </a:ext>
              </a:extLst>
            </p:cNvPr>
            <p:cNvSpPr/>
            <p:nvPr/>
          </p:nvSpPr>
          <p:spPr>
            <a:xfrm>
              <a:off x="5867975" y="2391538"/>
              <a:ext cx="435576" cy="439667"/>
            </a:xfrm>
            <a:custGeom>
              <a:avLst/>
              <a:gdLst/>
              <a:ahLst/>
              <a:cxnLst/>
              <a:rect l="l" t="t" r="r" b="b"/>
              <a:pathLst>
                <a:path w="7986" h="8061" extrusionOk="0">
                  <a:moveTo>
                    <a:pt x="0" y="0"/>
                  </a:moveTo>
                  <a:lnTo>
                    <a:pt x="0" y="8061"/>
                  </a:lnTo>
                  <a:lnTo>
                    <a:pt x="7986" y="8061"/>
                  </a:lnTo>
                  <a:lnTo>
                    <a:pt x="798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46">
              <a:extLst>
                <a:ext uri="{FF2B5EF4-FFF2-40B4-BE49-F238E27FC236}">
                  <a16:creationId xmlns:a16="http://schemas.microsoft.com/office/drawing/2014/main" id="{8FD76582-F40F-5C42-0A37-F8E72D1E1315}"/>
                </a:ext>
              </a:extLst>
            </p:cNvPr>
            <p:cNvSpPr/>
            <p:nvPr/>
          </p:nvSpPr>
          <p:spPr>
            <a:xfrm>
              <a:off x="5867975" y="2922509"/>
              <a:ext cx="435576" cy="439013"/>
            </a:xfrm>
            <a:custGeom>
              <a:avLst/>
              <a:gdLst/>
              <a:ahLst/>
              <a:cxnLst/>
              <a:rect l="l" t="t" r="r" b="b"/>
              <a:pathLst>
                <a:path w="7986" h="8049" extrusionOk="0">
                  <a:moveTo>
                    <a:pt x="0" y="0"/>
                  </a:moveTo>
                  <a:lnTo>
                    <a:pt x="0" y="8048"/>
                  </a:lnTo>
                  <a:lnTo>
                    <a:pt x="7986" y="8048"/>
                  </a:lnTo>
                  <a:lnTo>
                    <a:pt x="798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46">
              <a:extLst>
                <a:ext uri="{FF2B5EF4-FFF2-40B4-BE49-F238E27FC236}">
                  <a16:creationId xmlns:a16="http://schemas.microsoft.com/office/drawing/2014/main" id="{CA1561AF-CA02-E21B-CD12-FA1B9859CA3C}"/>
                </a:ext>
              </a:extLst>
            </p:cNvPr>
            <p:cNvSpPr/>
            <p:nvPr/>
          </p:nvSpPr>
          <p:spPr>
            <a:xfrm>
              <a:off x="6486869" y="1947344"/>
              <a:ext cx="472393" cy="457612"/>
            </a:xfrm>
            <a:custGeom>
              <a:avLst/>
              <a:gdLst/>
              <a:ahLst/>
              <a:cxnLst/>
              <a:rect l="l" t="t" r="r" b="b"/>
              <a:pathLst>
                <a:path w="8661" h="8390" extrusionOk="0">
                  <a:moveTo>
                    <a:pt x="2307" y="1"/>
                  </a:moveTo>
                  <a:cubicBezTo>
                    <a:pt x="2061" y="1"/>
                    <a:pt x="1815" y="53"/>
                    <a:pt x="1587" y="159"/>
                  </a:cubicBezTo>
                  <a:cubicBezTo>
                    <a:pt x="1325" y="284"/>
                    <a:pt x="1087" y="471"/>
                    <a:pt x="912" y="696"/>
                  </a:cubicBezTo>
                  <a:cubicBezTo>
                    <a:pt x="713" y="996"/>
                    <a:pt x="600" y="1421"/>
                    <a:pt x="488" y="1759"/>
                  </a:cubicBezTo>
                  <a:cubicBezTo>
                    <a:pt x="225" y="2533"/>
                    <a:pt x="0" y="3408"/>
                    <a:pt x="150" y="4220"/>
                  </a:cubicBezTo>
                  <a:cubicBezTo>
                    <a:pt x="325" y="4983"/>
                    <a:pt x="713" y="5670"/>
                    <a:pt x="1275" y="6207"/>
                  </a:cubicBezTo>
                  <a:cubicBezTo>
                    <a:pt x="2100" y="7032"/>
                    <a:pt x="3112" y="7682"/>
                    <a:pt x="4224" y="8082"/>
                  </a:cubicBezTo>
                  <a:cubicBezTo>
                    <a:pt x="4719" y="8256"/>
                    <a:pt x="5247" y="8390"/>
                    <a:pt x="5774" y="8390"/>
                  </a:cubicBezTo>
                  <a:cubicBezTo>
                    <a:pt x="5966" y="8390"/>
                    <a:pt x="6158" y="8372"/>
                    <a:pt x="6349" y="8332"/>
                  </a:cubicBezTo>
                  <a:cubicBezTo>
                    <a:pt x="7173" y="8157"/>
                    <a:pt x="7861" y="7594"/>
                    <a:pt x="8223" y="6845"/>
                  </a:cubicBezTo>
                  <a:cubicBezTo>
                    <a:pt x="8660" y="5895"/>
                    <a:pt x="8610" y="4795"/>
                    <a:pt x="8086" y="3895"/>
                  </a:cubicBezTo>
                  <a:cubicBezTo>
                    <a:pt x="7436" y="2758"/>
                    <a:pt x="6174" y="1846"/>
                    <a:pt x="4874" y="1671"/>
                  </a:cubicBezTo>
                  <a:cubicBezTo>
                    <a:pt x="4736" y="1646"/>
                    <a:pt x="4612" y="1634"/>
                    <a:pt x="4474" y="1634"/>
                  </a:cubicBezTo>
                  <a:cubicBezTo>
                    <a:pt x="4387" y="1634"/>
                    <a:pt x="4287" y="1609"/>
                    <a:pt x="4212" y="1559"/>
                  </a:cubicBezTo>
                  <a:cubicBezTo>
                    <a:pt x="4162" y="1509"/>
                    <a:pt x="4124" y="1446"/>
                    <a:pt x="4112" y="1384"/>
                  </a:cubicBezTo>
                  <a:cubicBezTo>
                    <a:pt x="3949" y="934"/>
                    <a:pt x="3649" y="546"/>
                    <a:pt x="3262" y="284"/>
                  </a:cubicBezTo>
                  <a:cubicBezTo>
                    <a:pt x="2974" y="97"/>
                    <a:pt x="2641" y="1"/>
                    <a:pt x="23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46">
              <a:extLst>
                <a:ext uri="{FF2B5EF4-FFF2-40B4-BE49-F238E27FC236}">
                  <a16:creationId xmlns:a16="http://schemas.microsoft.com/office/drawing/2014/main" id="{157E500F-691C-8DD4-5D4F-7EC0A58B0A2D}"/>
                </a:ext>
              </a:extLst>
            </p:cNvPr>
            <p:cNvSpPr/>
            <p:nvPr/>
          </p:nvSpPr>
          <p:spPr>
            <a:xfrm>
              <a:off x="6340313" y="3616345"/>
              <a:ext cx="171154" cy="591023"/>
            </a:xfrm>
            <a:custGeom>
              <a:avLst/>
              <a:gdLst/>
              <a:ahLst/>
              <a:cxnLst/>
              <a:rect l="l" t="t" r="r" b="b"/>
              <a:pathLst>
                <a:path w="3138" h="10836" extrusionOk="0">
                  <a:moveTo>
                    <a:pt x="1218" y="0"/>
                  </a:moveTo>
                  <a:cubicBezTo>
                    <a:pt x="596" y="0"/>
                    <a:pt x="301" y="650"/>
                    <a:pt x="150" y="1413"/>
                  </a:cubicBezTo>
                  <a:cubicBezTo>
                    <a:pt x="50" y="2088"/>
                    <a:pt x="0" y="2775"/>
                    <a:pt x="13" y="3462"/>
                  </a:cubicBezTo>
                  <a:cubicBezTo>
                    <a:pt x="13" y="4085"/>
                    <a:pt x="794" y="10836"/>
                    <a:pt x="874" y="10836"/>
                  </a:cubicBezTo>
                  <a:cubicBezTo>
                    <a:pt x="875" y="10836"/>
                    <a:pt x="875" y="10836"/>
                    <a:pt x="875" y="10835"/>
                  </a:cubicBezTo>
                  <a:cubicBezTo>
                    <a:pt x="1563" y="10435"/>
                    <a:pt x="1762" y="9748"/>
                    <a:pt x="1975" y="9011"/>
                  </a:cubicBezTo>
                  <a:cubicBezTo>
                    <a:pt x="2450" y="7274"/>
                    <a:pt x="2937" y="5474"/>
                    <a:pt x="3050" y="3675"/>
                  </a:cubicBezTo>
                  <a:cubicBezTo>
                    <a:pt x="3137" y="2463"/>
                    <a:pt x="3062" y="713"/>
                    <a:pt x="1737" y="126"/>
                  </a:cubicBezTo>
                  <a:cubicBezTo>
                    <a:pt x="1543" y="40"/>
                    <a:pt x="1371" y="0"/>
                    <a:pt x="12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46">
              <a:extLst>
                <a:ext uri="{FF2B5EF4-FFF2-40B4-BE49-F238E27FC236}">
                  <a16:creationId xmlns:a16="http://schemas.microsoft.com/office/drawing/2014/main" id="{20EB6C6C-B6F7-6E59-61B6-2B595D0A4DD3}"/>
                </a:ext>
              </a:extLst>
            </p:cNvPr>
            <p:cNvSpPr/>
            <p:nvPr/>
          </p:nvSpPr>
          <p:spPr>
            <a:xfrm>
              <a:off x="6337586" y="3613836"/>
              <a:ext cx="178627" cy="596913"/>
            </a:xfrm>
            <a:custGeom>
              <a:avLst/>
              <a:gdLst/>
              <a:ahLst/>
              <a:cxnLst/>
              <a:rect l="l" t="t" r="r" b="b"/>
              <a:pathLst>
                <a:path w="3275" h="10944" extrusionOk="0">
                  <a:moveTo>
                    <a:pt x="1263" y="97"/>
                  </a:moveTo>
                  <a:cubicBezTo>
                    <a:pt x="1425" y="97"/>
                    <a:pt x="1588" y="147"/>
                    <a:pt x="1750" y="209"/>
                  </a:cubicBezTo>
                  <a:cubicBezTo>
                    <a:pt x="2737" y="659"/>
                    <a:pt x="3162" y="1796"/>
                    <a:pt x="3037" y="3721"/>
                  </a:cubicBezTo>
                  <a:cubicBezTo>
                    <a:pt x="2912" y="5558"/>
                    <a:pt x="2412" y="7395"/>
                    <a:pt x="1962" y="9032"/>
                  </a:cubicBezTo>
                  <a:cubicBezTo>
                    <a:pt x="1775" y="9694"/>
                    <a:pt x="1588" y="10394"/>
                    <a:pt x="950" y="10806"/>
                  </a:cubicBezTo>
                  <a:cubicBezTo>
                    <a:pt x="800" y="10169"/>
                    <a:pt x="113" y="4146"/>
                    <a:pt x="113" y="3496"/>
                  </a:cubicBezTo>
                  <a:cubicBezTo>
                    <a:pt x="100" y="2821"/>
                    <a:pt x="138" y="2146"/>
                    <a:pt x="250" y="1471"/>
                  </a:cubicBezTo>
                  <a:cubicBezTo>
                    <a:pt x="375" y="784"/>
                    <a:pt x="613" y="347"/>
                    <a:pt x="925" y="172"/>
                  </a:cubicBezTo>
                  <a:cubicBezTo>
                    <a:pt x="1025" y="122"/>
                    <a:pt x="1138" y="97"/>
                    <a:pt x="1263" y="97"/>
                  </a:cubicBezTo>
                  <a:close/>
                  <a:moveTo>
                    <a:pt x="1270" y="1"/>
                  </a:moveTo>
                  <a:cubicBezTo>
                    <a:pt x="1129" y="1"/>
                    <a:pt x="998" y="32"/>
                    <a:pt x="875" y="97"/>
                  </a:cubicBezTo>
                  <a:cubicBezTo>
                    <a:pt x="538" y="272"/>
                    <a:pt x="288" y="734"/>
                    <a:pt x="150" y="1459"/>
                  </a:cubicBezTo>
                  <a:cubicBezTo>
                    <a:pt x="50" y="2134"/>
                    <a:pt x="0" y="2821"/>
                    <a:pt x="13" y="3508"/>
                  </a:cubicBezTo>
                  <a:cubicBezTo>
                    <a:pt x="13" y="3821"/>
                    <a:pt x="213" y="5720"/>
                    <a:pt x="413" y="7420"/>
                  </a:cubicBezTo>
                  <a:cubicBezTo>
                    <a:pt x="813" y="10881"/>
                    <a:pt x="875" y="10906"/>
                    <a:pt x="900" y="10931"/>
                  </a:cubicBezTo>
                  <a:lnTo>
                    <a:pt x="925" y="10944"/>
                  </a:lnTo>
                  <a:lnTo>
                    <a:pt x="950" y="10931"/>
                  </a:lnTo>
                  <a:cubicBezTo>
                    <a:pt x="1662" y="10494"/>
                    <a:pt x="1862" y="9769"/>
                    <a:pt x="2062" y="9069"/>
                  </a:cubicBezTo>
                  <a:cubicBezTo>
                    <a:pt x="2512" y="7432"/>
                    <a:pt x="3025" y="5583"/>
                    <a:pt x="3150" y="3733"/>
                  </a:cubicBezTo>
                  <a:cubicBezTo>
                    <a:pt x="3275" y="1771"/>
                    <a:pt x="2837" y="584"/>
                    <a:pt x="1800" y="122"/>
                  </a:cubicBezTo>
                  <a:cubicBezTo>
                    <a:pt x="1607" y="42"/>
                    <a:pt x="1432" y="1"/>
                    <a:pt x="1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6">
              <a:extLst>
                <a:ext uri="{FF2B5EF4-FFF2-40B4-BE49-F238E27FC236}">
                  <a16:creationId xmlns:a16="http://schemas.microsoft.com/office/drawing/2014/main" id="{6D1E6392-3DEA-8D1D-5714-1B48E8CA4F32}"/>
                </a:ext>
              </a:extLst>
            </p:cNvPr>
            <p:cNvSpPr/>
            <p:nvPr/>
          </p:nvSpPr>
          <p:spPr>
            <a:xfrm>
              <a:off x="6809924" y="3737538"/>
              <a:ext cx="227060" cy="474847"/>
            </a:xfrm>
            <a:custGeom>
              <a:avLst/>
              <a:gdLst/>
              <a:ahLst/>
              <a:cxnLst/>
              <a:rect l="l" t="t" r="r" b="b"/>
              <a:pathLst>
                <a:path w="4163" h="8706" extrusionOk="0">
                  <a:moveTo>
                    <a:pt x="1619" y="0"/>
                  </a:moveTo>
                  <a:cubicBezTo>
                    <a:pt x="1130" y="0"/>
                    <a:pt x="632" y="395"/>
                    <a:pt x="351" y="965"/>
                  </a:cubicBezTo>
                  <a:cubicBezTo>
                    <a:pt x="326" y="1015"/>
                    <a:pt x="301" y="1078"/>
                    <a:pt x="288" y="1128"/>
                  </a:cubicBezTo>
                  <a:cubicBezTo>
                    <a:pt x="1" y="1853"/>
                    <a:pt x="76" y="2665"/>
                    <a:pt x="288" y="3415"/>
                  </a:cubicBezTo>
                  <a:cubicBezTo>
                    <a:pt x="775" y="5239"/>
                    <a:pt x="2038" y="7014"/>
                    <a:pt x="3412" y="8288"/>
                  </a:cubicBezTo>
                  <a:cubicBezTo>
                    <a:pt x="3483" y="8359"/>
                    <a:pt x="3895" y="8705"/>
                    <a:pt x="4038" y="8705"/>
                  </a:cubicBezTo>
                  <a:cubicBezTo>
                    <a:pt x="4047" y="8705"/>
                    <a:pt x="4055" y="8704"/>
                    <a:pt x="4062" y="8701"/>
                  </a:cubicBezTo>
                  <a:cubicBezTo>
                    <a:pt x="4162" y="8638"/>
                    <a:pt x="4087" y="8351"/>
                    <a:pt x="4075" y="8263"/>
                  </a:cubicBezTo>
                  <a:cubicBezTo>
                    <a:pt x="3937" y="7151"/>
                    <a:pt x="3750" y="6039"/>
                    <a:pt x="3525" y="4952"/>
                  </a:cubicBezTo>
                  <a:cubicBezTo>
                    <a:pt x="3287" y="3790"/>
                    <a:pt x="3125" y="1328"/>
                    <a:pt x="2388" y="403"/>
                  </a:cubicBezTo>
                  <a:cubicBezTo>
                    <a:pt x="2160" y="122"/>
                    <a:pt x="1891" y="0"/>
                    <a:pt x="16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46">
              <a:extLst>
                <a:ext uri="{FF2B5EF4-FFF2-40B4-BE49-F238E27FC236}">
                  <a16:creationId xmlns:a16="http://schemas.microsoft.com/office/drawing/2014/main" id="{00D64F64-BCBA-FF34-EE62-50E7A2543482}"/>
                </a:ext>
              </a:extLst>
            </p:cNvPr>
            <p:cNvSpPr/>
            <p:nvPr/>
          </p:nvSpPr>
          <p:spPr>
            <a:xfrm>
              <a:off x="6809270" y="3734647"/>
              <a:ext cx="229733" cy="480192"/>
            </a:xfrm>
            <a:custGeom>
              <a:avLst/>
              <a:gdLst/>
              <a:ahLst/>
              <a:cxnLst/>
              <a:rect l="l" t="t" r="r" b="b"/>
              <a:pathLst>
                <a:path w="4212" h="8804" extrusionOk="0">
                  <a:moveTo>
                    <a:pt x="1595" y="103"/>
                  </a:moveTo>
                  <a:cubicBezTo>
                    <a:pt x="1894" y="103"/>
                    <a:pt x="2176" y="250"/>
                    <a:pt x="2350" y="494"/>
                  </a:cubicBezTo>
                  <a:cubicBezTo>
                    <a:pt x="2899" y="1181"/>
                    <a:pt x="3124" y="2718"/>
                    <a:pt x="3299" y="3955"/>
                  </a:cubicBezTo>
                  <a:cubicBezTo>
                    <a:pt x="3362" y="4355"/>
                    <a:pt x="3412" y="4730"/>
                    <a:pt x="3474" y="5017"/>
                  </a:cubicBezTo>
                  <a:cubicBezTo>
                    <a:pt x="3699" y="6105"/>
                    <a:pt x="3887" y="7217"/>
                    <a:pt x="4024" y="8329"/>
                  </a:cubicBezTo>
                  <a:cubicBezTo>
                    <a:pt x="4037" y="8341"/>
                    <a:pt x="4037" y="8366"/>
                    <a:pt x="4037" y="8391"/>
                  </a:cubicBezTo>
                  <a:cubicBezTo>
                    <a:pt x="4062" y="8466"/>
                    <a:pt x="4112" y="8679"/>
                    <a:pt x="4037" y="8704"/>
                  </a:cubicBezTo>
                  <a:cubicBezTo>
                    <a:pt x="4035" y="8704"/>
                    <a:pt x="4033" y="8704"/>
                    <a:pt x="4031" y="8704"/>
                  </a:cubicBezTo>
                  <a:cubicBezTo>
                    <a:pt x="3957" y="8704"/>
                    <a:pt x="3656" y="8498"/>
                    <a:pt x="3449" y="8291"/>
                  </a:cubicBezTo>
                  <a:cubicBezTo>
                    <a:pt x="1912" y="6892"/>
                    <a:pt x="787" y="5117"/>
                    <a:pt x="338" y="3455"/>
                  </a:cubicBezTo>
                  <a:cubicBezTo>
                    <a:pt x="100" y="2543"/>
                    <a:pt x="100" y="1818"/>
                    <a:pt x="338" y="1206"/>
                  </a:cubicBezTo>
                  <a:cubicBezTo>
                    <a:pt x="363" y="1143"/>
                    <a:pt x="388" y="1093"/>
                    <a:pt x="413" y="1043"/>
                  </a:cubicBezTo>
                  <a:lnTo>
                    <a:pt x="400" y="1043"/>
                  </a:lnTo>
                  <a:cubicBezTo>
                    <a:pt x="662" y="519"/>
                    <a:pt x="1100" y="156"/>
                    <a:pt x="1525" y="106"/>
                  </a:cubicBezTo>
                  <a:cubicBezTo>
                    <a:pt x="1548" y="104"/>
                    <a:pt x="1572" y="103"/>
                    <a:pt x="1595" y="103"/>
                  </a:cubicBezTo>
                  <a:close/>
                  <a:moveTo>
                    <a:pt x="1625" y="1"/>
                  </a:moveTo>
                  <a:cubicBezTo>
                    <a:pt x="1592" y="1"/>
                    <a:pt x="1558" y="3"/>
                    <a:pt x="1525" y="6"/>
                  </a:cubicBezTo>
                  <a:cubicBezTo>
                    <a:pt x="1050" y="56"/>
                    <a:pt x="600" y="431"/>
                    <a:pt x="325" y="993"/>
                  </a:cubicBezTo>
                  <a:cubicBezTo>
                    <a:pt x="288" y="1056"/>
                    <a:pt x="263" y="1106"/>
                    <a:pt x="250" y="1168"/>
                  </a:cubicBezTo>
                  <a:cubicBezTo>
                    <a:pt x="0" y="1793"/>
                    <a:pt x="0" y="2555"/>
                    <a:pt x="250" y="3480"/>
                  </a:cubicBezTo>
                  <a:cubicBezTo>
                    <a:pt x="700" y="5167"/>
                    <a:pt x="1837" y="6954"/>
                    <a:pt x="3387" y="8379"/>
                  </a:cubicBezTo>
                  <a:cubicBezTo>
                    <a:pt x="3437" y="8416"/>
                    <a:pt x="3849" y="8804"/>
                    <a:pt x="4049" y="8804"/>
                  </a:cubicBezTo>
                  <a:cubicBezTo>
                    <a:pt x="4062" y="8804"/>
                    <a:pt x="4074" y="8804"/>
                    <a:pt x="4099" y="8791"/>
                  </a:cubicBezTo>
                  <a:cubicBezTo>
                    <a:pt x="4212" y="8729"/>
                    <a:pt x="4174" y="8504"/>
                    <a:pt x="4149" y="8366"/>
                  </a:cubicBezTo>
                  <a:cubicBezTo>
                    <a:pt x="4137" y="8341"/>
                    <a:pt x="4137" y="8329"/>
                    <a:pt x="4137" y="8304"/>
                  </a:cubicBezTo>
                  <a:cubicBezTo>
                    <a:pt x="3999" y="7204"/>
                    <a:pt x="3812" y="6080"/>
                    <a:pt x="3587" y="4992"/>
                  </a:cubicBezTo>
                  <a:cubicBezTo>
                    <a:pt x="3524" y="4705"/>
                    <a:pt x="3474" y="4330"/>
                    <a:pt x="3412" y="3943"/>
                  </a:cubicBezTo>
                  <a:cubicBezTo>
                    <a:pt x="3237" y="2680"/>
                    <a:pt x="2999" y="1131"/>
                    <a:pt x="2437" y="419"/>
                  </a:cubicBezTo>
                  <a:cubicBezTo>
                    <a:pt x="2245" y="159"/>
                    <a:pt x="1940" y="1"/>
                    <a:pt x="16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46">
              <a:extLst>
                <a:ext uri="{FF2B5EF4-FFF2-40B4-BE49-F238E27FC236}">
                  <a16:creationId xmlns:a16="http://schemas.microsoft.com/office/drawing/2014/main" id="{66905C1C-7FB9-A943-CB2B-B6B660BCEF63}"/>
                </a:ext>
              </a:extLst>
            </p:cNvPr>
            <p:cNvSpPr/>
            <p:nvPr/>
          </p:nvSpPr>
          <p:spPr>
            <a:xfrm>
              <a:off x="6259209" y="2550039"/>
              <a:ext cx="359271" cy="1461684"/>
            </a:xfrm>
            <a:custGeom>
              <a:avLst/>
              <a:gdLst/>
              <a:ahLst/>
              <a:cxnLst/>
              <a:rect l="l" t="t" r="r" b="b"/>
              <a:pathLst>
                <a:path w="6587" h="26799" extrusionOk="0">
                  <a:moveTo>
                    <a:pt x="4330" y="1"/>
                  </a:moveTo>
                  <a:cubicBezTo>
                    <a:pt x="2891" y="1"/>
                    <a:pt x="2155" y="2431"/>
                    <a:pt x="1900" y="3817"/>
                  </a:cubicBezTo>
                  <a:cubicBezTo>
                    <a:pt x="1050" y="8366"/>
                    <a:pt x="638" y="12628"/>
                    <a:pt x="450" y="17251"/>
                  </a:cubicBezTo>
                  <a:cubicBezTo>
                    <a:pt x="425" y="17839"/>
                    <a:pt x="238" y="26062"/>
                    <a:pt x="0" y="26074"/>
                  </a:cubicBezTo>
                  <a:cubicBezTo>
                    <a:pt x="1500" y="26511"/>
                    <a:pt x="3050" y="26761"/>
                    <a:pt x="4599" y="26799"/>
                  </a:cubicBezTo>
                  <a:cubicBezTo>
                    <a:pt x="4737" y="26799"/>
                    <a:pt x="4887" y="25774"/>
                    <a:pt x="5049" y="24299"/>
                  </a:cubicBezTo>
                  <a:cubicBezTo>
                    <a:pt x="5424" y="20775"/>
                    <a:pt x="5799" y="14715"/>
                    <a:pt x="5836" y="14002"/>
                  </a:cubicBezTo>
                  <a:cubicBezTo>
                    <a:pt x="5974" y="12078"/>
                    <a:pt x="5949" y="10066"/>
                    <a:pt x="6224" y="8154"/>
                  </a:cubicBezTo>
                  <a:cubicBezTo>
                    <a:pt x="6474" y="6554"/>
                    <a:pt x="6586" y="4942"/>
                    <a:pt x="6561" y="3330"/>
                  </a:cubicBezTo>
                  <a:cubicBezTo>
                    <a:pt x="6536" y="2343"/>
                    <a:pt x="6411" y="1256"/>
                    <a:pt x="5661" y="606"/>
                  </a:cubicBezTo>
                  <a:cubicBezTo>
                    <a:pt x="5163" y="179"/>
                    <a:pt x="4721" y="1"/>
                    <a:pt x="43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46">
              <a:extLst>
                <a:ext uri="{FF2B5EF4-FFF2-40B4-BE49-F238E27FC236}">
                  <a16:creationId xmlns:a16="http://schemas.microsoft.com/office/drawing/2014/main" id="{63E140B9-89D6-AE14-A049-49B3A370AED0}"/>
                </a:ext>
              </a:extLst>
            </p:cNvPr>
            <p:cNvSpPr/>
            <p:nvPr/>
          </p:nvSpPr>
          <p:spPr>
            <a:xfrm>
              <a:off x="6547520" y="2666051"/>
              <a:ext cx="520772" cy="1372944"/>
            </a:xfrm>
            <a:custGeom>
              <a:avLst/>
              <a:gdLst/>
              <a:ahLst/>
              <a:cxnLst/>
              <a:rect l="l" t="t" r="r" b="b"/>
              <a:pathLst>
                <a:path w="9548" h="25172" extrusionOk="0">
                  <a:moveTo>
                    <a:pt x="2573" y="0"/>
                  </a:moveTo>
                  <a:cubicBezTo>
                    <a:pt x="1902" y="0"/>
                    <a:pt x="1217" y="579"/>
                    <a:pt x="838" y="1628"/>
                  </a:cubicBezTo>
                  <a:cubicBezTo>
                    <a:pt x="0" y="3902"/>
                    <a:pt x="188" y="6414"/>
                    <a:pt x="525" y="8764"/>
                  </a:cubicBezTo>
                  <a:cubicBezTo>
                    <a:pt x="850" y="10988"/>
                    <a:pt x="1338" y="13200"/>
                    <a:pt x="1962" y="15374"/>
                  </a:cubicBezTo>
                  <a:cubicBezTo>
                    <a:pt x="2762" y="18149"/>
                    <a:pt x="4262" y="22360"/>
                    <a:pt x="5112" y="25172"/>
                  </a:cubicBezTo>
                  <a:cubicBezTo>
                    <a:pt x="6611" y="24909"/>
                    <a:pt x="8061" y="24372"/>
                    <a:pt x="9548" y="23997"/>
                  </a:cubicBezTo>
                  <a:cubicBezTo>
                    <a:pt x="8211" y="18986"/>
                    <a:pt x="6849" y="12463"/>
                    <a:pt x="5686" y="7414"/>
                  </a:cubicBezTo>
                  <a:cubicBezTo>
                    <a:pt x="5237" y="5477"/>
                    <a:pt x="4749" y="3540"/>
                    <a:pt x="4162" y="1628"/>
                  </a:cubicBezTo>
                  <a:cubicBezTo>
                    <a:pt x="3822" y="513"/>
                    <a:pt x="3204" y="0"/>
                    <a:pt x="25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46">
              <a:extLst>
                <a:ext uri="{FF2B5EF4-FFF2-40B4-BE49-F238E27FC236}">
                  <a16:creationId xmlns:a16="http://schemas.microsoft.com/office/drawing/2014/main" id="{4FC95451-B19F-430B-ECF8-8F5951EC3754}"/>
                </a:ext>
              </a:extLst>
            </p:cNvPr>
            <p:cNvSpPr/>
            <p:nvPr/>
          </p:nvSpPr>
          <p:spPr>
            <a:xfrm>
              <a:off x="5741873" y="2085446"/>
              <a:ext cx="665309" cy="397451"/>
            </a:xfrm>
            <a:custGeom>
              <a:avLst/>
              <a:gdLst/>
              <a:ahLst/>
              <a:cxnLst/>
              <a:rect l="l" t="t" r="r" b="b"/>
              <a:pathLst>
                <a:path w="12198" h="7287" extrusionOk="0">
                  <a:moveTo>
                    <a:pt x="476" y="0"/>
                  </a:moveTo>
                  <a:cubicBezTo>
                    <a:pt x="472" y="0"/>
                    <a:pt x="467" y="1"/>
                    <a:pt x="463" y="1"/>
                  </a:cubicBezTo>
                  <a:cubicBezTo>
                    <a:pt x="263" y="26"/>
                    <a:pt x="638" y="851"/>
                    <a:pt x="700" y="976"/>
                  </a:cubicBezTo>
                  <a:cubicBezTo>
                    <a:pt x="673" y="972"/>
                    <a:pt x="647" y="970"/>
                    <a:pt x="620" y="970"/>
                  </a:cubicBezTo>
                  <a:cubicBezTo>
                    <a:pt x="386" y="970"/>
                    <a:pt x="165" y="1115"/>
                    <a:pt x="75" y="1351"/>
                  </a:cubicBezTo>
                  <a:cubicBezTo>
                    <a:pt x="0" y="1613"/>
                    <a:pt x="38" y="1888"/>
                    <a:pt x="175" y="2126"/>
                  </a:cubicBezTo>
                  <a:cubicBezTo>
                    <a:pt x="325" y="2351"/>
                    <a:pt x="488" y="2551"/>
                    <a:pt x="688" y="2726"/>
                  </a:cubicBezTo>
                  <a:cubicBezTo>
                    <a:pt x="1063" y="3100"/>
                    <a:pt x="1262" y="3525"/>
                    <a:pt x="1587" y="3938"/>
                  </a:cubicBezTo>
                  <a:cubicBezTo>
                    <a:pt x="3074" y="5837"/>
                    <a:pt x="5111" y="7137"/>
                    <a:pt x="7573" y="7274"/>
                  </a:cubicBezTo>
                  <a:cubicBezTo>
                    <a:pt x="7736" y="7283"/>
                    <a:pt x="7898" y="7287"/>
                    <a:pt x="8061" y="7287"/>
                  </a:cubicBezTo>
                  <a:cubicBezTo>
                    <a:pt x="8872" y="7287"/>
                    <a:pt x="9681" y="7183"/>
                    <a:pt x="10473" y="6974"/>
                  </a:cubicBezTo>
                  <a:cubicBezTo>
                    <a:pt x="10847" y="6887"/>
                    <a:pt x="11197" y="6737"/>
                    <a:pt x="11510" y="6525"/>
                  </a:cubicBezTo>
                  <a:cubicBezTo>
                    <a:pt x="11947" y="6187"/>
                    <a:pt x="12197" y="5662"/>
                    <a:pt x="12185" y="5125"/>
                  </a:cubicBezTo>
                  <a:cubicBezTo>
                    <a:pt x="12172" y="4688"/>
                    <a:pt x="11960" y="4063"/>
                    <a:pt x="11547" y="3850"/>
                  </a:cubicBezTo>
                  <a:cubicBezTo>
                    <a:pt x="11380" y="3756"/>
                    <a:pt x="11175" y="3721"/>
                    <a:pt x="10960" y="3721"/>
                  </a:cubicBezTo>
                  <a:cubicBezTo>
                    <a:pt x="10661" y="3721"/>
                    <a:pt x="10345" y="3790"/>
                    <a:pt x="10098" y="3863"/>
                  </a:cubicBezTo>
                  <a:cubicBezTo>
                    <a:pt x="9153" y="4115"/>
                    <a:pt x="8214" y="4308"/>
                    <a:pt x="7259" y="4308"/>
                  </a:cubicBezTo>
                  <a:cubicBezTo>
                    <a:pt x="6888" y="4308"/>
                    <a:pt x="6514" y="4279"/>
                    <a:pt x="6136" y="4213"/>
                  </a:cubicBezTo>
                  <a:cubicBezTo>
                    <a:pt x="4974" y="4025"/>
                    <a:pt x="3812" y="3663"/>
                    <a:pt x="2800" y="3026"/>
                  </a:cubicBezTo>
                  <a:cubicBezTo>
                    <a:pt x="2375" y="2763"/>
                    <a:pt x="1900" y="2401"/>
                    <a:pt x="1675" y="1938"/>
                  </a:cubicBezTo>
                  <a:cubicBezTo>
                    <a:pt x="1425" y="1438"/>
                    <a:pt x="1200" y="926"/>
                    <a:pt x="913" y="451"/>
                  </a:cubicBezTo>
                  <a:cubicBezTo>
                    <a:pt x="864" y="354"/>
                    <a:pt x="617" y="0"/>
                    <a:pt x="4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46">
              <a:extLst>
                <a:ext uri="{FF2B5EF4-FFF2-40B4-BE49-F238E27FC236}">
                  <a16:creationId xmlns:a16="http://schemas.microsoft.com/office/drawing/2014/main" id="{145A20F1-7834-B789-F5EC-39444C913348}"/>
                </a:ext>
              </a:extLst>
            </p:cNvPr>
            <p:cNvSpPr/>
            <p:nvPr/>
          </p:nvSpPr>
          <p:spPr>
            <a:xfrm>
              <a:off x="5739146" y="2082010"/>
              <a:ext cx="670764" cy="403615"/>
            </a:xfrm>
            <a:custGeom>
              <a:avLst/>
              <a:gdLst/>
              <a:ahLst/>
              <a:cxnLst/>
              <a:rect l="l" t="t" r="r" b="b"/>
              <a:pathLst>
                <a:path w="12298" h="7400" extrusionOk="0">
                  <a:moveTo>
                    <a:pt x="531" y="101"/>
                  </a:moveTo>
                  <a:cubicBezTo>
                    <a:pt x="610" y="101"/>
                    <a:pt x="827" y="356"/>
                    <a:pt x="925" y="527"/>
                  </a:cubicBezTo>
                  <a:cubicBezTo>
                    <a:pt x="1138" y="877"/>
                    <a:pt x="1312" y="1264"/>
                    <a:pt x="1487" y="1626"/>
                  </a:cubicBezTo>
                  <a:cubicBezTo>
                    <a:pt x="1550" y="1751"/>
                    <a:pt x="1612" y="1889"/>
                    <a:pt x="1675" y="2014"/>
                  </a:cubicBezTo>
                  <a:cubicBezTo>
                    <a:pt x="1925" y="2526"/>
                    <a:pt x="2450" y="2889"/>
                    <a:pt x="2825" y="3126"/>
                  </a:cubicBezTo>
                  <a:cubicBezTo>
                    <a:pt x="3724" y="3701"/>
                    <a:pt x="4862" y="4101"/>
                    <a:pt x="6186" y="4326"/>
                  </a:cubicBezTo>
                  <a:cubicBezTo>
                    <a:pt x="6557" y="4387"/>
                    <a:pt x="6923" y="4413"/>
                    <a:pt x="7283" y="4413"/>
                  </a:cubicBezTo>
                  <a:cubicBezTo>
                    <a:pt x="8318" y="4413"/>
                    <a:pt x="9298" y="4195"/>
                    <a:pt x="10160" y="3963"/>
                  </a:cubicBezTo>
                  <a:cubicBezTo>
                    <a:pt x="10405" y="3897"/>
                    <a:pt x="10715" y="3826"/>
                    <a:pt x="11010" y="3826"/>
                  </a:cubicBezTo>
                  <a:cubicBezTo>
                    <a:pt x="11213" y="3826"/>
                    <a:pt x="11409" y="3859"/>
                    <a:pt x="11572" y="3951"/>
                  </a:cubicBezTo>
                  <a:cubicBezTo>
                    <a:pt x="11985" y="4163"/>
                    <a:pt x="12172" y="4801"/>
                    <a:pt x="12185" y="5175"/>
                  </a:cubicBezTo>
                  <a:cubicBezTo>
                    <a:pt x="12197" y="5713"/>
                    <a:pt x="11947" y="6225"/>
                    <a:pt x="11522" y="6550"/>
                  </a:cubicBezTo>
                  <a:cubicBezTo>
                    <a:pt x="11222" y="6763"/>
                    <a:pt x="10872" y="6912"/>
                    <a:pt x="10510" y="6987"/>
                  </a:cubicBezTo>
                  <a:cubicBezTo>
                    <a:pt x="9729" y="7196"/>
                    <a:pt x="8922" y="7300"/>
                    <a:pt x="8111" y="7300"/>
                  </a:cubicBezTo>
                  <a:cubicBezTo>
                    <a:pt x="7948" y="7300"/>
                    <a:pt x="7786" y="7296"/>
                    <a:pt x="7623" y="7287"/>
                  </a:cubicBezTo>
                  <a:cubicBezTo>
                    <a:pt x="5336" y="7162"/>
                    <a:pt x="3274" y="6013"/>
                    <a:pt x="1675" y="3963"/>
                  </a:cubicBezTo>
                  <a:cubicBezTo>
                    <a:pt x="1550" y="3813"/>
                    <a:pt x="1450" y="3651"/>
                    <a:pt x="1337" y="3488"/>
                  </a:cubicBezTo>
                  <a:cubicBezTo>
                    <a:pt x="1175" y="3226"/>
                    <a:pt x="988" y="2976"/>
                    <a:pt x="775" y="2751"/>
                  </a:cubicBezTo>
                  <a:cubicBezTo>
                    <a:pt x="575" y="2576"/>
                    <a:pt x="413" y="2376"/>
                    <a:pt x="275" y="2151"/>
                  </a:cubicBezTo>
                  <a:cubicBezTo>
                    <a:pt x="138" y="1939"/>
                    <a:pt x="100" y="1676"/>
                    <a:pt x="188" y="1426"/>
                  </a:cubicBezTo>
                  <a:cubicBezTo>
                    <a:pt x="250" y="1227"/>
                    <a:pt x="438" y="1089"/>
                    <a:pt x="663" y="1077"/>
                  </a:cubicBezTo>
                  <a:lnTo>
                    <a:pt x="750" y="1077"/>
                  </a:lnTo>
                  <a:lnTo>
                    <a:pt x="863" y="1102"/>
                  </a:lnTo>
                  <a:lnTo>
                    <a:pt x="800" y="1002"/>
                  </a:lnTo>
                  <a:cubicBezTo>
                    <a:pt x="713" y="839"/>
                    <a:pt x="450" y="239"/>
                    <a:pt x="525" y="102"/>
                  </a:cubicBezTo>
                  <a:cubicBezTo>
                    <a:pt x="527" y="102"/>
                    <a:pt x="529" y="101"/>
                    <a:pt x="531" y="101"/>
                  </a:cubicBezTo>
                  <a:close/>
                  <a:moveTo>
                    <a:pt x="527" y="1"/>
                  </a:moveTo>
                  <a:cubicBezTo>
                    <a:pt x="522" y="1"/>
                    <a:pt x="518" y="1"/>
                    <a:pt x="513" y="2"/>
                  </a:cubicBezTo>
                  <a:cubicBezTo>
                    <a:pt x="475" y="14"/>
                    <a:pt x="438" y="39"/>
                    <a:pt x="425" y="64"/>
                  </a:cubicBezTo>
                  <a:cubicBezTo>
                    <a:pt x="350" y="239"/>
                    <a:pt x="575" y="752"/>
                    <a:pt x="675" y="964"/>
                  </a:cubicBezTo>
                  <a:lnTo>
                    <a:pt x="663" y="964"/>
                  </a:lnTo>
                  <a:cubicBezTo>
                    <a:pt x="400" y="977"/>
                    <a:pt x="175" y="1152"/>
                    <a:pt x="88" y="1389"/>
                  </a:cubicBezTo>
                  <a:cubicBezTo>
                    <a:pt x="0" y="1664"/>
                    <a:pt x="38" y="1964"/>
                    <a:pt x="188" y="2201"/>
                  </a:cubicBezTo>
                  <a:cubicBezTo>
                    <a:pt x="325" y="2426"/>
                    <a:pt x="500" y="2639"/>
                    <a:pt x="700" y="2826"/>
                  </a:cubicBezTo>
                  <a:cubicBezTo>
                    <a:pt x="913" y="3039"/>
                    <a:pt x="1100" y="3288"/>
                    <a:pt x="1262" y="3551"/>
                  </a:cubicBezTo>
                  <a:cubicBezTo>
                    <a:pt x="1362" y="3701"/>
                    <a:pt x="1475" y="3876"/>
                    <a:pt x="1600" y="4026"/>
                  </a:cubicBezTo>
                  <a:cubicBezTo>
                    <a:pt x="3212" y="6100"/>
                    <a:pt x="5299" y="7250"/>
                    <a:pt x="7611" y="7387"/>
                  </a:cubicBezTo>
                  <a:cubicBezTo>
                    <a:pt x="7786" y="7400"/>
                    <a:pt x="7961" y="7400"/>
                    <a:pt x="8136" y="7400"/>
                  </a:cubicBezTo>
                  <a:cubicBezTo>
                    <a:pt x="8948" y="7400"/>
                    <a:pt x="9760" y="7287"/>
                    <a:pt x="10535" y="7075"/>
                  </a:cubicBezTo>
                  <a:cubicBezTo>
                    <a:pt x="10910" y="6987"/>
                    <a:pt x="11272" y="6837"/>
                    <a:pt x="11585" y="6613"/>
                  </a:cubicBezTo>
                  <a:cubicBezTo>
                    <a:pt x="12035" y="6275"/>
                    <a:pt x="12297" y="5738"/>
                    <a:pt x="12285" y="5163"/>
                  </a:cubicBezTo>
                  <a:cubicBezTo>
                    <a:pt x="12272" y="4688"/>
                    <a:pt x="12035" y="4063"/>
                    <a:pt x="11622" y="3851"/>
                  </a:cubicBezTo>
                  <a:cubicBezTo>
                    <a:pt x="11439" y="3752"/>
                    <a:pt x="11224" y="3716"/>
                    <a:pt x="11004" y="3716"/>
                  </a:cubicBezTo>
                  <a:cubicBezTo>
                    <a:pt x="10698" y="3716"/>
                    <a:pt x="10382" y="3785"/>
                    <a:pt x="10135" y="3851"/>
                  </a:cubicBezTo>
                  <a:cubicBezTo>
                    <a:pt x="9282" y="4083"/>
                    <a:pt x="8312" y="4301"/>
                    <a:pt x="7286" y="4301"/>
                  </a:cubicBezTo>
                  <a:cubicBezTo>
                    <a:pt x="6929" y="4301"/>
                    <a:pt x="6566" y="4274"/>
                    <a:pt x="6199" y="4213"/>
                  </a:cubicBezTo>
                  <a:cubicBezTo>
                    <a:pt x="4887" y="3988"/>
                    <a:pt x="3774" y="3601"/>
                    <a:pt x="2875" y="3039"/>
                  </a:cubicBezTo>
                  <a:cubicBezTo>
                    <a:pt x="2512" y="2801"/>
                    <a:pt x="2012" y="2451"/>
                    <a:pt x="1775" y="1964"/>
                  </a:cubicBezTo>
                  <a:cubicBezTo>
                    <a:pt x="1712" y="1839"/>
                    <a:pt x="1650" y="1701"/>
                    <a:pt x="1575" y="1564"/>
                  </a:cubicBezTo>
                  <a:cubicBezTo>
                    <a:pt x="1400" y="1214"/>
                    <a:pt x="1225" y="827"/>
                    <a:pt x="1013" y="477"/>
                  </a:cubicBezTo>
                  <a:cubicBezTo>
                    <a:pt x="1013" y="477"/>
                    <a:pt x="727" y="1"/>
                    <a:pt x="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46">
              <a:extLst>
                <a:ext uri="{FF2B5EF4-FFF2-40B4-BE49-F238E27FC236}">
                  <a16:creationId xmlns:a16="http://schemas.microsoft.com/office/drawing/2014/main" id="{453233E4-EBC7-72DB-7E0D-A4E149D5325F}"/>
                </a:ext>
              </a:extLst>
            </p:cNvPr>
            <p:cNvSpPr/>
            <p:nvPr/>
          </p:nvSpPr>
          <p:spPr>
            <a:xfrm>
              <a:off x="6561810" y="2192513"/>
              <a:ext cx="2127" cy="2782"/>
            </a:xfrm>
            <a:custGeom>
              <a:avLst/>
              <a:gdLst/>
              <a:ahLst/>
              <a:cxnLst/>
              <a:rect l="l" t="t" r="r" b="b"/>
              <a:pathLst>
                <a:path w="39" h="51" extrusionOk="0">
                  <a:moveTo>
                    <a:pt x="26" y="0"/>
                  </a:moveTo>
                  <a:lnTo>
                    <a:pt x="1" y="38"/>
                  </a:lnTo>
                  <a:lnTo>
                    <a:pt x="26" y="50"/>
                  </a:lnTo>
                  <a:cubicBezTo>
                    <a:pt x="38" y="25"/>
                    <a:pt x="38" y="13"/>
                    <a:pt x="26" y="0"/>
                  </a:cubicBezTo>
                  <a:close/>
                </a:path>
              </a:pathLst>
            </a:custGeom>
            <a:solidFill>
              <a:srgbClr val="5C2A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46">
              <a:extLst>
                <a:ext uri="{FF2B5EF4-FFF2-40B4-BE49-F238E27FC236}">
                  <a16:creationId xmlns:a16="http://schemas.microsoft.com/office/drawing/2014/main" id="{3F88FAA5-5BA9-C6C0-743A-A951C949DD05}"/>
                </a:ext>
              </a:extLst>
            </p:cNvPr>
            <p:cNvSpPr/>
            <p:nvPr/>
          </p:nvSpPr>
          <p:spPr>
            <a:xfrm>
              <a:off x="6303497" y="2191476"/>
              <a:ext cx="272003" cy="289403"/>
            </a:xfrm>
            <a:custGeom>
              <a:avLst/>
              <a:gdLst/>
              <a:ahLst/>
              <a:cxnLst/>
              <a:rect l="l" t="t" r="r" b="b"/>
              <a:pathLst>
                <a:path w="4987" h="5306" extrusionOk="0">
                  <a:moveTo>
                    <a:pt x="4412" y="1"/>
                  </a:moveTo>
                  <a:cubicBezTo>
                    <a:pt x="4349" y="1"/>
                    <a:pt x="4287" y="7"/>
                    <a:pt x="4224" y="19"/>
                  </a:cubicBezTo>
                  <a:cubicBezTo>
                    <a:pt x="2762" y="182"/>
                    <a:pt x="1350" y="682"/>
                    <a:pt x="101" y="1469"/>
                  </a:cubicBezTo>
                  <a:cubicBezTo>
                    <a:pt x="63" y="1481"/>
                    <a:pt x="38" y="1506"/>
                    <a:pt x="13" y="1544"/>
                  </a:cubicBezTo>
                  <a:cubicBezTo>
                    <a:pt x="1" y="1569"/>
                    <a:pt x="1" y="1606"/>
                    <a:pt x="1" y="1631"/>
                  </a:cubicBezTo>
                  <a:cubicBezTo>
                    <a:pt x="26" y="2256"/>
                    <a:pt x="51" y="2869"/>
                    <a:pt x="101" y="3481"/>
                  </a:cubicBezTo>
                  <a:cubicBezTo>
                    <a:pt x="151" y="4093"/>
                    <a:pt x="213" y="4706"/>
                    <a:pt x="288" y="5305"/>
                  </a:cubicBezTo>
                  <a:cubicBezTo>
                    <a:pt x="638" y="4980"/>
                    <a:pt x="1188" y="4830"/>
                    <a:pt x="1625" y="4631"/>
                  </a:cubicBezTo>
                  <a:cubicBezTo>
                    <a:pt x="2350" y="4318"/>
                    <a:pt x="3000" y="3831"/>
                    <a:pt x="3512" y="3218"/>
                  </a:cubicBezTo>
                  <a:cubicBezTo>
                    <a:pt x="4100" y="2469"/>
                    <a:pt x="4562" y="1631"/>
                    <a:pt x="4862" y="719"/>
                  </a:cubicBezTo>
                  <a:cubicBezTo>
                    <a:pt x="4937" y="507"/>
                    <a:pt x="4987" y="232"/>
                    <a:pt x="4812" y="94"/>
                  </a:cubicBezTo>
                  <a:cubicBezTo>
                    <a:pt x="4787" y="82"/>
                    <a:pt x="4774" y="69"/>
                    <a:pt x="4749" y="57"/>
                  </a:cubicBezTo>
                  <a:cubicBezTo>
                    <a:pt x="4749" y="82"/>
                    <a:pt x="4737" y="107"/>
                    <a:pt x="4724" y="119"/>
                  </a:cubicBezTo>
                  <a:lnTo>
                    <a:pt x="4674" y="107"/>
                  </a:lnTo>
                  <a:lnTo>
                    <a:pt x="4724" y="44"/>
                  </a:lnTo>
                  <a:cubicBezTo>
                    <a:pt x="4687" y="32"/>
                    <a:pt x="4637" y="19"/>
                    <a:pt x="4599" y="19"/>
                  </a:cubicBezTo>
                  <a:cubicBezTo>
                    <a:pt x="4537" y="7"/>
                    <a:pt x="4474" y="1"/>
                    <a:pt x="44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46">
              <a:extLst>
                <a:ext uri="{FF2B5EF4-FFF2-40B4-BE49-F238E27FC236}">
                  <a16:creationId xmlns:a16="http://schemas.microsoft.com/office/drawing/2014/main" id="{26859CE5-1E9F-591A-09DB-B04985F43191}"/>
                </a:ext>
              </a:extLst>
            </p:cNvPr>
            <p:cNvSpPr/>
            <p:nvPr/>
          </p:nvSpPr>
          <p:spPr>
            <a:xfrm>
              <a:off x="6325314" y="2191476"/>
              <a:ext cx="482647" cy="650637"/>
            </a:xfrm>
            <a:custGeom>
              <a:avLst/>
              <a:gdLst/>
              <a:ahLst/>
              <a:cxnLst/>
              <a:rect l="l" t="t" r="r" b="b"/>
              <a:pathLst>
                <a:path w="8849" h="11929" extrusionOk="0">
                  <a:moveTo>
                    <a:pt x="5195" y="0"/>
                  </a:moveTo>
                  <a:cubicBezTo>
                    <a:pt x="4649" y="0"/>
                    <a:pt x="4089" y="155"/>
                    <a:pt x="3650" y="382"/>
                  </a:cubicBezTo>
                  <a:cubicBezTo>
                    <a:pt x="2162" y="1131"/>
                    <a:pt x="1800" y="3093"/>
                    <a:pt x="1325" y="4568"/>
                  </a:cubicBezTo>
                  <a:cubicBezTo>
                    <a:pt x="763" y="6280"/>
                    <a:pt x="325" y="8030"/>
                    <a:pt x="0" y="9792"/>
                  </a:cubicBezTo>
                  <a:cubicBezTo>
                    <a:pt x="513" y="10154"/>
                    <a:pt x="1413" y="10254"/>
                    <a:pt x="2000" y="10404"/>
                  </a:cubicBezTo>
                  <a:cubicBezTo>
                    <a:pt x="2787" y="10616"/>
                    <a:pt x="3575" y="10816"/>
                    <a:pt x="4374" y="11016"/>
                  </a:cubicBezTo>
                  <a:cubicBezTo>
                    <a:pt x="4749" y="11104"/>
                    <a:pt x="7836" y="11654"/>
                    <a:pt x="8848" y="11929"/>
                  </a:cubicBezTo>
                  <a:cubicBezTo>
                    <a:pt x="8473" y="10979"/>
                    <a:pt x="8073" y="10017"/>
                    <a:pt x="8111" y="8979"/>
                  </a:cubicBezTo>
                  <a:cubicBezTo>
                    <a:pt x="8186" y="6792"/>
                    <a:pt x="8523" y="4531"/>
                    <a:pt x="7611" y="2456"/>
                  </a:cubicBezTo>
                  <a:cubicBezTo>
                    <a:pt x="7324" y="1806"/>
                    <a:pt x="6986" y="707"/>
                    <a:pt x="6361" y="307"/>
                  </a:cubicBezTo>
                  <a:cubicBezTo>
                    <a:pt x="6021" y="90"/>
                    <a:pt x="5612" y="0"/>
                    <a:pt x="51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46">
              <a:extLst>
                <a:ext uri="{FF2B5EF4-FFF2-40B4-BE49-F238E27FC236}">
                  <a16:creationId xmlns:a16="http://schemas.microsoft.com/office/drawing/2014/main" id="{2C54F5B4-C490-26D9-A2E2-2A6D899CF0B5}"/>
                </a:ext>
              </a:extLst>
            </p:cNvPr>
            <p:cNvSpPr/>
            <p:nvPr/>
          </p:nvSpPr>
          <p:spPr>
            <a:xfrm>
              <a:off x="6715893" y="2325815"/>
              <a:ext cx="399469" cy="434867"/>
            </a:xfrm>
            <a:custGeom>
              <a:avLst/>
              <a:gdLst/>
              <a:ahLst/>
              <a:cxnLst/>
              <a:rect l="l" t="t" r="r" b="b"/>
              <a:pathLst>
                <a:path w="7324" h="7973" extrusionOk="0">
                  <a:moveTo>
                    <a:pt x="2213" y="1"/>
                  </a:moveTo>
                  <a:cubicBezTo>
                    <a:pt x="2167" y="1"/>
                    <a:pt x="2121" y="2"/>
                    <a:pt x="2075" y="6"/>
                  </a:cubicBezTo>
                  <a:cubicBezTo>
                    <a:pt x="1125" y="118"/>
                    <a:pt x="550" y="1118"/>
                    <a:pt x="925" y="1993"/>
                  </a:cubicBezTo>
                  <a:cubicBezTo>
                    <a:pt x="1162" y="2505"/>
                    <a:pt x="1662" y="2842"/>
                    <a:pt x="2137" y="3167"/>
                  </a:cubicBezTo>
                  <a:lnTo>
                    <a:pt x="2150" y="3167"/>
                  </a:lnTo>
                  <a:cubicBezTo>
                    <a:pt x="2824" y="3642"/>
                    <a:pt x="3462" y="4167"/>
                    <a:pt x="4049" y="4729"/>
                  </a:cubicBezTo>
                  <a:cubicBezTo>
                    <a:pt x="4424" y="5092"/>
                    <a:pt x="4137" y="5492"/>
                    <a:pt x="3812" y="5779"/>
                  </a:cubicBezTo>
                  <a:cubicBezTo>
                    <a:pt x="3291" y="6219"/>
                    <a:pt x="2417" y="6969"/>
                    <a:pt x="1666" y="6969"/>
                  </a:cubicBezTo>
                  <a:cubicBezTo>
                    <a:pt x="1605" y="6969"/>
                    <a:pt x="1546" y="6964"/>
                    <a:pt x="1487" y="6954"/>
                  </a:cubicBezTo>
                  <a:cubicBezTo>
                    <a:pt x="1262" y="6916"/>
                    <a:pt x="1062" y="6816"/>
                    <a:pt x="850" y="6766"/>
                  </a:cubicBezTo>
                  <a:cubicBezTo>
                    <a:pt x="775" y="6740"/>
                    <a:pt x="698" y="6727"/>
                    <a:pt x="622" y="6727"/>
                  </a:cubicBezTo>
                  <a:cubicBezTo>
                    <a:pt x="483" y="6727"/>
                    <a:pt x="346" y="6769"/>
                    <a:pt x="225" y="6841"/>
                  </a:cubicBezTo>
                  <a:cubicBezTo>
                    <a:pt x="13" y="7054"/>
                    <a:pt x="0" y="7391"/>
                    <a:pt x="175" y="7616"/>
                  </a:cubicBezTo>
                  <a:cubicBezTo>
                    <a:pt x="363" y="7841"/>
                    <a:pt x="637" y="7966"/>
                    <a:pt x="925" y="7966"/>
                  </a:cubicBezTo>
                  <a:cubicBezTo>
                    <a:pt x="1027" y="7971"/>
                    <a:pt x="1131" y="7973"/>
                    <a:pt x="1235" y="7973"/>
                  </a:cubicBezTo>
                  <a:cubicBezTo>
                    <a:pt x="1664" y="7973"/>
                    <a:pt x="2102" y="7939"/>
                    <a:pt x="2524" y="7928"/>
                  </a:cubicBezTo>
                  <a:cubicBezTo>
                    <a:pt x="3074" y="7916"/>
                    <a:pt x="3624" y="7816"/>
                    <a:pt x="4162" y="7654"/>
                  </a:cubicBezTo>
                  <a:cubicBezTo>
                    <a:pt x="5099" y="7341"/>
                    <a:pt x="6011" y="6829"/>
                    <a:pt x="6548" y="5967"/>
                  </a:cubicBezTo>
                  <a:cubicBezTo>
                    <a:pt x="7323" y="4679"/>
                    <a:pt x="6573" y="3530"/>
                    <a:pt x="5761" y="2492"/>
                  </a:cubicBezTo>
                  <a:cubicBezTo>
                    <a:pt x="5036" y="1580"/>
                    <a:pt x="4212" y="680"/>
                    <a:pt x="3124" y="206"/>
                  </a:cubicBezTo>
                  <a:cubicBezTo>
                    <a:pt x="2841" y="75"/>
                    <a:pt x="2528" y="1"/>
                    <a:pt x="22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46">
              <a:extLst>
                <a:ext uri="{FF2B5EF4-FFF2-40B4-BE49-F238E27FC236}">
                  <a16:creationId xmlns:a16="http://schemas.microsoft.com/office/drawing/2014/main" id="{4053CFB8-C197-943D-C49D-7E9206A604E4}"/>
                </a:ext>
              </a:extLst>
            </p:cNvPr>
            <p:cNvSpPr/>
            <p:nvPr/>
          </p:nvSpPr>
          <p:spPr>
            <a:xfrm>
              <a:off x="6710493" y="2323087"/>
              <a:ext cx="408960" cy="440649"/>
            </a:xfrm>
            <a:custGeom>
              <a:avLst/>
              <a:gdLst/>
              <a:ahLst/>
              <a:cxnLst/>
              <a:rect l="l" t="t" r="r" b="b"/>
              <a:pathLst>
                <a:path w="7498" h="8079" extrusionOk="0">
                  <a:moveTo>
                    <a:pt x="2311" y="101"/>
                  </a:moveTo>
                  <a:cubicBezTo>
                    <a:pt x="2624" y="101"/>
                    <a:pt x="2927" y="175"/>
                    <a:pt x="3211" y="306"/>
                  </a:cubicBezTo>
                  <a:cubicBezTo>
                    <a:pt x="4311" y="780"/>
                    <a:pt x="5148" y="1718"/>
                    <a:pt x="5823" y="2580"/>
                  </a:cubicBezTo>
                  <a:cubicBezTo>
                    <a:pt x="6635" y="3617"/>
                    <a:pt x="7372" y="4729"/>
                    <a:pt x="6597" y="5992"/>
                  </a:cubicBezTo>
                  <a:cubicBezTo>
                    <a:pt x="6148" y="6729"/>
                    <a:pt x="5348" y="7291"/>
                    <a:pt x="4248" y="7654"/>
                  </a:cubicBezTo>
                  <a:cubicBezTo>
                    <a:pt x="3711" y="7829"/>
                    <a:pt x="3173" y="7916"/>
                    <a:pt x="2611" y="7929"/>
                  </a:cubicBezTo>
                  <a:cubicBezTo>
                    <a:pt x="2436" y="7929"/>
                    <a:pt x="2249" y="7941"/>
                    <a:pt x="2061" y="7954"/>
                  </a:cubicBezTo>
                  <a:cubicBezTo>
                    <a:pt x="1823" y="7962"/>
                    <a:pt x="1571" y="7971"/>
                    <a:pt x="1330" y="7971"/>
                  </a:cubicBezTo>
                  <a:cubicBezTo>
                    <a:pt x="1230" y="7971"/>
                    <a:pt x="1132" y="7970"/>
                    <a:pt x="1036" y="7966"/>
                  </a:cubicBezTo>
                  <a:cubicBezTo>
                    <a:pt x="749" y="7966"/>
                    <a:pt x="499" y="7841"/>
                    <a:pt x="312" y="7641"/>
                  </a:cubicBezTo>
                  <a:cubicBezTo>
                    <a:pt x="1" y="7342"/>
                    <a:pt x="228" y="6826"/>
                    <a:pt x="642" y="6826"/>
                  </a:cubicBezTo>
                  <a:cubicBezTo>
                    <a:pt x="661" y="6826"/>
                    <a:pt x="680" y="6827"/>
                    <a:pt x="699" y="6829"/>
                  </a:cubicBezTo>
                  <a:cubicBezTo>
                    <a:pt x="774" y="6829"/>
                    <a:pt x="861" y="6829"/>
                    <a:pt x="949" y="6854"/>
                  </a:cubicBezTo>
                  <a:cubicBezTo>
                    <a:pt x="1036" y="6879"/>
                    <a:pt x="1124" y="6904"/>
                    <a:pt x="1211" y="6929"/>
                  </a:cubicBezTo>
                  <a:cubicBezTo>
                    <a:pt x="1324" y="6979"/>
                    <a:pt x="1461" y="7016"/>
                    <a:pt x="1586" y="7041"/>
                  </a:cubicBezTo>
                  <a:cubicBezTo>
                    <a:pt x="1647" y="7052"/>
                    <a:pt x="1709" y="7056"/>
                    <a:pt x="1772" y="7056"/>
                  </a:cubicBezTo>
                  <a:cubicBezTo>
                    <a:pt x="2541" y="7056"/>
                    <a:pt x="3403" y="6317"/>
                    <a:pt x="3923" y="5867"/>
                  </a:cubicBezTo>
                  <a:lnTo>
                    <a:pt x="3948" y="5854"/>
                  </a:lnTo>
                  <a:cubicBezTo>
                    <a:pt x="4148" y="5679"/>
                    <a:pt x="4385" y="5429"/>
                    <a:pt x="4385" y="5154"/>
                  </a:cubicBezTo>
                  <a:cubicBezTo>
                    <a:pt x="4385" y="4992"/>
                    <a:pt x="4323" y="4842"/>
                    <a:pt x="4198" y="4729"/>
                  </a:cubicBezTo>
                  <a:cubicBezTo>
                    <a:pt x="3598" y="4167"/>
                    <a:pt x="2961" y="3642"/>
                    <a:pt x="2286" y="3167"/>
                  </a:cubicBezTo>
                  <a:lnTo>
                    <a:pt x="2249" y="3205"/>
                  </a:lnTo>
                  <a:lnTo>
                    <a:pt x="2274" y="3167"/>
                  </a:lnTo>
                  <a:lnTo>
                    <a:pt x="2199" y="3117"/>
                  </a:lnTo>
                  <a:cubicBezTo>
                    <a:pt x="1749" y="2817"/>
                    <a:pt x="1299" y="2505"/>
                    <a:pt x="1086" y="2018"/>
                  </a:cubicBezTo>
                  <a:cubicBezTo>
                    <a:pt x="711" y="1180"/>
                    <a:pt x="1261" y="218"/>
                    <a:pt x="2174" y="106"/>
                  </a:cubicBezTo>
                  <a:cubicBezTo>
                    <a:pt x="2220" y="102"/>
                    <a:pt x="2265" y="101"/>
                    <a:pt x="2311" y="101"/>
                  </a:cubicBezTo>
                  <a:close/>
                  <a:moveTo>
                    <a:pt x="2303" y="1"/>
                  </a:moveTo>
                  <a:cubicBezTo>
                    <a:pt x="2256" y="1"/>
                    <a:pt x="2208" y="2"/>
                    <a:pt x="2161" y="6"/>
                  </a:cubicBezTo>
                  <a:cubicBezTo>
                    <a:pt x="1186" y="118"/>
                    <a:pt x="586" y="1155"/>
                    <a:pt x="986" y="2055"/>
                  </a:cubicBezTo>
                  <a:cubicBezTo>
                    <a:pt x="1199" y="2567"/>
                    <a:pt x="1674" y="2892"/>
                    <a:pt x="2124" y="3205"/>
                  </a:cubicBezTo>
                  <a:lnTo>
                    <a:pt x="2211" y="3255"/>
                  </a:lnTo>
                  <a:lnTo>
                    <a:pt x="2236" y="3217"/>
                  </a:lnTo>
                  <a:lnTo>
                    <a:pt x="2224" y="3267"/>
                  </a:lnTo>
                  <a:cubicBezTo>
                    <a:pt x="2898" y="3730"/>
                    <a:pt x="3523" y="4255"/>
                    <a:pt x="4123" y="4829"/>
                  </a:cubicBezTo>
                  <a:cubicBezTo>
                    <a:pt x="4223" y="4917"/>
                    <a:pt x="4273" y="5042"/>
                    <a:pt x="4273" y="5167"/>
                  </a:cubicBezTo>
                  <a:cubicBezTo>
                    <a:pt x="4261" y="5404"/>
                    <a:pt x="4048" y="5642"/>
                    <a:pt x="3873" y="5792"/>
                  </a:cubicBezTo>
                  <a:lnTo>
                    <a:pt x="3848" y="5817"/>
                  </a:lnTo>
                  <a:cubicBezTo>
                    <a:pt x="3329" y="6255"/>
                    <a:pt x="2489" y="6982"/>
                    <a:pt x="1764" y="6982"/>
                  </a:cubicBezTo>
                  <a:cubicBezTo>
                    <a:pt x="1704" y="6982"/>
                    <a:pt x="1644" y="6977"/>
                    <a:pt x="1586" y="6966"/>
                  </a:cubicBezTo>
                  <a:cubicBezTo>
                    <a:pt x="1474" y="6941"/>
                    <a:pt x="1349" y="6904"/>
                    <a:pt x="1224" y="6866"/>
                  </a:cubicBezTo>
                  <a:cubicBezTo>
                    <a:pt x="1136" y="6829"/>
                    <a:pt x="1049" y="6804"/>
                    <a:pt x="961" y="6779"/>
                  </a:cubicBezTo>
                  <a:cubicBezTo>
                    <a:pt x="879" y="6751"/>
                    <a:pt x="793" y="6737"/>
                    <a:pt x="708" y="6737"/>
                  </a:cubicBezTo>
                  <a:cubicBezTo>
                    <a:pt x="560" y="6737"/>
                    <a:pt x="413" y="6779"/>
                    <a:pt x="287" y="6866"/>
                  </a:cubicBezTo>
                  <a:cubicBezTo>
                    <a:pt x="37" y="7066"/>
                    <a:pt x="49" y="7479"/>
                    <a:pt x="224" y="7704"/>
                  </a:cubicBezTo>
                  <a:cubicBezTo>
                    <a:pt x="424" y="7941"/>
                    <a:pt x="711" y="8078"/>
                    <a:pt x="1024" y="8078"/>
                  </a:cubicBezTo>
                  <a:lnTo>
                    <a:pt x="1336" y="8078"/>
                  </a:lnTo>
                  <a:cubicBezTo>
                    <a:pt x="1574" y="8078"/>
                    <a:pt x="1824" y="8066"/>
                    <a:pt x="2086" y="8053"/>
                  </a:cubicBezTo>
                  <a:cubicBezTo>
                    <a:pt x="2261" y="8041"/>
                    <a:pt x="2448" y="8028"/>
                    <a:pt x="2623" y="8028"/>
                  </a:cubicBezTo>
                  <a:cubicBezTo>
                    <a:pt x="3186" y="8016"/>
                    <a:pt x="3748" y="7916"/>
                    <a:pt x="4286" y="7741"/>
                  </a:cubicBezTo>
                  <a:cubicBezTo>
                    <a:pt x="5410" y="7379"/>
                    <a:pt x="6223" y="6804"/>
                    <a:pt x="6697" y="6042"/>
                  </a:cubicBezTo>
                  <a:cubicBezTo>
                    <a:pt x="7497" y="4729"/>
                    <a:pt x="6710" y="3530"/>
                    <a:pt x="5910" y="2517"/>
                  </a:cubicBezTo>
                  <a:cubicBezTo>
                    <a:pt x="5223" y="1643"/>
                    <a:pt x="4385" y="693"/>
                    <a:pt x="3261" y="218"/>
                  </a:cubicBezTo>
                  <a:cubicBezTo>
                    <a:pt x="2966" y="76"/>
                    <a:pt x="2633" y="1"/>
                    <a:pt x="23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46">
              <a:extLst>
                <a:ext uri="{FF2B5EF4-FFF2-40B4-BE49-F238E27FC236}">
                  <a16:creationId xmlns:a16="http://schemas.microsoft.com/office/drawing/2014/main" id="{16B6130D-F419-E77F-7DB8-CAED16EC1777}"/>
                </a:ext>
              </a:extLst>
            </p:cNvPr>
            <p:cNvSpPr/>
            <p:nvPr/>
          </p:nvSpPr>
          <p:spPr>
            <a:xfrm>
              <a:off x="6582973" y="2195240"/>
              <a:ext cx="432195" cy="352508"/>
            </a:xfrm>
            <a:custGeom>
              <a:avLst/>
              <a:gdLst/>
              <a:ahLst/>
              <a:cxnLst/>
              <a:rect l="l" t="t" r="r" b="b"/>
              <a:pathLst>
                <a:path w="7924" h="6463" extrusionOk="0">
                  <a:moveTo>
                    <a:pt x="525" y="0"/>
                  </a:moveTo>
                  <a:cubicBezTo>
                    <a:pt x="525" y="763"/>
                    <a:pt x="0" y="1625"/>
                    <a:pt x="225" y="2387"/>
                  </a:cubicBezTo>
                  <a:cubicBezTo>
                    <a:pt x="450" y="3149"/>
                    <a:pt x="1062" y="3812"/>
                    <a:pt x="1600" y="4374"/>
                  </a:cubicBezTo>
                  <a:cubicBezTo>
                    <a:pt x="2437" y="5224"/>
                    <a:pt x="3837" y="5599"/>
                    <a:pt x="4737" y="6386"/>
                  </a:cubicBezTo>
                  <a:cubicBezTo>
                    <a:pt x="4783" y="6342"/>
                    <a:pt x="4803" y="6326"/>
                    <a:pt x="4809" y="6326"/>
                  </a:cubicBezTo>
                  <a:cubicBezTo>
                    <a:pt x="4826" y="6326"/>
                    <a:pt x="4722" y="6462"/>
                    <a:pt x="4785" y="6462"/>
                  </a:cubicBezTo>
                  <a:cubicBezTo>
                    <a:pt x="4800" y="6462"/>
                    <a:pt x="4824" y="6455"/>
                    <a:pt x="4861" y="6436"/>
                  </a:cubicBezTo>
                  <a:cubicBezTo>
                    <a:pt x="5149" y="6261"/>
                    <a:pt x="5436" y="6061"/>
                    <a:pt x="5711" y="5849"/>
                  </a:cubicBezTo>
                  <a:cubicBezTo>
                    <a:pt x="6274" y="5449"/>
                    <a:pt x="7373" y="4599"/>
                    <a:pt x="7923" y="4174"/>
                  </a:cubicBezTo>
                  <a:cubicBezTo>
                    <a:pt x="6374" y="1987"/>
                    <a:pt x="3274" y="275"/>
                    <a:pt x="5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46">
              <a:extLst>
                <a:ext uri="{FF2B5EF4-FFF2-40B4-BE49-F238E27FC236}">
                  <a16:creationId xmlns:a16="http://schemas.microsoft.com/office/drawing/2014/main" id="{E162F937-8984-1F0C-3EC7-3AD75D57977B}"/>
                </a:ext>
              </a:extLst>
            </p:cNvPr>
            <p:cNvSpPr/>
            <p:nvPr/>
          </p:nvSpPr>
          <p:spPr>
            <a:xfrm>
              <a:off x="6246937" y="4160951"/>
              <a:ext cx="190190" cy="105867"/>
            </a:xfrm>
            <a:custGeom>
              <a:avLst/>
              <a:gdLst/>
              <a:ahLst/>
              <a:cxnLst/>
              <a:rect l="l" t="t" r="r" b="b"/>
              <a:pathLst>
                <a:path w="3487" h="1941" extrusionOk="0">
                  <a:moveTo>
                    <a:pt x="2312" y="1"/>
                  </a:moveTo>
                  <a:cubicBezTo>
                    <a:pt x="2237" y="163"/>
                    <a:pt x="2162" y="338"/>
                    <a:pt x="2112" y="500"/>
                  </a:cubicBezTo>
                  <a:cubicBezTo>
                    <a:pt x="2037" y="688"/>
                    <a:pt x="1912" y="850"/>
                    <a:pt x="1762" y="988"/>
                  </a:cubicBezTo>
                  <a:cubicBezTo>
                    <a:pt x="1437" y="1263"/>
                    <a:pt x="988" y="1300"/>
                    <a:pt x="600" y="1388"/>
                  </a:cubicBezTo>
                  <a:cubicBezTo>
                    <a:pt x="450" y="1425"/>
                    <a:pt x="175" y="1463"/>
                    <a:pt x="100" y="1613"/>
                  </a:cubicBezTo>
                  <a:cubicBezTo>
                    <a:pt x="0" y="1800"/>
                    <a:pt x="188" y="1900"/>
                    <a:pt x="350" y="1900"/>
                  </a:cubicBezTo>
                  <a:lnTo>
                    <a:pt x="625" y="1913"/>
                  </a:lnTo>
                  <a:cubicBezTo>
                    <a:pt x="988" y="1931"/>
                    <a:pt x="1350" y="1941"/>
                    <a:pt x="1712" y="1941"/>
                  </a:cubicBezTo>
                  <a:cubicBezTo>
                    <a:pt x="2075" y="1941"/>
                    <a:pt x="2437" y="1931"/>
                    <a:pt x="2800" y="1913"/>
                  </a:cubicBezTo>
                  <a:cubicBezTo>
                    <a:pt x="2900" y="1913"/>
                    <a:pt x="3012" y="1888"/>
                    <a:pt x="3112" y="1850"/>
                  </a:cubicBezTo>
                  <a:cubicBezTo>
                    <a:pt x="3487" y="1675"/>
                    <a:pt x="3399" y="1113"/>
                    <a:pt x="3412" y="788"/>
                  </a:cubicBezTo>
                  <a:cubicBezTo>
                    <a:pt x="3412" y="525"/>
                    <a:pt x="3424" y="263"/>
                    <a:pt x="3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46">
              <a:extLst>
                <a:ext uri="{FF2B5EF4-FFF2-40B4-BE49-F238E27FC236}">
                  <a16:creationId xmlns:a16="http://schemas.microsoft.com/office/drawing/2014/main" id="{5E53CD3D-8BD9-ADC3-B3A0-6218BA4C438D}"/>
                </a:ext>
              </a:extLst>
            </p:cNvPr>
            <p:cNvSpPr/>
            <p:nvPr/>
          </p:nvSpPr>
          <p:spPr>
            <a:xfrm>
              <a:off x="6520958" y="1982960"/>
              <a:ext cx="129975" cy="273585"/>
            </a:xfrm>
            <a:custGeom>
              <a:avLst/>
              <a:gdLst/>
              <a:ahLst/>
              <a:cxnLst/>
              <a:rect l="l" t="t" r="r" b="b"/>
              <a:pathLst>
                <a:path w="2383" h="5016" extrusionOk="0">
                  <a:moveTo>
                    <a:pt x="1235" y="1"/>
                  </a:moveTo>
                  <a:cubicBezTo>
                    <a:pt x="1176" y="1"/>
                    <a:pt x="1114" y="6"/>
                    <a:pt x="1050" y="18"/>
                  </a:cubicBezTo>
                  <a:cubicBezTo>
                    <a:pt x="487" y="118"/>
                    <a:pt x="200" y="843"/>
                    <a:pt x="75" y="1343"/>
                  </a:cubicBezTo>
                  <a:cubicBezTo>
                    <a:pt x="0" y="1693"/>
                    <a:pt x="25" y="2043"/>
                    <a:pt x="150" y="2380"/>
                  </a:cubicBezTo>
                  <a:cubicBezTo>
                    <a:pt x="287" y="2755"/>
                    <a:pt x="712" y="2980"/>
                    <a:pt x="687" y="3392"/>
                  </a:cubicBezTo>
                  <a:cubicBezTo>
                    <a:pt x="650" y="3780"/>
                    <a:pt x="587" y="4167"/>
                    <a:pt x="500" y="4542"/>
                  </a:cubicBezTo>
                  <a:cubicBezTo>
                    <a:pt x="437" y="4913"/>
                    <a:pt x="739" y="5015"/>
                    <a:pt x="1054" y="5015"/>
                  </a:cubicBezTo>
                  <a:cubicBezTo>
                    <a:pt x="1174" y="5015"/>
                    <a:pt x="1296" y="5000"/>
                    <a:pt x="1400" y="4979"/>
                  </a:cubicBezTo>
                  <a:cubicBezTo>
                    <a:pt x="1812" y="4880"/>
                    <a:pt x="2224" y="4605"/>
                    <a:pt x="2212" y="4117"/>
                  </a:cubicBezTo>
                  <a:cubicBezTo>
                    <a:pt x="2199" y="3630"/>
                    <a:pt x="2112" y="3142"/>
                    <a:pt x="2162" y="2668"/>
                  </a:cubicBezTo>
                  <a:cubicBezTo>
                    <a:pt x="2187" y="2293"/>
                    <a:pt x="2299" y="1943"/>
                    <a:pt x="2324" y="1568"/>
                  </a:cubicBezTo>
                  <a:cubicBezTo>
                    <a:pt x="2382" y="908"/>
                    <a:pt x="1989" y="1"/>
                    <a:pt x="12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46">
              <a:extLst>
                <a:ext uri="{FF2B5EF4-FFF2-40B4-BE49-F238E27FC236}">
                  <a16:creationId xmlns:a16="http://schemas.microsoft.com/office/drawing/2014/main" id="{C00FED51-DDB7-EF52-A0A8-DB372C6D8676}"/>
                </a:ext>
              </a:extLst>
            </p:cNvPr>
            <p:cNvSpPr/>
            <p:nvPr/>
          </p:nvSpPr>
          <p:spPr>
            <a:xfrm>
              <a:off x="6518231" y="1979470"/>
              <a:ext cx="134284" cy="279858"/>
            </a:xfrm>
            <a:custGeom>
              <a:avLst/>
              <a:gdLst/>
              <a:ahLst/>
              <a:cxnLst/>
              <a:rect l="l" t="t" r="r" b="b"/>
              <a:pathLst>
                <a:path w="2462" h="5131" extrusionOk="0">
                  <a:moveTo>
                    <a:pt x="1328" y="119"/>
                  </a:moveTo>
                  <a:cubicBezTo>
                    <a:pt x="1526" y="119"/>
                    <a:pt x="1722" y="204"/>
                    <a:pt x="1875" y="345"/>
                  </a:cubicBezTo>
                  <a:cubicBezTo>
                    <a:pt x="2199" y="682"/>
                    <a:pt x="2374" y="1157"/>
                    <a:pt x="2337" y="1632"/>
                  </a:cubicBezTo>
                  <a:cubicBezTo>
                    <a:pt x="2324" y="1819"/>
                    <a:pt x="2287" y="2007"/>
                    <a:pt x="2249" y="2182"/>
                  </a:cubicBezTo>
                  <a:cubicBezTo>
                    <a:pt x="2212" y="2357"/>
                    <a:pt x="2187" y="2544"/>
                    <a:pt x="2174" y="2719"/>
                  </a:cubicBezTo>
                  <a:cubicBezTo>
                    <a:pt x="2149" y="3032"/>
                    <a:pt x="2149" y="3356"/>
                    <a:pt x="2187" y="3669"/>
                  </a:cubicBezTo>
                  <a:cubicBezTo>
                    <a:pt x="2212" y="3831"/>
                    <a:pt x="2224" y="4006"/>
                    <a:pt x="2224" y="4181"/>
                  </a:cubicBezTo>
                  <a:cubicBezTo>
                    <a:pt x="2237" y="4606"/>
                    <a:pt x="1850" y="4894"/>
                    <a:pt x="1450" y="4981"/>
                  </a:cubicBezTo>
                  <a:cubicBezTo>
                    <a:pt x="1339" y="5006"/>
                    <a:pt x="1216" y="5021"/>
                    <a:pt x="1099" y="5021"/>
                  </a:cubicBezTo>
                  <a:cubicBezTo>
                    <a:pt x="925" y="5021"/>
                    <a:pt x="764" y="4988"/>
                    <a:pt x="675" y="4906"/>
                  </a:cubicBezTo>
                  <a:cubicBezTo>
                    <a:pt x="600" y="4831"/>
                    <a:pt x="575" y="4719"/>
                    <a:pt x="600" y="4619"/>
                  </a:cubicBezTo>
                  <a:cubicBezTo>
                    <a:pt x="625" y="4494"/>
                    <a:pt x="650" y="4381"/>
                    <a:pt x="675" y="4269"/>
                  </a:cubicBezTo>
                  <a:cubicBezTo>
                    <a:pt x="725" y="4006"/>
                    <a:pt x="775" y="3731"/>
                    <a:pt x="800" y="3469"/>
                  </a:cubicBezTo>
                  <a:lnTo>
                    <a:pt x="800" y="3456"/>
                  </a:lnTo>
                  <a:cubicBezTo>
                    <a:pt x="812" y="3194"/>
                    <a:pt x="662" y="3007"/>
                    <a:pt x="500" y="2819"/>
                  </a:cubicBezTo>
                  <a:cubicBezTo>
                    <a:pt x="400" y="2707"/>
                    <a:pt x="312" y="2569"/>
                    <a:pt x="250" y="2419"/>
                  </a:cubicBezTo>
                  <a:cubicBezTo>
                    <a:pt x="125" y="2107"/>
                    <a:pt x="100" y="1757"/>
                    <a:pt x="175" y="1419"/>
                  </a:cubicBezTo>
                  <a:cubicBezTo>
                    <a:pt x="250" y="1070"/>
                    <a:pt x="525" y="232"/>
                    <a:pt x="1112" y="132"/>
                  </a:cubicBezTo>
                  <a:cubicBezTo>
                    <a:pt x="1162" y="120"/>
                    <a:pt x="1225" y="120"/>
                    <a:pt x="1287" y="120"/>
                  </a:cubicBezTo>
                  <a:cubicBezTo>
                    <a:pt x="1301" y="119"/>
                    <a:pt x="1314" y="119"/>
                    <a:pt x="1328" y="119"/>
                  </a:cubicBezTo>
                  <a:close/>
                  <a:moveTo>
                    <a:pt x="1279" y="0"/>
                  </a:moveTo>
                  <a:cubicBezTo>
                    <a:pt x="1215" y="0"/>
                    <a:pt x="1151" y="7"/>
                    <a:pt x="1087" y="20"/>
                  </a:cubicBezTo>
                  <a:cubicBezTo>
                    <a:pt x="475" y="132"/>
                    <a:pt x="188" y="920"/>
                    <a:pt x="75" y="1382"/>
                  </a:cubicBezTo>
                  <a:cubicBezTo>
                    <a:pt x="0" y="1744"/>
                    <a:pt x="25" y="2107"/>
                    <a:pt x="150" y="2444"/>
                  </a:cubicBezTo>
                  <a:cubicBezTo>
                    <a:pt x="213" y="2607"/>
                    <a:pt x="312" y="2744"/>
                    <a:pt x="425" y="2869"/>
                  </a:cubicBezTo>
                  <a:cubicBezTo>
                    <a:pt x="562" y="3057"/>
                    <a:pt x="700" y="3219"/>
                    <a:pt x="687" y="3444"/>
                  </a:cubicBezTo>
                  <a:lnTo>
                    <a:pt x="737" y="3456"/>
                  </a:lnTo>
                  <a:lnTo>
                    <a:pt x="687" y="3456"/>
                  </a:lnTo>
                  <a:cubicBezTo>
                    <a:pt x="662" y="3719"/>
                    <a:pt x="625" y="3981"/>
                    <a:pt x="562" y="4244"/>
                  </a:cubicBezTo>
                  <a:cubicBezTo>
                    <a:pt x="537" y="4356"/>
                    <a:pt x="525" y="4481"/>
                    <a:pt x="500" y="4594"/>
                  </a:cubicBezTo>
                  <a:cubicBezTo>
                    <a:pt x="462" y="4731"/>
                    <a:pt x="500" y="4869"/>
                    <a:pt x="600" y="4969"/>
                  </a:cubicBezTo>
                  <a:cubicBezTo>
                    <a:pt x="737" y="5081"/>
                    <a:pt x="912" y="5131"/>
                    <a:pt x="1100" y="5131"/>
                  </a:cubicBezTo>
                  <a:cubicBezTo>
                    <a:pt x="1225" y="5118"/>
                    <a:pt x="1350" y="5106"/>
                    <a:pt x="1462" y="5081"/>
                  </a:cubicBezTo>
                  <a:cubicBezTo>
                    <a:pt x="1900" y="4981"/>
                    <a:pt x="2324" y="4656"/>
                    <a:pt x="2312" y="4169"/>
                  </a:cubicBezTo>
                  <a:cubicBezTo>
                    <a:pt x="2312" y="4006"/>
                    <a:pt x="2299" y="3831"/>
                    <a:pt x="2274" y="3656"/>
                  </a:cubicBezTo>
                  <a:cubicBezTo>
                    <a:pt x="2249" y="3344"/>
                    <a:pt x="2237" y="3032"/>
                    <a:pt x="2262" y="2719"/>
                  </a:cubicBezTo>
                  <a:cubicBezTo>
                    <a:pt x="2274" y="2544"/>
                    <a:pt x="2312" y="2369"/>
                    <a:pt x="2337" y="2194"/>
                  </a:cubicBezTo>
                  <a:cubicBezTo>
                    <a:pt x="2374" y="2007"/>
                    <a:pt x="2412" y="1819"/>
                    <a:pt x="2424" y="1632"/>
                  </a:cubicBezTo>
                  <a:cubicBezTo>
                    <a:pt x="2462" y="1120"/>
                    <a:pt x="2287" y="620"/>
                    <a:pt x="1925" y="257"/>
                  </a:cubicBezTo>
                  <a:cubicBezTo>
                    <a:pt x="1747" y="90"/>
                    <a:pt x="1516" y="0"/>
                    <a:pt x="12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46">
              <a:extLst>
                <a:ext uri="{FF2B5EF4-FFF2-40B4-BE49-F238E27FC236}">
                  <a16:creationId xmlns:a16="http://schemas.microsoft.com/office/drawing/2014/main" id="{E96B9365-E2E1-2066-4A47-E663A3F9C88D}"/>
                </a:ext>
              </a:extLst>
            </p:cNvPr>
            <p:cNvSpPr/>
            <p:nvPr/>
          </p:nvSpPr>
          <p:spPr>
            <a:xfrm>
              <a:off x="6976224" y="4169842"/>
              <a:ext cx="177972" cy="97031"/>
            </a:xfrm>
            <a:custGeom>
              <a:avLst/>
              <a:gdLst/>
              <a:ahLst/>
              <a:cxnLst/>
              <a:rect l="l" t="t" r="r" b="b"/>
              <a:pathLst>
                <a:path w="3263" h="1779" extrusionOk="0">
                  <a:moveTo>
                    <a:pt x="1" y="0"/>
                  </a:moveTo>
                  <a:cubicBezTo>
                    <a:pt x="1" y="112"/>
                    <a:pt x="26" y="225"/>
                    <a:pt x="63" y="337"/>
                  </a:cubicBezTo>
                  <a:cubicBezTo>
                    <a:pt x="126" y="550"/>
                    <a:pt x="151" y="775"/>
                    <a:pt x="138" y="987"/>
                  </a:cubicBezTo>
                  <a:cubicBezTo>
                    <a:pt x="88" y="1175"/>
                    <a:pt x="63" y="1350"/>
                    <a:pt x="63" y="1537"/>
                  </a:cubicBezTo>
                  <a:cubicBezTo>
                    <a:pt x="89" y="1715"/>
                    <a:pt x="183" y="1744"/>
                    <a:pt x="307" y="1744"/>
                  </a:cubicBezTo>
                  <a:cubicBezTo>
                    <a:pt x="366" y="1744"/>
                    <a:pt x="432" y="1737"/>
                    <a:pt x="501" y="1737"/>
                  </a:cubicBezTo>
                  <a:cubicBezTo>
                    <a:pt x="544" y="1736"/>
                    <a:pt x="587" y="1736"/>
                    <a:pt x="630" y="1736"/>
                  </a:cubicBezTo>
                  <a:cubicBezTo>
                    <a:pt x="1137" y="1736"/>
                    <a:pt x="1648" y="1779"/>
                    <a:pt x="2150" y="1779"/>
                  </a:cubicBezTo>
                  <a:cubicBezTo>
                    <a:pt x="2399" y="1779"/>
                    <a:pt x="2645" y="1768"/>
                    <a:pt x="2888" y="1737"/>
                  </a:cubicBezTo>
                  <a:cubicBezTo>
                    <a:pt x="3013" y="1737"/>
                    <a:pt x="3138" y="1687"/>
                    <a:pt x="3225" y="1600"/>
                  </a:cubicBezTo>
                  <a:cubicBezTo>
                    <a:pt x="3262" y="1550"/>
                    <a:pt x="3225" y="1462"/>
                    <a:pt x="3063" y="1375"/>
                  </a:cubicBezTo>
                  <a:cubicBezTo>
                    <a:pt x="2975" y="1312"/>
                    <a:pt x="2863" y="1262"/>
                    <a:pt x="2750" y="1237"/>
                  </a:cubicBezTo>
                  <a:cubicBezTo>
                    <a:pt x="2363" y="1112"/>
                    <a:pt x="1988" y="950"/>
                    <a:pt x="1650" y="712"/>
                  </a:cubicBezTo>
                  <a:cubicBezTo>
                    <a:pt x="1413" y="537"/>
                    <a:pt x="1213" y="312"/>
                    <a:pt x="1063" y="63"/>
                  </a:cubicBezTo>
                  <a:cubicBezTo>
                    <a:pt x="1055" y="46"/>
                    <a:pt x="1009" y="40"/>
                    <a:pt x="949" y="40"/>
                  </a:cubicBezTo>
                  <a:cubicBezTo>
                    <a:pt x="828" y="40"/>
                    <a:pt x="651" y="63"/>
                    <a:pt x="601" y="63"/>
                  </a:cubicBez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46">
              <a:extLst>
                <a:ext uri="{FF2B5EF4-FFF2-40B4-BE49-F238E27FC236}">
                  <a16:creationId xmlns:a16="http://schemas.microsoft.com/office/drawing/2014/main" id="{DFB4C14C-5CDD-F315-A92B-86ECF9688085}"/>
                </a:ext>
              </a:extLst>
            </p:cNvPr>
            <p:cNvSpPr/>
            <p:nvPr/>
          </p:nvSpPr>
          <p:spPr>
            <a:xfrm>
              <a:off x="6518231" y="1944453"/>
              <a:ext cx="162918" cy="141156"/>
            </a:xfrm>
            <a:custGeom>
              <a:avLst/>
              <a:gdLst/>
              <a:ahLst/>
              <a:cxnLst/>
              <a:rect l="l" t="t" r="r" b="b"/>
              <a:pathLst>
                <a:path w="2987" h="2588" extrusionOk="0">
                  <a:moveTo>
                    <a:pt x="774" y="1"/>
                  </a:moveTo>
                  <a:cubicBezTo>
                    <a:pt x="692" y="1"/>
                    <a:pt x="608" y="8"/>
                    <a:pt x="525" y="25"/>
                  </a:cubicBezTo>
                  <a:cubicBezTo>
                    <a:pt x="462" y="37"/>
                    <a:pt x="412" y="50"/>
                    <a:pt x="362" y="74"/>
                  </a:cubicBezTo>
                  <a:cubicBezTo>
                    <a:pt x="237" y="137"/>
                    <a:pt x="150" y="224"/>
                    <a:pt x="88" y="337"/>
                  </a:cubicBezTo>
                  <a:cubicBezTo>
                    <a:pt x="0" y="574"/>
                    <a:pt x="75" y="837"/>
                    <a:pt x="275" y="987"/>
                  </a:cubicBezTo>
                  <a:cubicBezTo>
                    <a:pt x="475" y="1137"/>
                    <a:pt x="712" y="1212"/>
                    <a:pt x="962" y="1224"/>
                  </a:cubicBezTo>
                  <a:cubicBezTo>
                    <a:pt x="1500" y="1262"/>
                    <a:pt x="1737" y="1262"/>
                    <a:pt x="1975" y="1799"/>
                  </a:cubicBezTo>
                  <a:cubicBezTo>
                    <a:pt x="2072" y="2019"/>
                    <a:pt x="2158" y="2587"/>
                    <a:pt x="2490" y="2587"/>
                  </a:cubicBezTo>
                  <a:cubicBezTo>
                    <a:pt x="2497" y="2587"/>
                    <a:pt x="2505" y="2587"/>
                    <a:pt x="2512" y="2586"/>
                  </a:cubicBezTo>
                  <a:cubicBezTo>
                    <a:pt x="2812" y="2561"/>
                    <a:pt x="2937" y="2011"/>
                    <a:pt x="2949" y="1787"/>
                  </a:cubicBezTo>
                  <a:cubicBezTo>
                    <a:pt x="2987" y="1387"/>
                    <a:pt x="2799" y="999"/>
                    <a:pt x="2462" y="787"/>
                  </a:cubicBezTo>
                  <a:cubicBezTo>
                    <a:pt x="2125" y="599"/>
                    <a:pt x="1800" y="374"/>
                    <a:pt x="1462" y="187"/>
                  </a:cubicBezTo>
                  <a:cubicBezTo>
                    <a:pt x="1248" y="66"/>
                    <a:pt x="1014" y="1"/>
                    <a:pt x="7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46">
              <a:extLst>
                <a:ext uri="{FF2B5EF4-FFF2-40B4-BE49-F238E27FC236}">
                  <a16:creationId xmlns:a16="http://schemas.microsoft.com/office/drawing/2014/main" id="{16081014-3A17-5C56-F59C-11B1CD2BAD1B}"/>
                </a:ext>
              </a:extLst>
            </p:cNvPr>
            <p:cNvSpPr/>
            <p:nvPr/>
          </p:nvSpPr>
          <p:spPr>
            <a:xfrm>
              <a:off x="6616353" y="2046393"/>
              <a:ext cx="47616" cy="53343"/>
            </a:xfrm>
            <a:custGeom>
              <a:avLst/>
              <a:gdLst/>
              <a:ahLst/>
              <a:cxnLst/>
              <a:rect l="l" t="t" r="r" b="b"/>
              <a:pathLst>
                <a:path w="873" h="978" extrusionOk="0">
                  <a:moveTo>
                    <a:pt x="329" y="0"/>
                  </a:moveTo>
                  <a:cubicBezTo>
                    <a:pt x="245" y="0"/>
                    <a:pt x="161" y="28"/>
                    <a:pt x="101" y="80"/>
                  </a:cubicBezTo>
                  <a:lnTo>
                    <a:pt x="1" y="755"/>
                  </a:lnTo>
                  <a:cubicBezTo>
                    <a:pt x="85" y="910"/>
                    <a:pt x="225" y="977"/>
                    <a:pt x="364" y="977"/>
                  </a:cubicBezTo>
                  <a:cubicBezTo>
                    <a:pt x="618" y="977"/>
                    <a:pt x="873" y="757"/>
                    <a:pt x="800" y="442"/>
                  </a:cubicBezTo>
                  <a:cubicBezTo>
                    <a:pt x="775" y="367"/>
                    <a:pt x="750" y="305"/>
                    <a:pt x="700" y="242"/>
                  </a:cubicBezTo>
                  <a:cubicBezTo>
                    <a:pt x="638" y="142"/>
                    <a:pt x="538" y="67"/>
                    <a:pt x="438" y="18"/>
                  </a:cubicBezTo>
                  <a:cubicBezTo>
                    <a:pt x="403" y="6"/>
                    <a:pt x="366" y="0"/>
                    <a:pt x="3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46">
              <a:extLst>
                <a:ext uri="{FF2B5EF4-FFF2-40B4-BE49-F238E27FC236}">
                  <a16:creationId xmlns:a16="http://schemas.microsoft.com/office/drawing/2014/main" id="{C43340E3-C12D-98A6-80F8-CACFC76B9CEF}"/>
                </a:ext>
              </a:extLst>
            </p:cNvPr>
            <p:cNvSpPr/>
            <p:nvPr/>
          </p:nvSpPr>
          <p:spPr>
            <a:xfrm>
              <a:off x="6533885" y="2079337"/>
              <a:ext cx="49797" cy="29398"/>
            </a:xfrm>
            <a:custGeom>
              <a:avLst/>
              <a:gdLst/>
              <a:ahLst/>
              <a:cxnLst/>
              <a:rect l="l" t="t" r="r" b="b"/>
              <a:pathLst>
                <a:path w="913" h="539" extrusionOk="0">
                  <a:moveTo>
                    <a:pt x="38" y="1"/>
                  </a:moveTo>
                  <a:cubicBezTo>
                    <a:pt x="0" y="226"/>
                    <a:pt x="138" y="451"/>
                    <a:pt x="350" y="526"/>
                  </a:cubicBezTo>
                  <a:cubicBezTo>
                    <a:pt x="388" y="538"/>
                    <a:pt x="438" y="538"/>
                    <a:pt x="488" y="538"/>
                  </a:cubicBezTo>
                  <a:cubicBezTo>
                    <a:pt x="663" y="538"/>
                    <a:pt x="825" y="438"/>
                    <a:pt x="913" y="276"/>
                  </a:cubicBezTo>
                  <a:lnTo>
                    <a:pt x="813" y="238"/>
                  </a:lnTo>
                  <a:cubicBezTo>
                    <a:pt x="746" y="386"/>
                    <a:pt x="621" y="450"/>
                    <a:pt x="497" y="450"/>
                  </a:cubicBezTo>
                  <a:cubicBezTo>
                    <a:pt x="294" y="450"/>
                    <a:pt x="92" y="281"/>
                    <a:pt x="138" y="26"/>
                  </a:cubicBezTo>
                  <a:lnTo>
                    <a:pt x="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46">
              <a:extLst>
                <a:ext uri="{FF2B5EF4-FFF2-40B4-BE49-F238E27FC236}">
                  <a16:creationId xmlns:a16="http://schemas.microsoft.com/office/drawing/2014/main" id="{A2134F44-D51A-45E7-A740-972148D96076}"/>
                </a:ext>
              </a:extLst>
            </p:cNvPr>
            <p:cNvSpPr/>
            <p:nvPr/>
          </p:nvSpPr>
          <p:spPr>
            <a:xfrm>
              <a:off x="6544793" y="2138679"/>
              <a:ext cx="36871" cy="35453"/>
            </a:xfrm>
            <a:custGeom>
              <a:avLst/>
              <a:gdLst/>
              <a:ahLst/>
              <a:cxnLst/>
              <a:rect l="l" t="t" r="r" b="b"/>
              <a:pathLst>
                <a:path w="676" h="650" extrusionOk="0">
                  <a:moveTo>
                    <a:pt x="0" y="0"/>
                  </a:moveTo>
                  <a:cubicBezTo>
                    <a:pt x="25" y="13"/>
                    <a:pt x="38" y="38"/>
                    <a:pt x="63" y="50"/>
                  </a:cubicBezTo>
                  <a:lnTo>
                    <a:pt x="75" y="50"/>
                  </a:lnTo>
                  <a:cubicBezTo>
                    <a:pt x="175" y="237"/>
                    <a:pt x="225" y="450"/>
                    <a:pt x="250" y="650"/>
                  </a:cubicBezTo>
                  <a:cubicBezTo>
                    <a:pt x="338" y="425"/>
                    <a:pt x="488" y="213"/>
                    <a:pt x="675" y="50"/>
                  </a:cubicBezTo>
                  <a:lnTo>
                    <a:pt x="675" y="50"/>
                  </a:lnTo>
                  <a:cubicBezTo>
                    <a:pt x="632" y="56"/>
                    <a:pt x="585" y="59"/>
                    <a:pt x="538" y="59"/>
                  </a:cubicBezTo>
                  <a:cubicBezTo>
                    <a:pt x="491" y="59"/>
                    <a:pt x="444" y="56"/>
                    <a:pt x="400" y="50"/>
                  </a:cubicBezTo>
                  <a:cubicBezTo>
                    <a:pt x="275" y="50"/>
                    <a:pt x="163" y="25"/>
                    <a:pt x="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46">
              <a:extLst>
                <a:ext uri="{FF2B5EF4-FFF2-40B4-BE49-F238E27FC236}">
                  <a16:creationId xmlns:a16="http://schemas.microsoft.com/office/drawing/2014/main" id="{797787A1-4B1E-5A88-B27F-43EE75070B14}"/>
                </a:ext>
              </a:extLst>
            </p:cNvPr>
            <p:cNvSpPr/>
            <p:nvPr/>
          </p:nvSpPr>
          <p:spPr>
            <a:xfrm>
              <a:off x="6632061" y="2064338"/>
              <a:ext cx="10254" cy="18490"/>
            </a:xfrm>
            <a:custGeom>
              <a:avLst/>
              <a:gdLst/>
              <a:ahLst/>
              <a:cxnLst/>
              <a:rect l="l" t="t" r="r" b="b"/>
              <a:pathLst>
                <a:path w="188" h="339" extrusionOk="0">
                  <a:moveTo>
                    <a:pt x="13" y="1"/>
                  </a:moveTo>
                  <a:lnTo>
                    <a:pt x="0" y="313"/>
                  </a:lnTo>
                  <a:lnTo>
                    <a:pt x="0" y="338"/>
                  </a:lnTo>
                  <a:cubicBezTo>
                    <a:pt x="38" y="338"/>
                    <a:pt x="62" y="326"/>
                    <a:pt x="87" y="326"/>
                  </a:cubicBezTo>
                  <a:cubicBezTo>
                    <a:pt x="162" y="288"/>
                    <a:pt x="187" y="213"/>
                    <a:pt x="175" y="138"/>
                  </a:cubicBezTo>
                  <a:cubicBezTo>
                    <a:pt x="150" y="63"/>
                    <a:pt x="87" y="13"/>
                    <a:pt x="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46">
              <a:extLst>
                <a:ext uri="{FF2B5EF4-FFF2-40B4-BE49-F238E27FC236}">
                  <a16:creationId xmlns:a16="http://schemas.microsoft.com/office/drawing/2014/main" id="{89628BF1-3B42-60CC-57E5-D11A59D7D029}"/>
                </a:ext>
              </a:extLst>
            </p:cNvPr>
            <p:cNvSpPr/>
            <p:nvPr/>
          </p:nvSpPr>
          <p:spPr>
            <a:xfrm>
              <a:off x="6553629" y="2928618"/>
              <a:ext cx="36871" cy="273367"/>
            </a:xfrm>
            <a:custGeom>
              <a:avLst/>
              <a:gdLst/>
              <a:ahLst/>
              <a:cxnLst/>
              <a:rect l="l" t="t" r="r" b="b"/>
              <a:pathLst>
                <a:path w="676" h="5012" extrusionOk="0">
                  <a:moveTo>
                    <a:pt x="1" y="1"/>
                  </a:moveTo>
                  <a:cubicBezTo>
                    <a:pt x="138" y="1675"/>
                    <a:pt x="338" y="3362"/>
                    <a:pt x="576" y="5012"/>
                  </a:cubicBezTo>
                  <a:lnTo>
                    <a:pt x="676" y="4999"/>
                  </a:lnTo>
                  <a:cubicBezTo>
                    <a:pt x="438" y="3350"/>
                    <a:pt x="238" y="1663"/>
                    <a:pt x="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46">
              <a:extLst>
                <a:ext uri="{FF2B5EF4-FFF2-40B4-BE49-F238E27FC236}">
                  <a16:creationId xmlns:a16="http://schemas.microsoft.com/office/drawing/2014/main" id="{BC6A9D79-4953-C189-985F-E5DD5E5A78D0}"/>
                </a:ext>
              </a:extLst>
            </p:cNvPr>
            <p:cNvSpPr/>
            <p:nvPr/>
          </p:nvSpPr>
          <p:spPr>
            <a:xfrm>
              <a:off x="6391420" y="2372448"/>
              <a:ext cx="38889" cy="81159"/>
            </a:xfrm>
            <a:custGeom>
              <a:avLst/>
              <a:gdLst/>
              <a:ahLst/>
              <a:cxnLst/>
              <a:rect l="l" t="t" r="r" b="b"/>
              <a:pathLst>
                <a:path w="713" h="1488" extrusionOk="0">
                  <a:moveTo>
                    <a:pt x="626" y="0"/>
                  </a:moveTo>
                  <a:lnTo>
                    <a:pt x="1" y="1438"/>
                  </a:lnTo>
                  <a:lnTo>
                    <a:pt x="88" y="1488"/>
                  </a:lnTo>
                  <a:lnTo>
                    <a:pt x="713" y="38"/>
                  </a:lnTo>
                  <a:lnTo>
                    <a:pt x="6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46">
              <a:extLst>
                <a:ext uri="{FF2B5EF4-FFF2-40B4-BE49-F238E27FC236}">
                  <a16:creationId xmlns:a16="http://schemas.microsoft.com/office/drawing/2014/main" id="{27E399EE-573F-4861-9793-96BB6923C8E2}"/>
                </a:ext>
              </a:extLst>
            </p:cNvPr>
            <p:cNvSpPr/>
            <p:nvPr/>
          </p:nvSpPr>
          <p:spPr>
            <a:xfrm>
              <a:off x="6743819" y="2420173"/>
              <a:ext cx="37525" cy="85250"/>
            </a:xfrm>
            <a:custGeom>
              <a:avLst/>
              <a:gdLst/>
              <a:ahLst/>
              <a:cxnLst/>
              <a:rect l="l" t="t" r="r" b="b"/>
              <a:pathLst>
                <a:path w="688" h="1563" extrusionOk="0">
                  <a:moveTo>
                    <a:pt x="100" y="0"/>
                  </a:moveTo>
                  <a:lnTo>
                    <a:pt x="0" y="25"/>
                  </a:lnTo>
                  <a:cubicBezTo>
                    <a:pt x="125" y="563"/>
                    <a:pt x="325" y="1087"/>
                    <a:pt x="600" y="1562"/>
                  </a:cubicBezTo>
                  <a:lnTo>
                    <a:pt x="688" y="1525"/>
                  </a:lnTo>
                  <a:cubicBezTo>
                    <a:pt x="425" y="1037"/>
                    <a:pt x="225" y="525"/>
                    <a:pt x="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46">
              <a:extLst>
                <a:ext uri="{FF2B5EF4-FFF2-40B4-BE49-F238E27FC236}">
                  <a16:creationId xmlns:a16="http://schemas.microsoft.com/office/drawing/2014/main" id="{88196BA2-D38C-25F8-6DA4-6346ECE94265}"/>
                </a:ext>
              </a:extLst>
            </p:cNvPr>
            <p:cNvSpPr/>
            <p:nvPr/>
          </p:nvSpPr>
          <p:spPr>
            <a:xfrm>
              <a:off x="6171941" y="1498623"/>
              <a:ext cx="162264" cy="106412"/>
            </a:xfrm>
            <a:custGeom>
              <a:avLst/>
              <a:gdLst/>
              <a:ahLst/>
              <a:cxnLst/>
              <a:rect l="l" t="t" r="r" b="b"/>
              <a:pathLst>
                <a:path w="2975" h="1951" extrusionOk="0">
                  <a:moveTo>
                    <a:pt x="2700" y="913"/>
                  </a:moveTo>
                  <a:cubicBezTo>
                    <a:pt x="2738" y="913"/>
                    <a:pt x="2763" y="925"/>
                    <a:pt x="2787" y="950"/>
                  </a:cubicBezTo>
                  <a:cubicBezTo>
                    <a:pt x="2800" y="975"/>
                    <a:pt x="2812" y="1000"/>
                    <a:pt x="2800" y="1025"/>
                  </a:cubicBezTo>
                  <a:lnTo>
                    <a:pt x="2688" y="1725"/>
                  </a:lnTo>
                  <a:cubicBezTo>
                    <a:pt x="2675" y="1775"/>
                    <a:pt x="2638" y="1800"/>
                    <a:pt x="2588" y="1800"/>
                  </a:cubicBezTo>
                  <a:lnTo>
                    <a:pt x="1113" y="1800"/>
                  </a:lnTo>
                  <a:cubicBezTo>
                    <a:pt x="1063" y="1800"/>
                    <a:pt x="1025" y="1775"/>
                    <a:pt x="1013" y="1725"/>
                  </a:cubicBezTo>
                  <a:lnTo>
                    <a:pt x="863" y="913"/>
                  </a:lnTo>
                  <a:close/>
                  <a:moveTo>
                    <a:pt x="26" y="1"/>
                  </a:moveTo>
                  <a:lnTo>
                    <a:pt x="1" y="138"/>
                  </a:lnTo>
                  <a:lnTo>
                    <a:pt x="501" y="213"/>
                  </a:lnTo>
                  <a:cubicBezTo>
                    <a:pt x="551" y="213"/>
                    <a:pt x="576" y="238"/>
                    <a:pt x="588" y="288"/>
                  </a:cubicBezTo>
                  <a:lnTo>
                    <a:pt x="888" y="1763"/>
                  </a:lnTo>
                  <a:cubicBezTo>
                    <a:pt x="913" y="1875"/>
                    <a:pt x="1013" y="1950"/>
                    <a:pt x="1125" y="1950"/>
                  </a:cubicBezTo>
                  <a:lnTo>
                    <a:pt x="2600" y="1950"/>
                  </a:lnTo>
                  <a:cubicBezTo>
                    <a:pt x="2725" y="1950"/>
                    <a:pt x="2825" y="1863"/>
                    <a:pt x="2837" y="1750"/>
                  </a:cubicBezTo>
                  <a:lnTo>
                    <a:pt x="2962" y="1050"/>
                  </a:lnTo>
                  <a:cubicBezTo>
                    <a:pt x="2975" y="988"/>
                    <a:pt x="2950" y="913"/>
                    <a:pt x="2912" y="863"/>
                  </a:cubicBezTo>
                  <a:cubicBezTo>
                    <a:pt x="2862" y="801"/>
                    <a:pt x="2787" y="776"/>
                    <a:pt x="2713" y="776"/>
                  </a:cubicBezTo>
                  <a:lnTo>
                    <a:pt x="838" y="776"/>
                  </a:lnTo>
                  <a:lnTo>
                    <a:pt x="726" y="251"/>
                  </a:lnTo>
                  <a:cubicBezTo>
                    <a:pt x="713" y="151"/>
                    <a:pt x="626" y="76"/>
                    <a:pt x="526" y="63"/>
                  </a:cubicBezTo>
                  <a:lnTo>
                    <a:pt x="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46">
              <a:extLst>
                <a:ext uri="{FF2B5EF4-FFF2-40B4-BE49-F238E27FC236}">
                  <a16:creationId xmlns:a16="http://schemas.microsoft.com/office/drawing/2014/main" id="{241A1BF3-EC9E-1003-AFA8-A5E64C8FE21E}"/>
                </a:ext>
              </a:extLst>
            </p:cNvPr>
            <p:cNvSpPr/>
            <p:nvPr/>
          </p:nvSpPr>
          <p:spPr>
            <a:xfrm>
              <a:off x="6230574" y="1605635"/>
              <a:ext cx="23890" cy="23944"/>
            </a:xfrm>
            <a:custGeom>
              <a:avLst/>
              <a:gdLst/>
              <a:ahLst/>
              <a:cxnLst/>
              <a:rect l="l" t="t" r="r" b="b"/>
              <a:pathLst>
                <a:path w="438" h="439" extrusionOk="0">
                  <a:moveTo>
                    <a:pt x="213" y="1"/>
                  </a:moveTo>
                  <a:cubicBezTo>
                    <a:pt x="100" y="1"/>
                    <a:pt x="0" y="101"/>
                    <a:pt x="0" y="213"/>
                  </a:cubicBezTo>
                  <a:cubicBezTo>
                    <a:pt x="0" y="338"/>
                    <a:pt x="100" y="438"/>
                    <a:pt x="213" y="438"/>
                  </a:cubicBezTo>
                  <a:cubicBezTo>
                    <a:pt x="338" y="438"/>
                    <a:pt x="438" y="338"/>
                    <a:pt x="438" y="213"/>
                  </a:cubicBezTo>
                  <a:cubicBezTo>
                    <a:pt x="438" y="101"/>
                    <a:pt x="338" y="1"/>
                    <a:pt x="2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6">
              <a:extLst>
                <a:ext uri="{FF2B5EF4-FFF2-40B4-BE49-F238E27FC236}">
                  <a16:creationId xmlns:a16="http://schemas.microsoft.com/office/drawing/2014/main" id="{5892AC5C-89CB-878C-349F-0BF584C89C57}"/>
                </a:ext>
              </a:extLst>
            </p:cNvPr>
            <p:cNvSpPr/>
            <p:nvPr/>
          </p:nvSpPr>
          <p:spPr>
            <a:xfrm>
              <a:off x="6278298" y="1605635"/>
              <a:ext cx="23890" cy="23944"/>
            </a:xfrm>
            <a:custGeom>
              <a:avLst/>
              <a:gdLst/>
              <a:ahLst/>
              <a:cxnLst/>
              <a:rect l="l" t="t" r="r" b="b"/>
              <a:pathLst>
                <a:path w="438" h="439" extrusionOk="0">
                  <a:moveTo>
                    <a:pt x="225" y="1"/>
                  </a:moveTo>
                  <a:cubicBezTo>
                    <a:pt x="100" y="1"/>
                    <a:pt x="0" y="101"/>
                    <a:pt x="0" y="213"/>
                  </a:cubicBezTo>
                  <a:cubicBezTo>
                    <a:pt x="0" y="338"/>
                    <a:pt x="100" y="438"/>
                    <a:pt x="225" y="438"/>
                  </a:cubicBezTo>
                  <a:cubicBezTo>
                    <a:pt x="350" y="438"/>
                    <a:pt x="438" y="338"/>
                    <a:pt x="438" y="213"/>
                  </a:cubicBezTo>
                  <a:cubicBezTo>
                    <a:pt x="438" y="101"/>
                    <a:pt x="350" y="1"/>
                    <a:pt x="2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46">
              <a:extLst>
                <a:ext uri="{FF2B5EF4-FFF2-40B4-BE49-F238E27FC236}">
                  <a16:creationId xmlns:a16="http://schemas.microsoft.com/office/drawing/2014/main" id="{9237B39C-86B4-5A4C-120B-CC3802219289}"/>
                </a:ext>
              </a:extLst>
            </p:cNvPr>
            <p:cNvSpPr/>
            <p:nvPr/>
          </p:nvSpPr>
          <p:spPr>
            <a:xfrm>
              <a:off x="5975642" y="1504023"/>
              <a:ext cx="107067" cy="92122"/>
            </a:xfrm>
            <a:custGeom>
              <a:avLst/>
              <a:gdLst/>
              <a:ahLst/>
              <a:cxnLst/>
              <a:rect l="l" t="t" r="r" b="b"/>
              <a:pathLst>
                <a:path w="1963" h="1689" extrusionOk="0">
                  <a:moveTo>
                    <a:pt x="1113" y="152"/>
                  </a:moveTo>
                  <a:cubicBezTo>
                    <a:pt x="1500" y="152"/>
                    <a:pt x="1800" y="464"/>
                    <a:pt x="1800" y="839"/>
                  </a:cubicBezTo>
                  <a:cubicBezTo>
                    <a:pt x="1800" y="1260"/>
                    <a:pt x="1460" y="1539"/>
                    <a:pt x="1104" y="1539"/>
                  </a:cubicBezTo>
                  <a:cubicBezTo>
                    <a:pt x="932" y="1539"/>
                    <a:pt x="756" y="1473"/>
                    <a:pt x="613" y="1326"/>
                  </a:cubicBezTo>
                  <a:cubicBezTo>
                    <a:pt x="176" y="889"/>
                    <a:pt x="488" y="152"/>
                    <a:pt x="1113" y="152"/>
                  </a:cubicBezTo>
                  <a:close/>
                  <a:moveTo>
                    <a:pt x="1111" y="1"/>
                  </a:moveTo>
                  <a:cubicBezTo>
                    <a:pt x="905" y="1"/>
                    <a:pt x="695" y="78"/>
                    <a:pt x="526" y="252"/>
                  </a:cubicBezTo>
                  <a:cubicBezTo>
                    <a:pt x="1" y="776"/>
                    <a:pt x="363" y="1676"/>
                    <a:pt x="1113" y="1689"/>
                  </a:cubicBezTo>
                  <a:cubicBezTo>
                    <a:pt x="1575" y="1689"/>
                    <a:pt x="1950" y="1314"/>
                    <a:pt x="1963" y="839"/>
                  </a:cubicBezTo>
                  <a:cubicBezTo>
                    <a:pt x="1963" y="340"/>
                    <a:pt x="1544" y="1"/>
                    <a:pt x="11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46">
              <a:extLst>
                <a:ext uri="{FF2B5EF4-FFF2-40B4-BE49-F238E27FC236}">
                  <a16:creationId xmlns:a16="http://schemas.microsoft.com/office/drawing/2014/main" id="{E4182E59-E00A-E06A-1020-1EE8CF5A3D66}"/>
                </a:ext>
              </a:extLst>
            </p:cNvPr>
            <p:cNvSpPr/>
            <p:nvPr/>
          </p:nvSpPr>
          <p:spPr>
            <a:xfrm>
              <a:off x="6056747" y="1583164"/>
              <a:ext cx="39598" cy="42979"/>
            </a:xfrm>
            <a:custGeom>
              <a:avLst/>
              <a:gdLst/>
              <a:ahLst/>
              <a:cxnLst/>
              <a:rect l="l" t="t" r="r" b="b"/>
              <a:pathLst>
                <a:path w="726" h="788" extrusionOk="0">
                  <a:moveTo>
                    <a:pt x="113" y="0"/>
                  </a:moveTo>
                  <a:lnTo>
                    <a:pt x="1" y="88"/>
                  </a:lnTo>
                  <a:lnTo>
                    <a:pt x="613" y="788"/>
                  </a:lnTo>
                  <a:lnTo>
                    <a:pt x="726" y="688"/>
                  </a:lnTo>
                  <a:lnTo>
                    <a:pt x="1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6">
              <a:extLst>
                <a:ext uri="{FF2B5EF4-FFF2-40B4-BE49-F238E27FC236}">
                  <a16:creationId xmlns:a16="http://schemas.microsoft.com/office/drawing/2014/main" id="{BAF236AC-8355-1240-0F08-BCD3003AD148}"/>
                </a:ext>
              </a:extLst>
            </p:cNvPr>
            <p:cNvSpPr/>
            <p:nvPr/>
          </p:nvSpPr>
          <p:spPr>
            <a:xfrm>
              <a:off x="5242918" y="1558620"/>
              <a:ext cx="107067" cy="10254"/>
            </a:xfrm>
            <a:custGeom>
              <a:avLst/>
              <a:gdLst/>
              <a:ahLst/>
              <a:cxnLst/>
              <a:rect l="l" t="t" r="r" b="b"/>
              <a:pathLst>
                <a:path w="1963" h="188" extrusionOk="0">
                  <a:moveTo>
                    <a:pt x="1" y="0"/>
                  </a:moveTo>
                  <a:lnTo>
                    <a:pt x="1" y="188"/>
                  </a:lnTo>
                  <a:lnTo>
                    <a:pt x="1963" y="188"/>
                  </a:lnTo>
                  <a:lnTo>
                    <a:pt x="1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46">
              <a:extLst>
                <a:ext uri="{FF2B5EF4-FFF2-40B4-BE49-F238E27FC236}">
                  <a16:creationId xmlns:a16="http://schemas.microsoft.com/office/drawing/2014/main" id="{433DFCAB-E19A-CDCD-2D18-1434BC020C16}"/>
                </a:ext>
              </a:extLst>
            </p:cNvPr>
            <p:cNvSpPr/>
            <p:nvPr/>
          </p:nvSpPr>
          <p:spPr>
            <a:xfrm>
              <a:off x="5242918" y="1524531"/>
              <a:ext cx="107067" cy="10309"/>
            </a:xfrm>
            <a:custGeom>
              <a:avLst/>
              <a:gdLst/>
              <a:ahLst/>
              <a:cxnLst/>
              <a:rect l="l" t="t" r="r" b="b"/>
              <a:pathLst>
                <a:path w="1963" h="189" extrusionOk="0">
                  <a:moveTo>
                    <a:pt x="1" y="1"/>
                  </a:moveTo>
                  <a:lnTo>
                    <a:pt x="1" y="188"/>
                  </a:lnTo>
                  <a:lnTo>
                    <a:pt x="1963" y="188"/>
                  </a:lnTo>
                  <a:lnTo>
                    <a:pt x="19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46">
              <a:extLst>
                <a:ext uri="{FF2B5EF4-FFF2-40B4-BE49-F238E27FC236}">
                  <a16:creationId xmlns:a16="http://schemas.microsoft.com/office/drawing/2014/main" id="{A519A5AA-0646-984E-CE36-E19736D7A230}"/>
                </a:ext>
              </a:extLst>
            </p:cNvPr>
            <p:cNvSpPr/>
            <p:nvPr/>
          </p:nvSpPr>
          <p:spPr>
            <a:xfrm>
              <a:off x="5242918" y="1592709"/>
              <a:ext cx="107067" cy="10254"/>
            </a:xfrm>
            <a:custGeom>
              <a:avLst/>
              <a:gdLst/>
              <a:ahLst/>
              <a:cxnLst/>
              <a:rect l="l" t="t" r="r" b="b"/>
              <a:pathLst>
                <a:path w="1963" h="188" extrusionOk="0">
                  <a:moveTo>
                    <a:pt x="1" y="0"/>
                  </a:moveTo>
                  <a:lnTo>
                    <a:pt x="1" y="188"/>
                  </a:lnTo>
                  <a:lnTo>
                    <a:pt x="1963" y="188"/>
                  </a:lnTo>
                  <a:lnTo>
                    <a:pt x="1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6">
              <a:extLst>
                <a:ext uri="{FF2B5EF4-FFF2-40B4-BE49-F238E27FC236}">
                  <a16:creationId xmlns:a16="http://schemas.microsoft.com/office/drawing/2014/main" id="{FF45064F-98EB-5F4E-E572-845A6BC54D79}"/>
                </a:ext>
              </a:extLst>
            </p:cNvPr>
            <p:cNvSpPr/>
            <p:nvPr/>
          </p:nvSpPr>
          <p:spPr>
            <a:xfrm>
              <a:off x="5459343" y="1510404"/>
              <a:ext cx="133084" cy="106903"/>
            </a:xfrm>
            <a:custGeom>
              <a:avLst/>
              <a:gdLst/>
              <a:ahLst/>
              <a:cxnLst/>
              <a:rect l="l" t="t" r="r" b="b"/>
              <a:pathLst>
                <a:path w="2440" h="1960" extrusionOk="0">
                  <a:moveTo>
                    <a:pt x="632" y="1"/>
                  </a:moveTo>
                  <a:cubicBezTo>
                    <a:pt x="180" y="1"/>
                    <a:pt x="0" y="463"/>
                    <a:pt x="207" y="897"/>
                  </a:cubicBezTo>
                  <a:cubicBezTo>
                    <a:pt x="444" y="1397"/>
                    <a:pt x="1231" y="1959"/>
                    <a:pt x="1231" y="1959"/>
                  </a:cubicBezTo>
                  <a:cubicBezTo>
                    <a:pt x="1231" y="1959"/>
                    <a:pt x="2019" y="1372"/>
                    <a:pt x="2244" y="897"/>
                  </a:cubicBezTo>
                  <a:cubicBezTo>
                    <a:pt x="2439" y="473"/>
                    <a:pt x="2266" y="1"/>
                    <a:pt x="1814" y="1"/>
                  </a:cubicBezTo>
                  <a:cubicBezTo>
                    <a:pt x="1747" y="1"/>
                    <a:pt x="1673" y="12"/>
                    <a:pt x="1594" y="35"/>
                  </a:cubicBezTo>
                  <a:cubicBezTo>
                    <a:pt x="1381" y="97"/>
                    <a:pt x="1231" y="385"/>
                    <a:pt x="1231" y="385"/>
                  </a:cubicBezTo>
                  <a:cubicBezTo>
                    <a:pt x="1231" y="385"/>
                    <a:pt x="1069" y="97"/>
                    <a:pt x="856" y="35"/>
                  </a:cubicBezTo>
                  <a:cubicBezTo>
                    <a:pt x="776" y="12"/>
                    <a:pt x="701" y="1"/>
                    <a:pt x="6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descr="A screenshot of a computer program&#10;&#10;AI-generated content may be incorrect.">
            <a:extLst>
              <a:ext uri="{FF2B5EF4-FFF2-40B4-BE49-F238E27FC236}">
                <a16:creationId xmlns:a16="http://schemas.microsoft.com/office/drawing/2014/main" id="{F39E2246-3086-38C0-C304-3EA4D8E08383}"/>
              </a:ext>
            </a:extLst>
          </p:cNvPr>
          <p:cNvPicPr>
            <a:picLocks noChangeAspect="1"/>
          </p:cNvPicPr>
          <p:nvPr/>
        </p:nvPicPr>
        <p:blipFill>
          <a:blip r:embed="rId3"/>
          <a:stretch>
            <a:fillRect/>
          </a:stretch>
        </p:blipFill>
        <p:spPr>
          <a:xfrm>
            <a:off x="2698354" y="177693"/>
            <a:ext cx="3752095" cy="4245430"/>
          </a:xfrm>
          <a:prstGeom prst="rect">
            <a:avLst/>
          </a:prstGeom>
        </p:spPr>
      </p:pic>
      <p:sp>
        <p:nvSpPr>
          <p:cNvPr id="4" name="TextBox 3">
            <a:extLst>
              <a:ext uri="{FF2B5EF4-FFF2-40B4-BE49-F238E27FC236}">
                <a16:creationId xmlns:a16="http://schemas.microsoft.com/office/drawing/2014/main" id="{CBD6214B-1DAA-1BF2-D257-BE4FD1422D4D}"/>
              </a:ext>
            </a:extLst>
          </p:cNvPr>
          <p:cNvSpPr txBox="1"/>
          <p:nvPr/>
        </p:nvSpPr>
        <p:spPr>
          <a:xfrm>
            <a:off x="6496449" y="1637660"/>
            <a:ext cx="249555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200" i="1">
                <a:solidFill>
                  <a:schemeClr val="tx1">
                    <a:lumMod val="76000"/>
                  </a:schemeClr>
                </a:solidFill>
                <a:latin typeface="Roboto"/>
              </a:rPr>
              <a:t>The original dataset was provided as a flat table. Using SQL, we transformed it into a star schema by creating related dimension and fact tables. This structure allows for proper relational modeling and supports efficient querying and analysis in Power BI.</a:t>
            </a:r>
            <a:endParaRPr lang="en-US" i="1">
              <a:solidFill>
                <a:schemeClr val="tx1">
                  <a:lumMod val="76000"/>
                </a:schemeClr>
              </a:solidFill>
            </a:endParaRPr>
          </a:p>
        </p:txBody>
      </p:sp>
    </p:spTree>
    <p:extLst>
      <p:ext uri="{BB962C8B-B14F-4D97-AF65-F5344CB8AC3E}">
        <p14:creationId xmlns:p14="http://schemas.microsoft.com/office/powerpoint/2010/main" val="839429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78">
          <a:extLst>
            <a:ext uri="{FF2B5EF4-FFF2-40B4-BE49-F238E27FC236}">
              <a16:creationId xmlns:a16="http://schemas.microsoft.com/office/drawing/2014/main" id="{2DF0B5B6-93A2-2B42-1DE1-46A6409AF273}"/>
            </a:ext>
          </a:extLst>
        </p:cNvPr>
        <p:cNvGrpSpPr/>
        <p:nvPr/>
      </p:nvGrpSpPr>
      <p:grpSpPr>
        <a:xfrm>
          <a:off x="0" y="0"/>
          <a:ext cx="0" cy="0"/>
          <a:chOff x="0" y="0"/>
          <a:chExt cx="0" cy="0"/>
        </a:xfrm>
      </p:grpSpPr>
      <p:sp>
        <p:nvSpPr>
          <p:cNvPr id="980" name="Google Shape;980;p46">
            <a:extLst>
              <a:ext uri="{FF2B5EF4-FFF2-40B4-BE49-F238E27FC236}">
                <a16:creationId xmlns:a16="http://schemas.microsoft.com/office/drawing/2014/main" id="{ECF279F9-F22C-CA14-826D-0D54D0FB4BDF}"/>
              </a:ext>
            </a:extLst>
          </p:cNvPr>
          <p:cNvSpPr txBox="1">
            <a:spLocks noGrp="1"/>
          </p:cNvSpPr>
          <p:nvPr>
            <p:ph type="title"/>
          </p:nvPr>
        </p:nvSpPr>
        <p:spPr>
          <a:xfrm>
            <a:off x="2341" y="-183619"/>
            <a:ext cx="3162955" cy="697745"/>
          </a:xfrm>
          <a:prstGeom prst="rect">
            <a:avLst/>
          </a:prstGeom>
        </p:spPr>
        <p:txBody>
          <a:bodyPr spcFirstLastPara="1" wrap="square" lIns="91425" tIns="91425" rIns="91425" bIns="91425" anchor="t" anchorCtr="0">
            <a:noAutofit/>
          </a:bodyPr>
          <a:lstStyle/>
          <a:p>
            <a:r>
              <a:rPr lang="en">
                <a:solidFill>
                  <a:schemeClr val="accent2"/>
                </a:solidFill>
                <a:latin typeface="Lexend"/>
              </a:rPr>
              <a:t>Database Diagram 1 (SQL)</a:t>
            </a:r>
          </a:p>
        </p:txBody>
      </p:sp>
      <p:grpSp>
        <p:nvGrpSpPr>
          <p:cNvPr id="987" name="Google Shape;987;p46">
            <a:extLst>
              <a:ext uri="{FF2B5EF4-FFF2-40B4-BE49-F238E27FC236}">
                <a16:creationId xmlns:a16="http://schemas.microsoft.com/office/drawing/2014/main" id="{03B816B5-0F2E-93EC-54A3-951A6F127021}"/>
              </a:ext>
            </a:extLst>
          </p:cNvPr>
          <p:cNvGrpSpPr/>
          <p:nvPr/>
        </p:nvGrpSpPr>
        <p:grpSpPr>
          <a:xfrm>
            <a:off x="155977" y="1536562"/>
            <a:ext cx="2358677" cy="3561840"/>
            <a:chOff x="5148178" y="1237583"/>
            <a:chExt cx="2006019" cy="3029290"/>
          </a:xfrm>
        </p:grpSpPr>
        <p:sp>
          <p:nvSpPr>
            <p:cNvPr id="988" name="Google Shape;988;p46">
              <a:extLst>
                <a:ext uri="{FF2B5EF4-FFF2-40B4-BE49-F238E27FC236}">
                  <a16:creationId xmlns:a16="http://schemas.microsoft.com/office/drawing/2014/main" id="{1B0CA9BC-5C6A-02E3-4CC4-EF1AE0C654E8}"/>
                </a:ext>
              </a:extLst>
            </p:cNvPr>
            <p:cNvSpPr/>
            <p:nvPr/>
          </p:nvSpPr>
          <p:spPr>
            <a:xfrm>
              <a:off x="5148178" y="1237583"/>
              <a:ext cx="1269204" cy="2746869"/>
            </a:xfrm>
            <a:custGeom>
              <a:avLst/>
              <a:gdLst/>
              <a:ahLst/>
              <a:cxnLst/>
              <a:rect l="l" t="t" r="r" b="b"/>
              <a:pathLst>
                <a:path w="23270" h="50362" extrusionOk="0">
                  <a:moveTo>
                    <a:pt x="1413" y="1"/>
                  </a:moveTo>
                  <a:cubicBezTo>
                    <a:pt x="638" y="1"/>
                    <a:pt x="1" y="638"/>
                    <a:pt x="1" y="1425"/>
                  </a:cubicBezTo>
                  <a:lnTo>
                    <a:pt x="1" y="48950"/>
                  </a:lnTo>
                  <a:cubicBezTo>
                    <a:pt x="1" y="49737"/>
                    <a:pt x="638" y="50362"/>
                    <a:pt x="1413" y="50362"/>
                  </a:cubicBezTo>
                  <a:lnTo>
                    <a:pt x="21857" y="50362"/>
                  </a:lnTo>
                  <a:cubicBezTo>
                    <a:pt x="22632" y="50362"/>
                    <a:pt x="23270" y="49737"/>
                    <a:pt x="23270" y="48950"/>
                  </a:cubicBezTo>
                  <a:lnTo>
                    <a:pt x="23270" y="1425"/>
                  </a:lnTo>
                  <a:cubicBezTo>
                    <a:pt x="23270" y="638"/>
                    <a:pt x="22632" y="1"/>
                    <a:pt x="21857"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46">
              <a:extLst>
                <a:ext uri="{FF2B5EF4-FFF2-40B4-BE49-F238E27FC236}">
                  <a16:creationId xmlns:a16="http://schemas.microsoft.com/office/drawing/2014/main" id="{FD949829-CB04-1CAF-CA2A-B7872EE6F489}"/>
                </a:ext>
              </a:extLst>
            </p:cNvPr>
            <p:cNvSpPr/>
            <p:nvPr/>
          </p:nvSpPr>
          <p:spPr>
            <a:xfrm>
              <a:off x="5178176" y="1417518"/>
              <a:ext cx="1209207" cy="2387707"/>
            </a:xfrm>
            <a:custGeom>
              <a:avLst/>
              <a:gdLst/>
              <a:ahLst/>
              <a:cxnLst/>
              <a:rect l="l" t="t" r="r" b="b"/>
              <a:pathLst>
                <a:path w="22170" h="43777" extrusionOk="0">
                  <a:moveTo>
                    <a:pt x="1" y="1"/>
                  </a:moveTo>
                  <a:lnTo>
                    <a:pt x="1" y="43776"/>
                  </a:lnTo>
                  <a:lnTo>
                    <a:pt x="22170" y="43776"/>
                  </a:lnTo>
                  <a:lnTo>
                    <a:pt x="22170" y="1"/>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46">
              <a:extLst>
                <a:ext uri="{FF2B5EF4-FFF2-40B4-BE49-F238E27FC236}">
                  <a16:creationId xmlns:a16="http://schemas.microsoft.com/office/drawing/2014/main" id="{D36DF099-5579-EE3B-56C8-C8BBF5902D88}"/>
                </a:ext>
              </a:extLst>
            </p:cNvPr>
            <p:cNvSpPr/>
            <p:nvPr/>
          </p:nvSpPr>
          <p:spPr>
            <a:xfrm>
              <a:off x="5608953" y="3897184"/>
              <a:ext cx="347654" cy="55"/>
            </a:xfrm>
            <a:custGeom>
              <a:avLst/>
              <a:gdLst/>
              <a:ahLst/>
              <a:cxnLst/>
              <a:rect l="l" t="t" r="r" b="b"/>
              <a:pathLst>
                <a:path w="6374" h="1" extrusionOk="0">
                  <a:moveTo>
                    <a:pt x="0" y="0"/>
                  </a:moveTo>
                  <a:lnTo>
                    <a:pt x="6374"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46">
              <a:extLst>
                <a:ext uri="{FF2B5EF4-FFF2-40B4-BE49-F238E27FC236}">
                  <a16:creationId xmlns:a16="http://schemas.microsoft.com/office/drawing/2014/main" id="{C7088D88-10F2-7F02-A80A-D5FDA545AAB1}"/>
                </a:ext>
              </a:extLst>
            </p:cNvPr>
            <p:cNvSpPr/>
            <p:nvPr/>
          </p:nvSpPr>
          <p:spPr>
            <a:xfrm>
              <a:off x="5608953" y="3894457"/>
              <a:ext cx="347654" cy="5509"/>
            </a:xfrm>
            <a:custGeom>
              <a:avLst/>
              <a:gdLst/>
              <a:ahLst/>
              <a:cxnLst/>
              <a:rect l="l" t="t" r="r" b="b"/>
              <a:pathLst>
                <a:path w="6374" h="101" extrusionOk="0">
                  <a:moveTo>
                    <a:pt x="0" y="0"/>
                  </a:moveTo>
                  <a:lnTo>
                    <a:pt x="0" y="100"/>
                  </a:lnTo>
                  <a:lnTo>
                    <a:pt x="6374" y="100"/>
                  </a:lnTo>
                  <a:lnTo>
                    <a:pt x="63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46">
              <a:extLst>
                <a:ext uri="{FF2B5EF4-FFF2-40B4-BE49-F238E27FC236}">
                  <a16:creationId xmlns:a16="http://schemas.microsoft.com/office/drawing/2014/main" id="{5FBE798A-C1B7-B098-9748-49F83122F853}"/>
                </a:ext>
              </a:extLst>
            </p:cNvPr>
            <p:cNvSpPr/>
            <p:nvPr/>
          </p:nvSpPr>
          <p:spPr>
            <a:xfrm>
              <a:off x="5257917" y="1861222"/>
              <a:ext cx="522190" cy="439013"/>
            </a:xfrm>
            <a:custGeom>
              <a:avLst/>
              <a:gdLst/>
              <a:ahLst/>
              <a:cxnLst/>
              <a:rect l="l" t="t" r="r" b="b"/>
              <a:pathLst>
                <a:path w="9574" h="8049" extrusionOk="0">
                  <a:moveTo>
                    <a:pt x="1" y="1"/>
                  </a:moveTo>
                  <a:lnTo>
                    <a:pt x="1" y="8049"/>
                  </a:lnTo>
                  <a:lnTo>
                    <a:pt x="9573" y="8049"/>
                  </a:lnTo>
                  <a:lnTo>
                    <a:pt x="95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46">
              <a:extLst>
                <a:ext uri="{FF2B5EF4-FFF2-40B4-BE49-F238E27FC236}">
                  <a16:creationId xmlns:a16="http://schemas.microsoft.com/office/drawing/2014/main" id="{F1BA20B0-49C1-61E9-DEA9-FBC37F3946B4}"/>
                </a:ext>
              </a:extLst>
            </p:cNvPr>
            <p:cNvSpPr/>
            <p:nvPr/>
          </p:nvSpPr>
          <p:spPr>
            <a:xfrm>
              <a:off x="5257917" y="1699012"/>
              <a:ext cx="1045634" cy="74341"/>
            </a:xfrm>
            <a:custGeom>
              <a:avLst/>
              <a:gdLst/>
              <a:ahLst/>
              <a:cxnLst/>
              <a:rect l="l" t="t" r="r" b="b"/>
              <a:pathLst>
                <a:path w="19171" h="1363" extrusionOk="0">
                  <a:moveTo>
                    <a:pt x="1" y="1"/>
                  </a:moveTo>
                  <a:lnTo>
                    <a:pt x="1" y="1363"/>
                  </a:lnTo>
                  <a:lnTo>
                    <a:pt x="19171" y="1363"/>
                  </a:lnTo>
                  <a:lnTo>
                    <a:pt x="191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46">
              <a:extLst>
                <a:ext uri="{FF2B5EF4-FFF2-40B4-BE49-F238E27FC236}">
                  <a16:creationId xmlns:a16="http://schemas.microsoft.com/office/drawing/2014/main" id="{7F47D7D5-68FA-ECE6-77D9-371DF592A8D3}"/>
                </a:ext>
              </a:extLst>
            </p:cNvPr>
            <p:cNvSpPr/>
            <p:nvPr/>
          </p:nvSpPr>
          <p:spPr>
            <a:xfrm>
              <a:off x="5257917" y="2391538"/>
              <a:ext cx="522190" cy="439667"/>
            </a:xfrm>
            <a:custGeom>
              <a:avLst/>
              <a:gdLst/>
              <a:ahLst/>
              <a:cxnLst/>
              <a:rect l="l" t="t" r="r" b="b"/>
              <a:pathLst>
                <a:path w="9574" h="8061" extrusionOk="0">
                  <a:moveTo>
                    <a:pt x="1" y="0"/>
                  </a:moveTo>
                  <a:lnTo>
                    <a:pt x="1" y="8061"/>
                  </a:lnTo>
                  <a:lnTo>
                    <a:pt x="9573" y="8061"/>
                  </a:lnTo>
                  <a:lnTo>
                    <a:pt x="95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46">
              <a:extLst>
                <a:ext uri="{FF2B5EF4-FFF2-40B4-BE49-F238E27FC236}">
                  <a16:creationId xmlns:a16="http://schemas.microsoft.com/office/drawing/2014/main" id="{F4D341A4-3A57-3B0D-4248-F351D876C0D9}"/>
                </a:ext>
              </a:extLst>
            </p:cNvPr>
            <p:cNvSpPr/>
            <p:nvPr/>
          </p:nvSpPr>
          <p:spPr>
            <a:xfrm>
              <a:off x="5257917" y="2922509"/>
              <a:ext cx="522190" cy="439013"/>
            </a:xfrm>
            <a:custGeom>
              <a:avLst/>
              <a:gdLst/>
              <a:ahLst/>
              <a:cxnLst/>
              <a:rect l="l" t="t" r="r" b="b"/>
              <a:pathLst>
                <a:path w="9574" h="8049" extrusionOk="0">
                  <a:moveTo>
                    <a:pt x="1" y="0"/>
                  </a:moveTo>
                  <a:lnTo>
                    <a:pt x="1" y="8048"/>
                  </a:lnTo>
                  <a:lnTo>
                    <a:pt x="9573" y="8048"/>
                  </a:lnTo>
                  <a:lnTo>
                    <a:pt x="95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46">
              <a:extLst>
                <a:ext uri="{FF2B5EF4-FFF2-40B4-BE49-F238E27FC236}">
                  <a16:creationId xmlns:a16="http://schemas.microsoft.com/office/drawing/2014/main" id="{15E02DF2-31E4-940E-1BC3-B5F2286713A8}"/>
                </a:ext>
              </a:extLst>
            </p:cNvPr>
            <p:cNvSpPr/>
            <p:nvPr/>
          </p:nvSpPr>
          <p:spPr>
            <a:xfrm>
              <a:off x="5257917" y="3484788"/>
              <a:ext cx="993164" cy="43689"/>
            </a:xfrm>
            <a:custGeom>
              <a:avLst/>
              <a:gdLst/>
              <a:ahLst/>
              <a:cxnLst/>
              <a:rect l="l" t="t" r="r" b="b"/>
              <a:pathLst>
                <a:path w="18209" h="801" extrusionOk="0">
                  <a:moveTo>
                    <a:pt x="1" y="1"/>
                  </a:moveTo>
                  <a:lnTo>
                    <a:pt x="1" y="801"/>
                  </a:lnTo>
                  <a:lnTo>
                    <a:pt x="18208" y="801"/>
                  </a:lnTo>
                  <a:lnTo>
                    <a:pt x="182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46">
              <a:extLst>
                <a:ext uri="{FF2B5EF4-FFF2-40B4-BE49-F238E27FC236}">
                  <a16:creationId xmlns:a16="http://schemas.microsoft.com/office/drawing/2014/main" id="{ADE856E8-6722-2FDE-CDE8-E5F432BE68C7}"/>
                </a:ext>
              </a:extLst>
            </p:cNvPr>
            <p:cNvSpPr/>
            <p:nvPr/>
          </p:nvSpPr>
          <p:spPr>
            <a:xfrm>
              <a:off x="5257917" y="3575438"/>
              <a:ext cx="610112" cy="43689"/>
            </a:xfrm>
            <a:custGeom>
              <a:avLst/>
              <a:gdLst/>
              <a:ahLst/>
              <a:cxnLst/>
              <a:rect l="l" t="t" r="r" b="b"/>
              <a:pathLst>
                <a:path w="11186" h="801" extrusionOk="0">
                  <a:moveTo>
                    <a:pt x="1" y="1"/>
                  </a:moveTo>
                  <a:lnTo>
                    <a:pt x="1" y="801"/>
                  </a:lnTo>
                  <a:lnTo>
                    <a:pt x="11185" y="801"/>
                  </a:lnTo>
                  <a:lnTo>
                    <a:pt x="1118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6">
              <a:extLst>
                <a:ext uri="{FF2B5EF4-FFF2-40B4-BE49-F238E27FC236}">
                  <a16:creationId xmlns:a16="http://schemas.microsoft.com/office/drawing/2014/main" id="{DAB1FCA3-F571-CAF0-0A27-573DB94AD0D0}"/>
                </a:ext>
              </a:extLst>
            </p:cNvPr>
            <p:cNvSpPr/>
            <p:nvPr/>
          </p:nvSpPr>
          <p:spPr>
            <a:xfrm>
              <a:off x="5867975" y="1861222"/>
              <a:ext cx="435576" cy="439013"/>
            </a:xfrm>
            <a:custGeom>
              <a:avLst/>
              <a:gdLst/>
              <a:ahLst/>
              <a:cxnLst/>
              <a:rect l="l" t="t" r="r" b="b"/>
              <a:pathLst>
                <a:path w="7986" h="8049" extrusionOk="0">
                  <a:moveTo>
                    <a:pt x="0" y="1"/>
                  </a:moveTo>
                  <a:lnTo>
                    <a:pt x="0" y="8049"/>
                  </a:lnTo>
                  <a:lnTo>
                    <a:pt x="7986" y="8049"/>
                  </a:lnTo>
                  <a:lnTo>
                    <a:pt x="798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46">
              <a:extLst>
                <a:ext uri="{FF2B5EF4-FFF2-40B4-BE49-F238E27FC236}">
                  <a16:creationId xmlns:a16="http://schemas.microsoft.com/office/drawing/2014/main" id="{58ADDBA0-826F-DD4D-E13D-7373DD556CB8}"/>
                </a:ext>
              </a:extLst>
            </p:cNvPr>
            <p:cNvSpPr/>
            <p:nvPr/>
          </p:nvSpPr>
          <p:spPr>
            <a:xfrm>
              <a:off x="5867975" y="2391538"/>
              <a:ext cx="435576" cy="439667"/>
            </a:xfrm>
            <a:custGeom>
              <a:avLst/>
              <a:gdLst/>
              <a:ahLst/>
              <a:cxnLst/>
              <a:rect l="l" t="t" r="r" b="b"/>
              <a:pathLst>
                <a:path w="7986" h="8061" extrusionOk="0">
                  <a:moveTo>
                    <a:pt x="0" y="0"/>
                  </a:moveTo>
                  <a:lnTo>
                    <a:pt x="0" y="8061"/>
                  </a:lnTo>
                  <a:lnTo>
                    <a:pt x="7986" y="8061"/>
                  </a:lnTo>
                  <a:lnTo>
                    <a:pt x="798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46">
              <a:extLst>
                <a:ext uri="{FF2B5EF4-FFF2-40B4-BE49-F238E27FC236}">
                  <a16:creationId xmlns:a16="http://schemas.microsoft.com/office/drawing/2014/main" id="{7B824110-A53D-26BA-606A-DDD5DC74F8EE}"/>
                </a:ext>
              </a:extLst>
            </p:cNvPr>
            <p:cNvSpPr/>
            <p:nvPr/>
          </p:nvSpPr>
          <p:spPr>
            <a:xfrm>
              <a:off x="5867975" y="2922509"/>
              <a:ext cx="435576" cy="439013"/>
            </a:xfrm>
            <a:custGeom>
              <a:avLst/>
              <a:gdLst/>
              <a:ahLst/>
              <a:cxnLst/>
              <a:rect l="l" t="t" r="r" b="b"/>
              <a:pathLst>
                <a:path w="7986" h="8049" extrusionOk="0">
                  <a:moveTo>
                    <a:pt x="0" y="0"/>
                  </a:moveTo>
                  <a:lnTo>
                    <a:pt x="0" y="8048"/>
                  </a:lnTo>
                  <a:lnTo>
                    <a:pt x="7986" y="8048"/>
                  </a:lnTo>
                  <a:lnTo>
                    <a:pt x="798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46">
              <a:extLst>
                <a:ext uri="{FF2B5EF4-FFF2-40B4-BE49-F238E27FC236}">
                  <a16:creationId xmlns:a16="http://schemas.microsoft.com/office/drawing/2014/main" id="{A3AA710D-1E8D-0901-5052-E716ACB84D7E}"/>
                </a:ext>
              </a:extLst>
            </p:cNvPr>
            <p:cNvSpPr/>
            <p:nvPr/>
          </p:nvSpPr>
          <p:spPr>
            <a:xfrm>
              <a:off x="6486869" y="1947344"/>
              <a:ext cx="472393" cy="457612"/>
            </a:xfrm>
            <a:custGeom>
              <a:avLst/>
              <a:gdLst/>
              <a:ahLst/>
              <a:cxnLst/>
              <a:rect l="l" t="t" r="r" b="b"/>
              <a:pathLst>
                <a:path w="8661" h="8390" extrusionOk="0">
                  <a:moveTo>
                    <a:pt x="2307" y="1"/>
                  </a:moveTo>
                  <a:cubicBezTo>
                    <a:pt x="2061" y="1"/>
                    <a:pt x="1815" y="53"/>
                    <a:pt x="1587" y="159"/>
                  </a:cubicBezTo>
                  <a:cubicBezTo>
                    <a:pt x="1325" y="284"/>
                    <a:pt x="1087" y="471"/>
                    <a:pt x="912" y="696"/>
                  </a:cubicBezTo>
                  <a:cubicBezTo>
                    <a:pt x="713" y="996"/>
                    <a:pt x="600" y="1421"/>
                    <a:pt x="488" y="1759"/>
                  </a:cubicBezTo>
                  <a:cubicBezTo>
                    <a:pt x="225" y="2533"/>
                    <a:pt x="0" y="3408"/>
                    <a:pt x="150" y="4220"/>
                  </a:cubicBezTo>
                  <a:cubicBezTo>
                    <a:pt x="325" y="4983"/>
                    <a:pt x="713" y="5670"/>
                    <a:pt x="1275" y="6207"/>
                  </a:cubicBezTo>
                  <a:cubicBezTo>
                    <a:pt x="2100" y="7032"/>
                    <a:pt x="3112" y="7682"/>
                    <a:pt x="4224" y="8082"/>
                  </a:cubicBezTo>
                  <a:cubicBezTo>
                    <a:pt x="4719" y="8256"/>
                    <a:pt x="5247" y="8390"/>
                    <a:pt x="5774" y="8390"/>
                  </a:cubicBezTo>
                  <a:cubicBezTo>
                    <a:pt x="5966" y="8390"/>
                    <a:pt x="6158" y="8372"/>
                    <a:pt x="6349" y="8332"/>
                  </a:cubicBezTo>
                  <a:cubicBezTo>
                    <a:pt x="7173" y="8157"/>
                    <a:pt x="7861" y="7594"/>
                    <a:pt x="8223" y="6845"/>
                  </a:cubicBezTo>
                  <a:cubicBezTo>
                    <a:pt x="8660" y="5895"/>
                    <a:pt x="8610" y="4795"/>
                    <a:pt x="8086" y="3895"/>
                  </a:cubicBezTo>
                  <a:cubicBezTo>
                    <a:pt x="7436" y="2758"/>
                    <a:pt x="6174" y="1846"/>
                    <a:pt x="4874" y="1671"/>
                  </a:cubicBezTo>
                  <a:cubicBezTo>
                    <a:pt x="4736" y="1646"/>
                    <a:pt x="4612" y="1634"/>
                    <a:pt x="4474" y="1634"/>
                  </a:cubicBezTo>
                  <a:cubicBezTo>
                    <a:pt x="4387" y="1634"/>
                    <a:pt x="4287" y="1609"/>
                    <a:pt x="4212" y="1559"/>
                  </a:cubicBezTo>
                  <a:cubicBezTo>
                    <a:pt x="4162" y="1509"/>
                    <a:pt x="4124" y="1446"/>
                    <a:pt x="4112" y="1384"/>
                  </a:cubicBezTo>
                  <a:cubicBezTo>
                    <a:pt x="3949" y="934"/>
                    <a:pt x="3649" y="546"/>
                    <a:pt x="3262" y="284"/>
                  </a:cubicBezTo>
                  <a:cubicBezTo>
                    <a:pt x="2974" y="97"/>
                    <a:pt x="2641" y="1"/>
                    <a:pt x="23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46">
              <a:extLst>
                <a:ext uri="{FF2B5EF4-FFF2-40B4-BE49-F238E27FC236}">
                  <a16:creationId xmlns:a16="http://schemas.microsoft.com/office/drawing/2014/main" id="{A873AAF3-81C4-472C-DDDF-C236D7BBC0B1}"/>
                </a:ext>
              </a:extLst>
            </p:cNvPr>
            <p:cNvSpPr/>
            <p:nvPr/>
          </p:nvSpPr>
          <p:spPr>
            <a:xfrm>
              <a:off x="6340313" y="3616345"/>
              <a:ext cx="171154" cy="591023"/>
            </a:xfrm>
            <a:custGeom>
              <a:avLst/>
              <a:gdLst/>
              <a:ahLst/>
              <a:cxnLst/>
              <a:rect l="l" t="t" r="r" b="b"/>
              <a:pathLst>
                <a:path w="3138" h="10836" extrusionOk="0">
                  <a:moveTo>
                    <a:pt x="1218" y="0"/>
                  </a:moveTo>
                  <a:cubicBezTo>
                    <a:pt x="596" y="0"/>
                    <a:pt x="301" y="650"/>
                    <a:pt x="150" y="1413"/>
                  </a:cubicBezTo>
                  <a:cubicBezTo>
                    <a:pt x="50" y="2088"/>
                    <a:pt x="0" y="2775"/>
                    <a:pt x="13" y="3462"/>
                  </a:cubicBezTo>
                  <a:cubicBezTo>
                    <a:pt x="13" y="4085"/>
                    <a:pt x="794" y="10836"/>
                    <a:pt x="874" y="10836"/>
                  </a:cubicBezTo>
                  <a:cubicBezTo>
                    <a:pt x="875" y="10836"/>
                    <a:pt x="875" y="10836"/>
                    <a:pt x="875" y="10835"/>
                  </a:cubicBezTo>
                  <a:cubicBezTo>
                    <a:pt x="1563" y="10435"/>
                    <a:pt x="1762" y="9748"/>
                    <a:pt x="1975" y="9011"/>
                  </a:cubicBezTo>
                  <a:cubicBezTo>
                    <a:pt x="2450" y="7274"/>
                    <a:pt x="2937" y="5474"/>
                    <a:pt x="3050" y="3675"/>
                  </a:cubicBezTo>
                  <a:cubicBezTo>
                    <a:pt x="3137" y="2463"/>
                    <a:pt x="3062" y="713"/>
                    <a:pt x="1737" y="126"/>
                  </a:cubicBezTo>
                  <a:cubicBezTo>
                    <a:pt x="1543" y="40"/>
                    <a:pt x="1371" y="0"/>
                    <a:pt x="12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46">
              <a:extLst>
                <a:ext uri="{FF2B5EF4-FFF2-40B4-BE49-F238E27FC236}">
                  <a16:creationId xmlns:a16="http://schemas.microsoft.com/office/drawing/2014/main" id="{5A381EDF-1CDA-F64C-1DAE-782BA58734CF}"/>
                </a:ext>
              </a:extLst>
            </p:cNvPr>
            <p:cNvSpPr/>
            <p:nvPr/>
          </p:nvSpPr>
          <p:spPr>
            <a:xfrm>
              <a:off x="6337586" y="3613836"/>
              <a:ext cx="178627" cy="596913"/>
            </a:xfrm>
            <a:custGeom>
              <a:avLst/>
              <a:gdLst/>
              <a:ahLst/>
              <a:cxnLst/>
              <a:rect l="l" t="t" r="r" b="b"/>
              <a:pathLst>
                <a:path w="3275" h="10944" extrusionOk="0">
                  <a:moveTo>
                    <a:pt x="1263" y="97"/>
                  </a:moveTo>
                  <a:cubicBezTo>
                    <a:pt x="1425" y="97"/>
                    <a:pt x="1588" y="147"/>
                    <a:pt x="1750" y="209"/>
                  </a:cubicBezTo>
                  <a:cubicBezTo>
                    <a:pt x="2737" y="659"/>
                    <a:pt x="3162" y="1796"/>
                    <a:pt x="3037" y="3721"/>
                  </a:cubicBezTo>
                  <a:cubicBezTo>
                    <a:pt x="2912" y="5558"/>
                    <a:pt x="2412" y="7395"/>
                    <a:pt x="1962" y="9032"/>
                  </a:cubicBezTo>
                  <a:cubicBezTo>
                    <a:pt x="1775" y="9694"/>
                    <a:pt x="1588" y="10394"/>
                    <a:pt x="950" y="10806"/>
                  </a:cubicBezTo>
                  <a:cubicBezTo>
                    <a:pt x="800" y="10169"/>
                    <a:pt x="113" y="4146"/>
                    <a:pt x="113" y="3496"/>
                  </a:cubicBezTo>
                  <a:cubicBezTo>
                    <a:pt x="100" y="2821"/>
                    <a:pt x="138" y="2146"/>
                    <a:pt x="250" y="1471"/>
                  </a:cubicBezTo>
                  <a:cubicBezTo>
                    <a:pt x="375" y="784"/>
                    <a:pt x="613" y="347"/>
                    <a:pt x="925" y="172"/>
                  </a:cubicBezTo>
                  <a:cubicBezTo>
                    <a:pt x="1025" y="122"/>
                    <a:pt x="1138" y="97"/>
                    <a:pt x="1263" y="97"/>
                  </a:cubicBezTo>
                  <a:close/>
                  <a:moveTo>
                    <a:pt x="1270" y="1"/>
                  </a:moveTo>
                  <a:cubicBezTo>
                    <a:pt x="1129" y="1"/>
                    <a:pt x="998" y="32"/>
                    <a:pt x="875" y="97"/>
                  </a:cubicBezTo>
                  <a:cubicBezTo>
                    <a:pt x="538" y="272"/>
                    <a:pt x="288" y="734"/>
                    <a:pt x="150" y="1459"/>
                  </a:cubicBezTo>
                  <a:cubicBezTo>
                    <a:pt x="50" y="2134"/>
                    <a:pt x="0" y="2821"/>
                    <a:pt x="13" y="3508"/>
                  </a:cubicBezTo>
                  <a:cubicBezTo>
                    <a:pt x="13" y="3821"/>
                    <a:pt x="213" y="5720"/>
                    <a:pt x="413" y="7420"/>
                  </a:cubicBezTo>
                  <a:cubicBezTo>
                    <a:pt x="813" y="10881"/>
                    <a:pt x="875" y="10906"/>
                    <a:pt x="900" y="10931"/>
                  </a:cubicBezTo>
                  <a:lnTo>
                    <a:pt x="925" y="10944"/>
                  </a:lnTo>
                  <a:lnTo>
                    <a:pt x="950" y="10931"/>
                  </a:lnTo>
                  <a:cubicBezTo>
                    <a:pt x="1662" y="10494"/>
                    <a:pt x="1862" y="9769"/>
                    <a:pt x="2062" y="9069"/>
                  </a:cubicBezTo>
                  <a:cubicBezTo>
                    <a:pt x="2512" y="7432"/>
                    <a:pt x="3025" y="5583"/>
                    <a:pt x="3150" y="3733"/>
                  </a:cubicBezTo>
                  <a:cubicBezTo>
                    <a:pt x="3275" y="1771"/>
                    <a:pt x="2837" y="584"/>
                    <a:pt x="1800" y="122"/>
                  </a:cubicBezTo>
                  <a:cubicBezTo>
                    <a:pt x="1607" y="42"/>
                    <a:pt x="1432" y="1"/>
                    <a:pt x="1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6">
              <a:extLst>
                <a:ext uri="{FF2B5EF4-FFF2-40B4-BE49-F238E27FC236}">
                  <a16:creationId xmlns:a16="http://schemas.microsoft.com/office/drawing/2014/main" id="{3E01C3AE-F708-5CF2-8EC6-893ECA82B194}"/>
                </a:ext>
              </a:extLst>
            </p:cNvPr>
            <p:cNvSpPr/>
            <p:nvPr/>
          </p:nvSpPr>
          <p:spPr>
            <a:xfrm>
              <a:off x="6809924" y="3737538"/>
              <a:ext cx="227060" cy="474847"/>
            </a:xfrm>
            <a:custGeom>
              <a:avLst/>
              <a:gdLst/>
              <a:ahLst/>
              <a:cxnLst/>
              <a:rect l="l" t="t" r="r" b="b"/>
              <a:pathLst>
                <a:path w="4163" h="8706" extrusionOk="0">
                  <a:moveTo>
                    <a:pt x="1619" y="0"/>
                  </a:moveTo>
                  <a:cubicBezTo>
                    <a:pt x="1130" y="0"/>
                    <a:pt x="632" y="395"/>
                    <a:pt x="351" y="965"/>
                  </a:cubicBezTo>
                  <a:cubicBezTo>
                    <a:pt x="326" y="1015"/>
                    <a:pt x="301" y="1078"/>
                    <a:pt x="288" y="1128"/>
                  </a:cubicBezTo>
                  <a:cubicBezTo>
                    <a:pt x="1" y="1853"/>
                    <a:pt x="76" y="2665"/>
                    <a:pt x="288" y="3415"/>
                  </a:cubicBezTo>
                  <a:cubicBezTo>
                    <a:pt x="775" y="5239"/>
                    <a:pt x="2038" y="7014"/>
                    <a:pt x="3412" y="8288"/>
                  </a:cubicBezTo>
                  <a:cubicBezTo>
                    <a:pt x="3483" y="8359"/>
                    <a:pt x="3895" y="8705"/>
                    <a:pt x="4038" y="8705"/>
                  </a:cubicBezTo>
                  <a:cubicBezTo>
                    <a:pt x="4047" y="8705"/>
                    <a:pt x="4055" y="8704"/>
                    <a:pt x="4062" y="8701"/>
                  </a:cubicBezTo>
                  <a:cubicBezTo>
                    <a:pt x="4162" y="8638"/>
                    <a:pt x="4087" y="8351"/>
                    <a:pt x="4075" y="8263"/>
                  </a:cubicBezTo>
                  <a:cubicBezTo>
                    <a:pt x="3937" y="7151"/>
                    <a:pt x="3750" y="6039"/>
                    <a:pt x="3525" y="4952"/>
                  </a:cubicBezTo>
                  <a:cubicBezTo>
                    <a:pt x="3287" y="3790"/>
                    <a:pt x="3125" y="1328"/>
                    <a:pt x="2388" y="403"/>
                  </a:cubicBezTo>
                  <a:cubicBezTo>
                    <a:pt x="2160" y="122"/>
                    <a:pt x="1891" y="0"/>
                    <a:pt x="16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46">
              <a:extLst>
                <a:ext uri="{FF2B5EF4-FFF2-40B4-BE49-F238E27FC236}">
                  <a16:creationId xmlns:a16="http://schemas.microsoft.com/office/drawing/2014/main" id="{8EB28E2B-FD28-6805-3EA7-21A9DA6C3550}"/>
                </a:ext>
              </a:extLst>
            </p:cNvPr>
            <p:cNvSpPr/>
            <p:nvPr/>
          </p:nvSpPr>
          <p:spPr>
            <a:xfrm>
              <a:off x="6809270" y="3734647"/>
              <a:ext cx="229733" cy="480192"/>
            </a:xfrm>
            <a:custGeom>
              <a:avLst/>
              <a:gdLst/>
              <a:ahLst/>
              <a:cxnLst/>
              <a:rect l="l" t="t" r="r" b="b"/>
              <a:pathLst>
                <a:path w="4212" h="8804" extrusionOk="0">
                  <a:moveTo>
                    <a:pt x="1595" y="103"/>
                  </a:moveTo>
                  <a:cubicBezTo>
                    <a:pt x="1894" y="103"/>
                    <a:pt x="2176" y="250"/>
                    <a:pt x="2350" y="494"/>
                  </a:cubicBezTo>
                  <a:cubicBezTo>
                    <a:pt x="2899" y="1181"/>
                    <a:pt x="3124" y="2718"/>
                    <a:pt x="3299" y="3955"/>
                  </a:cubicBezTo>
                  <a:cubicBezTo>
                    <a:pt x="3362" y="4355"/>
                    <a:pt x="3412" y="4730"/>
                    <a:pt x="3474" y="5017"/>
                  </a:cubicBezTo>
                  <a:cubicBezTo>
                    <a:pt x="3699" y="6105"/>
                    <a:pt x="3887" y="7217"/>
                    <a:pt x="4024" y="8329"/>
                  </a:cubicBezTo>
                  <a:cubicBezTo>
                    <a:pt x="4037" y="8341"/>
                    <a:pt x="4037" y="8366"/>
                    <a:pt x="4037" y="8391"/>
                  </a:cubicBezTo>
                  <a:cubicBezTo>
                    <a:pt x="4062" y="8466"/>
                    <a:pt x="4112" y="8679"/>
                    <a:pt x="4037" y="8704"/>
                  </a:cubicBezTo>
                  <a:cubicBezTo>
                    <a:pt x="4035" y="8704"/>
                    <a:pt x="4033" y="8704"/>
                    <a:pt x="4031" y="8704"/>
                  </a:cubicBezTo>
                  <a:cubicBezTo>
                    <a:pt x="3957" y="8704"/>
                    <a:pt x="3656" y="8498"/>
                    <a:pt x="3449" y="8291"/>
                  </a:cubicBezTo>
                  <a:cubicBezTo>
                    <a:pt x="1912" y="6892"/>
                    <a:pt x="787" y="5117"/>
                    <a:pt x="338" y="3455"/>
                  </a:cubicBezTo>
                  <a:cubicBezTo>
                    <a:pt x="100" y="2543"/>
                    <a:pt x="100" y="1818"/>
                    <a:pt x="338" y="1206"/>
                  </a:cubicBezTo>
                  <a:cubicBezTo>
                    <a:pt x="363" y="1143"/>
                    <a:pt x="388" y="1093"/>
                    <a:pt x="413" y="1043"/>
                  </a:cubicBezTo>
                  <a:lnTo>
                    <a:pt x="400" y="1043"/>
                  </a:lnTo>
                  <a:cubicBezTo>
                    <a:pt x="662" y="519"/>
                    <a:pt x="1100" y="156"/>
                    <a:pt x="1525" y="106"/>
                  </a:cubicBezTo>
                  <a:cubicBezTo>
                    <a:pt x="1548" y="104"/>
                    <a:pt x="1572" y="103"/>
                    <a:pt x="1595" y="103"/>
                  </a:cubicBezTo>
                  <a:close/>
                  <a:moveTo>
                    <a:pt x="1625" y="1"/>
                  </a:moveTo>
                  <a:cubicBezTo>
                    <a:pt x="1592" y="1"/>
                    <a:pt x="1558" y="3"/>
                    <a:pt x="1525" y="6"/>
                  </a:cubicBezTo>
                  <a:cubicBezTo>
                    <a:pt x="1050" y="56"/>
                    <a:pt x="600" y="431"/>
                    <a:pt x="325" y="993"/>
                  </a:cubicBezTo>
                  <a:cubicBezTo>
                    <a:pt x="288" y="1056"/>
                    <a:pt x="263" y="1106"/>
                    <a:pt x="250" y="1168"/>
                  </a:cubicBezTo>
                  <a:cubicBezTo>
                    <a:pt x="0" y="1793"/>
                    <a:pt x="0" y="2555"/>
                    <a:pt x="250" y="3480"/>
                  </a:cubicBezTo>
                  <a:cubicBezTo>
                    <a:pt x="700" y="5167"/>
                    <a:pt x="1837" y="6954"/>
                    <a:pt x="3387" y="8379"/>
                  </a:cubicBezTo>
                  <a:cubicBezTo>
                    <a:pt x="3437" y="8416"/>
                    <a:pt x="3849" y="8804"/>
                    <a:pt x="4049" y="8804"/>
                  </a:cubicBezTo>
                  <a:cubicBezTo>
                    <a:pt x="4062" y="8804"/>
                    <a:pt x="4074" y="8804"/>
                    <a:pt x="4099" y="8791"/>
                  </a:cubicBezTo>
                  <a:cubicBezTo>
                    <a:pt x="4212" y="8729"/>
                    <a:pt x="4174" y="8504"/>
                    <a:pt x="4149" y="8366"/>
                  </a:cubicBezTo>
                  <a:cubicBezTo>
                    <a:pt x="4137" y="8341"/>
                    <a:pt x="4137" y="8329"/>
                    <a:pt x="4137" y="8304"/>
                  </a:cubicBezTo>
                  <a:cubicBezTo>
                    <a:pt x="3999" y="7204"/>
                    <a:pt x="3812" y="6080"/>
                    <a:pt x="3587" y="4992"/>
                  </a:cubicBezTo>
                  <a:cubicBezTo>
                    <a:pt x="3524" y="4705"/>
                    <a:pt x="3474" y="4330"/>
                    <a:pt x="3412" y="3943"/>
                  </a:cubicBezTo>
                  <a:cubicBezTo>
                    <a:pt x="3237" y="2680"/>
                    <a:pt x="2999" y="1131"/>
                    <a:pt x="2437" y="419"/>
                  </a:cubicBezTo>
                  <a:cubicBezTo>
                    <a:pt x="2245" y="159"/>
                    <a:pt x="1940" y="1"/>
                    <a:pt x="16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46">
              <a:extLst>
                <a:ext uri="{FF2B5EF4-FFF2-40B4-BE49-F238E27FC236}">
                  <a16:creationId xmlns:a16="http://schemas.microsoft.com/office/drawing/2014/main" id="{9A545648-021E-5CAA-EB31-9C6CD0B30E8D}"/>
                </a:ext>
              </a:extLst>
            </p:cNvPr>
            <p:cNvSpPr/>
            <p:nvPr/>
          </p:nvSpPr>
          <p:spPr>
            <a:xfrm>
              <a:off x="6259209" y="2550039"/>
              <a:ext cx="359271" cy="1461684"/>
            </a:xfrm>
            <a:custGeom>
              <a:avLst/>
              <a:gdLst/>
              <a:ahLst/>
              <a:cxnLst/>
              <a:rect l="l" t="t" r="r" b="b"/>
              <a:pathLst>
                <a:path w="6587" h="26799" extrusionOk="0">
                  <a:moveTo>
                    <a:pt x="4330" y="1"/>
                  </a:moveTo>
                  <a:cubicBezTo>
                    <a:pt x="2891" y="1"/>
                    <a:pt x="2155" y="2431"/>
                    <a:pt x="1900" y="3817"/>
                  </a:cubicBezTo>
                  <a:cubicBezTo>
                    <a:pt x="1050" y="8366"/>
                    <a:pt x="638" y="12628"/>
                    <a:pt x="450" y="17251"/>
                  </a:cubicBezTo>
                  <a:cubicBezTo>
                    <a:pt x="425" y="17839"/>
                    <a:pt x="238" y="26062"/>
                    <a:pt x="0" y="26074"/>
                  </a:cubicBezTo>
                  <a:cubicBezTo>
                    <a:pt x="1500" y="26511"/>
                    <a:pt x="3050" y="26761"/>
                    <a:pt x="4599" y="26799"/>
                  </a:cubicBezTo>
                  <a:cubicBezTo>
                    <a:pt x="4737" y="26799"/>
                    <a:pt x="4887" y="25774"/>
                    <a:pt x="5049" y="24299"/>
                  </a:cubicBezTo>
                  <a:cubicBezTo>
                    <a:pt x="5424" y="20775"/>
                    <a:pt x="5799" y="14715"/>
                    <a:pt x="5836" y="14002"/>
                  </a:cubicBezTo>
                  <a:cubicBezTo>
                    <a:pt x="5974" y="12078"/>
                    <a:pt x="5949" y="10066"/>
                    <a:pt x="6224" y="8154"/>
                  </a:cubicBezTo>
                  <a:cubicBezTo>
                    <a:pt x="6474" y="6554"/>
                    <a:pt x="6586" y="4942"/>
                    <a:pt x="6561" y="3330"/>
                  </a:cubicBezTo>
                  <a:cubicBezTo>
                    <a:pt x="6536" y="2343"/>
                    <a:pt x="6411" y="1256"/>
                    <a:pt x="5661" y="606"/>
                  </a:cubicBezTo>
                  <a:cubicBezTo>
                    <a:pt x="5163" y="179"/>
                    <a:pt x="4721" y="1"/>
                    <a:pt x="43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46">
              <a:extLst>
                <a:ext uri="{FF2B5EF4-FFF2-40B4-BE49-F238E27FC236}">
                  <a16:creationId xmlns:a16="http://schemas.microsoft.com/office/drawing/2014/main" id="{F232C35D-83C9-0349-7CF0-E7AD41DFB4D6}"/>
                </a:ext>
              </a:extLst>
            </p:cNvPr>
            <p:cNvSpPr/>
            <p:nvPr/>
          </p:nvSpPr>
          <p:spPr>
            <a:xfrm>
              <a:off x="6547520" y="2666051"/>
              <a:ext cx="520772" cy="1372944"/>
            </a:xfrm>
            <a:custGeom>
              <a:avLst/>
              <a:gdLst/>
              <a:ahLst/>
              <a:cxnLst/>
              <a:rect l="l" t="t" r="r" b="b"/>
              <a:pathLst>
                <a:path w="9548" h="25172" extrusionOk="0">
                  <a:moveTo>
                    <a:pt x="2573" y="0"/>
                  </a:moveTo>
                  <a:cubicBezTo>
                    <a:pt x="1902" y="0"/>
                    <a:pt x="1217" y="579"/>
                    <a:pt x="838" y="1628"/>
                  </a:cubicBezTo>
                  <a:cubicBezTo>
                    <a:pt x="0" y="3902"/>
                    <a:pt x="188" y="6414"/>
                    <a:pt x="525" y="8764"/>
                  </a:cubicBezTo>
                  <a:cubicBezTo>
                    <a:pt x="850" y="10988"/>
                    <a:pt x="1338" y="13200"/>
                    <a:pt x="1962" y="15374"/>
                  </a:cubicBezTo>
                  <a:cubicBezTo>
                    <a:pt x="2762" y="18149"/>
                    <a:pt x="4262" y="22360"/>
                    <a:pt x="5112" y="25172"/>
                  </a:cubicBezTo>
                  <a:cubicBezTo>
                    <a:pt x="6611" y="24909"/>
                    <a:pt x="8061" y="24372"/>
                    <a:pt x="9548" y="23997"/>
                  </a:cubicBezTo>
                  <a:cubicBezTo>
                    <a:pt x="8211" y="18986"/>
                    <a:pt x="6849" y="12463"/>
                    <a:pt x="5686" y="7414"/>
                  </a:cubicBezTo>
                  <a:cubicBezTo>
                    <a:pt x="5237" y="5477"/>
                    <a:pt x="4749" y="3540"/>
                    <a:pt x="4162" y="1628"/>
                  </a:cubicBezTo>
                  <a:cubicBezTo>
                    <a:pt x="3822" y="513"/>
                    <a:pt x="3204" y="0"/>
                    <a:pt x="25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46">
              <a:extLst>
                <a:ext uri="{FF2B5EF4-FFF2-40B4-BE49-F238E27FC236}">
                  <a16:creationId xmlns:a16="http://schemas.microsoft.com/office/drawing/2014/main" id="{47809942-2BB3-83BF-1235-D6BC4760FCCD}"/>
                </a:ext>
              </a:extLst>
            </p:cNvPr>
            <p:cNvSpPr/>
            <p:nvPr/>
          </p:nvSpPr>
          <p:spPr>
            <a:xfrm>
              <a:off x="5741873" y="2085446"/>
              <a:ext cx="665309" cy="397451"/>
            </a:xfrm>
            <a:custGeom>
              <a:avLst/>
              <a:gdLst/>
              <a:ahLst/>
              <a:cxnLst/>
              <a:rect l="l" t="t" r="r" b="b"/>
              <a:pathLst>
                <a:path w="12198" h="7287" extrusionOk="0">
                  <a:moveTo>
                    <a:pt x="476" y="0"/>
                  </a:moveTo>
                  <a:cubicBezTo>
                    <a:pt x="472" y="0"/>
                    <a:pt x="467" y="1"/>
                    <a:pt x="463" y="1"/>
                  </a:cubicBezTo>
                  <a:cubicBezTo>
                    <a:pt x="263" y="26"/>
                    <a:pt x="638" y="851"/>
                    <a:pt x="700" y="976"/>
                  </a:cubicBezTo>
                  <a:cubicBezTo>
                    <a:pt x="673" y="972"/>
                    <a:pt x="647" y="970"/>
                    <a:pt x="620" y="970"/>
                  </a:cubicBezTo>
                  <a:cubicBezTo>
                    <a:pt x="386" y="970"/>
                    <a:pt x="165" y="1115"/>
                    <a:pt x="75" y="1351"/>
                  </a:cubicBezTo>
                  <a:cubicBezTo>
                    <a:pt x="0" y="1613"/>
                    <a:pt x="38" y="1888"/>
                    <a:pt x="175" y="2126"/>
                  </a:cubicBezTo>
                  <a:cubicBezTo>
                    <a:pt x="325" y="2351"/>
                    <a:pt x="488" y="2551"/>
                    <a:pt x="688" y="2726"/>
                  </a:cubicBezTo>
                  <a:cubicBezTo>
                    <a:pt x="1063" y="3100"/>
                    <a:pt x="1262" y="3525"/>
                    <a:pt x="1587" y="3938"/>
                  </a:cubicBezTo>
                  <a:cubicBezTo>
                    <a:pt x="3074" y="5837"/>
                    <a:pt x="5111" y="7137"/>
                    <a:pt x="7573" y="7274"/>
                  </a:cubicBezTo>
                  <a:cubicBezTo>
                    <a:pt x="7736" y="7283"/>
                    <a:pt x="7898" y="7287"/>
                    <a:pt x="8061" y="7287"/>
                  </a:cubicBezTo>
                  <a:cubicBezTo>
                    <a:pt x="8872" y="7287"/>
                    <a:pt x="9681" y="7183"/>
                    <a:pt x="10473" y="6974"/>
                  </a:cubicBezTo>
                  <a:cubicBezTo>
                    <a:pt x="10847" y="6887"/>
                    <a:pt x="11197" y="6737"/>
                    <a:pt x="11510" y="6525"/>
                  </a:cubicBezTo>
                  <a:cubicBezTo>
                    <a:pt x="11947" y="6187"/>
                    <a:pt x="12197" y="5662"/>
                    <a:pt x="12185" y="5125"/>
                  </a:cubicBezTo>
                  <a:cubicBezTo>
                    <a:pt x="12172" y="4688"/>
                    <a:pt x="11960" y="4063"/>
                    <a:pt x="11547" y="3850"/>
                  </a:cubicBezTo>
                  <a:cubicBezTo>
                    <a:pt x="11380" y="3756"/>
                    <a:pt x="11175" y="3721"/>
                    <a:pt x="10960" y="3721"/>
                  </a:cubicBezTo>
                  <a:cubicBezTo>
                    <a:pt x="10661" y="3721"/>
                    <a:pt x="10345" y="3790"/>
                    <a:pt x="10098" y="3863"/>
                  </a:cubicBezTo>
                  <a:cubicBezTo>
                    <a:pt x="9153" y="4115"/>
                    <a:pt x="8214" y="4308"/>
                    <a:pt x="7259" y="4308"/>
                  </a:cubicBezTo>
                  <a:cubicBezTo>
                    <a:pt x="6888" y="4308"/>
                    <a:pt x="6514" y="4279"/>
                    <a:pt x="6136" y="4213"/>
                  </a:cubicBezTo>
                  <a:cubicBezTo>
                    <a:pt x="4974" y="4025"/>
                    <a:pt x="3812" y="3663"/>
                    <a:pt x="2800" y="3026"/>
                  </a:cubicBezTo>
                  <a:cubicBezTo>
                    <a:pt x="2375" y="2763"/>
                    <a:pt x="1900" y="2401"/>
                    <a:pt x="1675" y="1938"/>
                  </a:cubicBezTo>
                  <a:cubicBezTo>
                    <a:pt x="1425" y="1438"/>
                    <a:pt x="1200" y="926"/>
                    <a:pt x="913" y="451"/>
                  </a:cubicBezTo>
                  <a:cubicBezTo>
                    <a:pt x="864" y="354"/>
                    <a:pt x="617" y="0"/>
                    <a:pt x="4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46">
              <a:extLst>
                <a:ext uri="{FF2B5EF4-FFF2-40B4-BE49-F238E27FC236}">
                  <a16:creationId xmlns:a16="http://schemas.microsoft.com/office/drawing/2014/main" id="{F46D2555-4C13-5918-8FEF-91EE1D88130D}"/>
                </a:ext>
              </a:extLst>
            </p:cNvPr>
            <p:cNvSpPr/>
            <p:nvPr/>
          </p:nvSpPr>
          <p:spPr>
            <a:xfrm>
              <a:off x="5739146" y="2082010"/>
              <a:ext cx="670764" cy="403615"/>
            </a:xfrm>
            <a:custGeom>
              <a:avLst/>
              <a:gdLst/>
              <a:ahLst/>
              <a:cxnLst/>
              <a:rect l="l" t="t" r="r" b="b"/>
              <a:pathLst>
                <a:path w="12298" h="7400" extrusionOk="0">
                  <a:moveTo>
                    <a:pt x="531" y="101"/>
                  </a:moveTo>
                  <a:cubicBezTo>
                    <a:pt x="610" y="101"/>
                    <a:pt x="827" y="356"/>
                    <a:pt x="925" y="527"/>
                  </a:cubicBezTo>
                  <a:cubicBezTo>
                    <a:pt x="1138" y="877"/>
                    <a:pt x="1312" y="1264"/>
                    <a:pt x="1487" y="1626"/>
                  </a:cubicBezTo>
                  <a:cubicBezTo>
                    <a:pt x="1550" y="1751"/>
                    <a:pt x="1612" y="1889"/>
                    <a:pt x="1675" y="2014"/>
                  </a:cubicBezTo>
                  <a:cubicBezTo>
                    <a:pt x="1925" y="2526"/>
                    <a:pt x="2450" y="2889"/>
                    <a:pt x="2825" y="3126"/>
                  </a:cubicBezTo>
                  <a:cubicBezTo>
                    <a:pt x="3724" y="3701"/>
                    <a:pt x="4862" y="4101"/>
                    <a:pt x="6186" y="4326"/>
                  </a:cubicBezTo>
                  <a:cubicBezTo>
                    <a:pt x="6557" y="4387"/>
                    <a:pt x="6923" y="4413"/>
                    <a:pt x="7283" y="4413"/>
                  </a:cubicBezTo>
                  <a:cubicBezTo>
                    <a:pt x="8318" y="4413"/>
                    <a:pt x="9298" y="4195"/>
                    <a:pt x="10160" y="3963"/>
                  </a:cubicBezTo>
                  <a:cubicBezTo>
                    <a:pt x="10405" y="3897"/>
                    <a:pt x="10715" y="3826"/>
                    <a:pt x="11010" y="3826"/>
                  </a:cubicBezTo>
                  <a:cubicBezTo>
                    <a:pt x="11213" y="3826"/>
                    <a:pt x="11409" y="3859"/>
                    <a:pt x="11572" y="3951"/>
                  </a:cubicBezTo>
                  <a:cubicBezTo>
                    <a:pt x="11985" y="4163"/>
                    <a:pt x="12172" y="4801"/>
                    <a:pt x="12185" y="5175"/>
                  </a:cubicBezTo>
                  <a:cubicBezTo>
                    <a:pt x="12197" y="5713"/>
                    <a:pt x="11947" y="6225"/>
                    <a:pt x="11522" y="6550"/>
                  </a:cubicBezTo>
                  <a:cubicBezTo>
                    <a:pt x="11222" y="6763"/>
                    <a:pt x="10872" y="6912"/>
                    <a:pt x="10510" y="6987"/>
                  </a:cubicBezTo>
                  <a:cubicBezTo>
                    <a:pt x="9729" y="7196"/>
                    <a:pt x="8922" y="7300"/>
                    <a:pt x="8111" y="7300"/>
                  </a:cubicBezTo>
                  <a:cubicBezTo>
                    <a:pt x="7948" y="7300"/>
                    <a:pt x="7786" y="7296"/>
                    <a:pt x="7623" y="7287"/>
                  </a:cubicBezTo>
                  <a:cubicBezTo>
                    <a:pt x="5336" y="7162"/>
                    <a:pt x="3274" y="6013"/>
                    <a:pt x="1675" y="3963"/>
                  </a:cubicBezTo>
                  <a:cubicBezTo>
                    <a:pt x="1550" y="3813"/>
                    <a:pt x="1450" y="3651"/>
                    <a:pt x="1337" y="3488"/>
                  </a:cubicBezTo>
                  <a:cubicBezTo>
                    <a:pt x="1175" y="3226"/>
                    <a:pt x="988" y="2976"/>
                    <a:pt x="775" y="2751"/>
                  </a:cubicBezTo>
                  <a:cubicBezTo>
                    <a:pt x="575" y="2576"/>
                    <a:pt x="413" y="2376"/>
                    <a:pt x="275" y="2151"/>
                  </a:cubicBezTo>
                  <a:cubicBezTo>
                    <a:pt x="138" y="1939"/>
                    <a:pt x="100" y="1676"/>
                    <a:pt x="188" y="1426"/>
                  </a:cubicBezTo>
                  <a:cubicBezTo>
                    <a:pt x="250" y="1227"/>
                    <a:pt x="438" y="1089"/>
                    <a:pt x="663" y="1077"/>
                  </a:cubicBezTo>
                  <a:lnTo>
                    <a:pt x="750" y="1077"/>
                  </a:lnTo>
                  <a:lnTo>
                    <a:pt x="863" y="1102"/>
                  </a:lnTo>
                  <a:lnTo>
                    <a:pt x="800" y="1002"/>
                  </a:lnTo>
                  <a:cubicBezTo>
                    <a:pt x="713" y="839"/>
                    <a:pt x="450" y="239"/>
                    <a:pt x="525" y="102"/>
                  </a:cubicBezTo>
                  <a:cubicBezTo>
                    <a:pt x="527" y="102"/>
                    <a:pt x="529" y="101"/>
                    <a:pt x="531" y="101"/>
                  </a:cubicBezTo>
                  <a:close/>
                  <a:moveTo>
                    <a:pt x="527" y="1"/>
                  </a:moveTo>
                  <a:cubicBezTo>
                    <a:pt x="522" y="1"/>
                    <a:pt x="518" y="1"/>
                    <a:pt x="513" y="2"/>
                  </a:cubicBezTo>
                  <a:cubicBezTo>
                    <a:pt x="475" y="14"/>
                    <a:pt x="438" y="39"/>
                    <a:pt x="425" y="64"/>
                  </a:cubicBezTo>
                  <a:cubicBezTo>
                    <a:pt x="350" y="239"/>
                    <a:pt x="575" y="752"/>
                    <a:pt x="675" y="964"/>
                  </a:cubicBezTo>
                  <a:lnTo>
                    <a:pt x="663" y="964"/>
                  </a:lnTo>
                  <a:cubicBezTo>
                    <a:pt x="400" y="977"/>
                    <a:pt x="175" y="1152"/>
                    <a:pt x="88" y="1389"/>
                  </a:cubicBezTo>
                  <a:cubicBezTo>
                    <a:pt x="0" y="1664"/>
                    <a:pt x="38" y="1964"/>
                    <a:pt x="188" y="2201"/>
                  </a:cubicBezTo>
                  <a:cubicBezTo>
                    <a:pt x="325" y="2426"/>
                    <a:pt x="500" y="2639"/>
                    <a:pt x="700" y="2826"/>
                  </a:cubicBezTo>
                  <a:cubicBezTo>
                    <a:pt x="913" y="3039"/>
                    <a:pt x="1100" y="3288"/>
                    <a:pt x="1262" y="3551"/>
                  </a:cubicBezTo>
                  <a:cubicBezTo>
                    <a:pt x="1362" y="3701"/>
                    <a:pt x="1475" y="3876"/>
                    <a:pt x="1600" y="4026"/>
                  </a:cubicBezTo>
                  <a:cubicBezTo>
                    <a:pt x="3212" y="6100"/>
                    <a:pt x="5299" y="7250"/>
                    <a:pt x="7611" y="7387"/>
                  </a:cubicBezTo>
                  <a:cubicBezTo>
                    <a:pt x="7786" y="7400"/>
                    <a:pt x="7961" y="7400"/>
                    <a:pt x="8136" y="7400"/>
                  </a:cubicBezTo>
                  <a:cubicBezTo>
                    <a:pt x="8948" y="7400"/>
                    <a:pt x="9760" y="7287"/>
                    <a:pt x="10535" y="7075"/>
                  </a:cubicBezTo>
                  <a:cubicBezTo>
                    <a:pt x="10910" y="6987"/>
                    <a:pt x="11272" y="6837"/>
                    <a:pt x="11585" y="6613"/>
                  </a:cubicBezTo>
                  <a:cubicBezTo>
                    <a:pt x="12035" y="6275"/>
                    <a:pt x="12297" y="5738"/>
                    <a:pt x="12285" y="5163"/>
                  </a:cubicBezTo>
                  <a:cubicBezTo>
                    <a:pt x="12272" y="4688"/>
                    <a:pt x="12035" y="4063"/>
                    <a:pt x="11622" y="3851"/>
                  </a:cubicBezTo>
                  <a:cubicBezTo>
                    <a:pt x="11439" y="3752"/>
                    <a:pt x="11224" y="3716"/>
                    <a:pt x="11004" y="3716"/>
                  </a:cubicBezTo>
                  <a:cubicBezTo>
                    <a:pt x="10698" y="3716"/>
                    <a:pt x="10382" y="3785"/>
                    <a:pt x="10135" y="3851"/>
                  </a:cubicBezTo>
                  <a:cubicBezTo>
                    <a:pt x="9282" y="4083"/>
                    <a:pt x="8312" y="4301"/>
                    <a:pt x="7286" y="4301"/>
                  </a:cubicBezTo>
                  <a:cubicBezTo>
                    <a:pt x="6929" y="4301"/>
                    <a:pt x="6566" y="4274"/>
                    <a:pt x="6199" y="4213"/>
                  </a:cubicBezTo>
                  <a:cubicBezTo>
                    <a:pt x="4887" y="3988"/>
                    <a:pt x="3774" y="3601"/>
                    <a:pt x="2875" y="3039"/>
                  </a:cubicBezTo>
                  <a:cubicBezTo>
                    <a:pt x="2512" y="2801"/>
                    <a:pt x="2012" y="2451"/>
                    <a:pt x="1775" y="1964"/>
                  </a:cubicBezTo>
                  <a:cubicBezTo>
                    <a:pt x="1712" y="1839"/>
                    <a:pt x="1650" y="1701"/>
                    <a:pt x="1575" y="1564"/>
                  </a:cubicBezTo>
                  <a:cubicBezTo>
                    <a:pt x="1400" y="1214"/>
                    <a:pt x="1225" y="827"/>
                    <a:pt x="1013" y="477"/>
                  </a:cubicBezTo>
                  <a:cubicBezTo>
                    <a:pt x="1013" y="477"/>
                    <a:pt x="727" y="1"/>
                    <a:pt x="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46">
              <a:extLst>
                <a:ext uri="{FF2B5EF4-FFF2-40B4-BE49-F238E27FC236}">
                  <a16:creationId xmlns:a16="http://schemas.microsoft.com/office/drawing/2014/main" id="{50649154-4F4D-8F4C-5119-7A151C083404}"/>
                </a:ext>
              </a:extLst>
            </p:cNvPr>
            <p:cNvSpPr/>
            <p:nvPr/>
          </p:nvSpPr>
          <p:spPr>
            <a:xfrm>
              <a:off x="6561810" y="2192513"/>
              <a:ext cx="2127" cy="2782"/>
            </a:xfrm>
            <a:custGeom>
              <a:avLst/>
              <a:gdLst/>
              <a:ahLst/>
              <a:cxnLst/>
              <a:rect l="l" t="t" r="r" b="b"/>
              <a:pathLst>
                <a:path w="39" h="51" extrusionOk="0">
                  <a:moveTo>
                    <a:pt x="26" y="0"/>
                  </a:moveTo>
                  <a:lnTo>
                    <a:pt x="1" y="38"/>
                  </a:lnTo>
                  <a:lnTo>
                    <a:pt x="26" y="50"/>
                  </a:lnTo>
                  <a:cubicBezTo>
                    <a:pt x="38" y="25"/>
                    <a:pt x="38" y="13"/>
                    <a:pt x="26" y="0"/>
                  </a:cubicBezTo>
                  <a:close/>
                </a:path>
              </a:pathLst>
            </a:custGeom>
            <a:solidFill>
              <a:srgbClr val="5C2A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46">
              <a:extLst>
                <a:ext uri="{FF2B5EF4-FFF2-40B4-BE49-F238E27FC236}">
                  <a16:creationId xmlns:a16="http://schemas.microsoft.com/office/drawing/2014/main" id="{40395A76-E24C-9071-197D-CFA51C197087}"/>
                </a:ext>
              </a:extLst>
            </p:cNvPr>
            <p:cNvSpPr/>
            <p:nvPr/>
          </p:nvSpPr>
          <p:spPr>
            <a:xfrm>
              <a:off x="6303497" y="2191476"/>
              <a:ext cx="272003" cy="289403"/>
            </a:xfrm>
            <a:custGeom>
              <a:avLst/>
              <a:gdLst/>
              <a:ahLst/>
              <a:cxnLst/>
              <a:rect l="l" t="t" r="r" b="b"/>
              <a:pathLst>
                <a:path w="4987" h="5306" extrusionOk="0">
                  <a:moveTo>
                    <a:pt x="4412" y="1"/>
                  </a:moveTo>
                  <a:cubicBezTo>
                    <a:pt x="4349" y="1"/>
                    <a:pt x="4287" y="7"/>
                    <a:pt x="4224" y="19"/>
                  </a:cubicBezTo>
                  <a:cubicBezTo>
                    <a:pt x="2762" y="182"/>
                    <a:pt x="1350" y="682"/>
                    <a:pt x="101" y="1469"/>
                  </a:cubicBezTo>
                  <a:cubicBezTo>
                    <a:pt x="63" y="1481"/>
                    <a:pt x="38" y="1506"/>
                    <a:pt x="13" y="1544"/>
                  </a:cubicBezTo>
                  <a:cubicBezTo>
                    <a:pt x="1" y="1569"/>
                    <a:pt x="1" y="1606"/>
                    <a:pt x="1" y="1631"/>
                  </a:cubicBezTo>
                  <a:cubicBezTo>
                    <a:pt x="26" y="2256"/>
                    <a:pt x="51" y="2869"/>
                    <a:pt x="101" y="3481"/>
                  </a:cubicBezTo>
                  <a:cubicBezTo>
                    <a:pt x="151" y="4093"/>
                    <a:pt x="213" y="4706"/>
                    <a:pt x="288" y="5305"/>
                  </a:cubicBezTo>
                  <a:cubicBezTo>
                    <a:pt x="638" y="4980"/>
                    <a:pt x="1188" y="4830"/>
                    <a:pt x="1625" y="4631"/>
                  </a:cubicBezTo>
                  <a:cubicBezTo>
                    <a:pt x="2350" y="4318"/>
                    <a:pt x="3000" y="3831"/>
                    <a:pt x="3512" y="3218"/>
                  </a:cubicBezTo>
                  <a:cubicBezTo>
                    <a:pt x="4100" y="2469"/>
                    <a:pt x="4562" y="1631"/>
                    <a:pt x="4862" y="719"/>
                  </a:cubicBezTo>
                  <a:cubicBezTo>
                    <a:pt x="4937" y="507"/>
                    <a:pt x="4987" y="232"/>
                    <a:pt x="4812" y="94"/>
                  </a:cubicBezTo>
                  <a:cubicBezTo>
                    <a:pt x="4787" y="82"/>
                    <a:pt x="4774" y="69"/>
                    <a:pt x="4749" y="57"/>
                  </a:cubicBezTo>
                  <a:cubicBezTo>
                    <a:pt x="4749" y="82"/>
                    <a:pt x="4737" y="107"/>
                    <a:pt x="4724" y="119"/>
                  </a:cubicBezTo>
                  <a:lnTo>
                    <a:pt x="4674" y="107"/>
                  </a:lnTo>
                  <a:lnTo>
                    <a:pt x="4724" y="44"/>
                  </a:lnTo>
                  <a:cubicBezTo>
                    <a:pt x="4687" y="32"/>
                    <a:pt x="4637" y="19"/>
                    <a:pt x="4599" y="19"/>
                  </a:cubicBezTo>
                  <a:cubicBezTo>
                    <a:pt x="4537" y="7"/>
                    <a:pt x="4474" y="1"/>
                    <a:pt x="44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46">
              <a:extLst>
                <a:ext uri="{FF2B5EF4-FFF2-40B4-BE49-F238E27FC236}">
                  <a16:creationId xmlns:a16="http://schemas.microsoft.com/office/drawing/2014/main" id="{75044DC1-683C-10B0-5721-9A98658A1F9D}"/>
                </a:ext>
              </a:extLst>
            </p:cNvPr>
            <p:cNvSpPr/>
            <p:nvPr/>
          </p:nvSpPr>
          <p:spPr>
            <a:xfrm>
              <a:off x="6325314" y="2191476"/>
              <a:ext cx="482647" cy="650637"/>
            </a:xfrm>
            <a:custGeom>
              <a:avLst/>
              <a:gdLst/>
              <a:ahLst/>
              <a:cxnLst/>
              <a:rect l="l" t="t" r="r" b="b"/>
              <a:pathLst>
                <a:path w="8849" h="11929" extrusionOk="0">
                  <a:moveTo>
                    <a:pt x="5195" y="0"/>
                  </a:moveTo>
                  <a:cubicBezTo>
                    <a:pt x="4649" y="0"/>
                    <a:pt x="4089" y="155"/>
                    <a:pt x="3650" y="382"/>
                  </a:cubicBezTo>
                  <a:cubicBezTo>
                    <a:pt x="2162" y="1131"/>
                    <a:pt x="1800" y="3093"/>
                    <a:pt x="1325" y="4568"/>
                  </a:cubicBezTo>
                  <a:cubicBezTo>
                    <a:pt x="763" y="6280"/>
                    <a:pt x="325" y="8030"/>
                    <a:pt x="0" y="9792"/>
                  </a:cubicBezTo>
                  <a:cubicBezTo>
                    <a:pt x="513" y="10154"/>
                    <a:pt x="1413" y="10254"/>
                    <a:pt x="2000" y="10404"/>
                  </a:cubicBezTo>
                  <a:cubicBezTo>
                    <a:pt x="2787" y="10616"/>
                    <a:pt x="3575" y="10816"/>
                    <a:pt x="4374" y="11016"/>
                  </a:cubicBezTo>
                  <a:cubicBezTo>
                    <a:pt x="4749" y="11104"/>
                    <a:pt x="7836" y="11654"/>
                    <a:pt x="8848" y="11929"/>
                  </a:cubicBezTo>
                  <a:cubicBezTo>
                    <a:pt x="8473" y="10979"/>
                    <a:pt x="8073" y="10017"/>
                    <a:pt x="8111" y="8979"/>
                  </a:cubicBezTo>
                  <a:cubicBezTo>
                    <a:pt x="8186" y="6792"/>
                    <a:pt x="8523" y="4531"/>
                    <a:pt x="7611" y="2456"/>
                  </a:cubicBezTo>
                  <a:cubicBezTo>
                    <a:pt x="7324" y="1806"/>
                    <a:pt x="6986" y="707"/>
                    <a:pt x="6361" y="307"/>
                  </a:cubicBezTo>
                  <a:cubicBezTo>
                    <a:pt x="6021" y="90"/>
                    <a:pt x="5612" y="0"/>
                    <a:pt x="51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46">
              <a:extLst>
                <a:ext uri="{FF2B5EF4-FFF2-40B4-BE49-F238E27FC236}">
                  <a16:creationId xmlns:a16="http://schemas.microsoft.com/office/drawing/2014/main" id="{FDCBB69A-3A24-207F-94D5-599BFBCFC413}"/>
                </a:ext>
              </a:extLst>
            </p:cNvPr>
            <p:cNvSpPr/>
            <p:nvPr/>
          </p:nvSpPr>
          <p:spPr>
            <a:xfrm>
              <a:off x="6715893" y="2325815"/>
              <a:ext cx="399469" cy="434867"/>
            </a:xfrm>
            <a:custGeom>
              <a:avLst/>
              <a:gdLst/>
              <a:ahLst/>
              <a:cxnLst/>
              <a:rect l="l" t="t" r="r" b="b"/>
              <a:pathLst>
                <a:path w="7324" h="7973" extrusionOk="0">
                  <a:moveTo>
                    <a:pt x="2213" y="1"/>
                  </a:moveTo>
                  <a:cubicBezTo>
                    <a:pt x="2167" y="1"/>
                    <a:pt x="2121" y="2"/>
                    <a:pt x="2075" y="6"/>
                  </a:cubicBezTo>
                  <a:cubicBezTo>
                    <a:pt x="1125" y="118"/>
                    <a:pt x="550" y="1118"/>
                    <a:pt x="925" y="1993"/>
                  </a:cubicBezTo>
                  <a:cubicBezTo>
                    <a:pt x="1162" y="2505"/>
                    <a:pt x="1662" y="2842"/>
                    <a:pt x="2137" y="3167"/>
                  </a:cubicBezTo>
                  <a:lnTo>
                    <a:pt x="2150" y="3167"/>
                  </a:lnTo>
                  <a:cubicBezTo>
                    <a:pt x="2824" y="3642"/>
                    <a:pt x="3462" y="4167"/>
                    <a:pt x="4049" y="4729"/>
                  </a:cubicBezTo>
                  <a:cubicBezTo>
                    <a:pt x="4424" y="5092"/>
                    <a:pt x="4137" y="5492"/>
                    <a:pt x="3812" y="5779"/>
                  </a:cubicBezTo>
                  <a:cubicBezTo>
                    <a:pt x="3291" y="6219"/>
                    <a:pt x="2417" y="6969"/>
                    <a:pt x="1666" y="6969"/>
                  </a:cubicBezTo>
                  <a:cubicBezTo>
                    <a:pt x="1605" y="6969"/>
                    <a:pt x="1546" y="6964"/>
                    <a:pt x="1487" y="6954"/>
                  </a:cubicBezTo>
                  <a:cubicBezTo>
                    <a:pt x="1262" y="6916"/>
                    <a:pt x="1062" y="6816"/>
                    <a:pt x="850" y="6766"/>
                  </a:cubicBezTo>
                  <a:cubicBezTo>
                    <a:pt x="775" y="6740"/>
                    <a:pt x="698" y="6727"/>
                    <a:pt x="622" y="6727"/>
                  </a:cubicBezTo>
                  <a:cubicBezTo>
                    <a:pt x="483" y="6727"/>
                    <a:pt x="346" y="6769"/>
                    <a:pt x="225" y="6841"/>
                  </a:cubicBezTo>
                  <a:cubicBezTo>
                    <a:pt x="13" y="7054"/>
                    <a:pt x="0" y="7391"/>
                    <a:pt x="175" y="7616"/>
                  </a:cubicBezTo>
                  <a:cubicBezTo>
                    <a:pt x="363" y="7841"/>
                    <a:pt x="637" y="7966"/>
                    <a:pt x="925" y="7966"/>
                  </a:cubicBezTo>
                  <a:cubicBezTo>
                    <a:pt x="1027" y="7971"/>
                    <a:pt x="1131" y="7973"/>
                    <a:pt x="1235" y="7973"/>
                  </a:cubicBezTo>
                  <a:cubicBezTo>
                    <a:pt x="1664" y="7973"/>
                    <a:pt x="2102" y="7939"/>
                    <a:pt x="2524" y="7928"/>
                  </a:cubicBezTo>
                  <a:cubicBezTo>
                    <a:pt x="3074" y="7916"/>
                    <a:pt x="3624" y="7816"/>
                    <a:pt x="4162" y="7654"/>
                  </a:cubicBezTo>
                  <a:cubicBezTo>
                    <a:pt x="5099" y="7341"/>
                    <a:pt x="6011" y="6829"/>
                    <a:pt x="6548" y="5967"/>
                  </a:cubicBezTo>
                  <a:cubicBezTo>
                    <a:pt x="7323" y="4679"/>
                    <a:pt x="6573" y="3530"/>
                    <a:pt x="5761" y="2492"/>
                  </a:cubicBezTo>
                  <a:cubicBezTo>
                    <a:pt x="5036" y="1580"/>
                    <a:pt x="4212" y="680"/>
                    <a:pt x="3124" y="206"/>
                  </a:cubicBezTo>
                  <a:cubicBezTo>
                    <a:pt x="2841" y="75"/>
                    <a:pt x="2528" y="1"/>
                    <a:pt x="22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46">
              <a:extLst>
                <a:ext uri="{FF2B5EF4-FFF2-40B4-BE49-F238E27FC236}">
                  <a16:creationId xmlns:a16="http://schemas.microsoft.com/office/drawing/2014/main" id="{99DF1BD7-3322-79AD-37AB-50071D0D9CF0}"/>
                </a:ext>
              </a:extLst>
            </p:cNvPr>
            <p:cNvSpPr/>
            <p:nvPr/>
          </p:nvSpPr>
          <p:spPr>
            <a:xfrm>
              <a:off x="6710493" y="2323087"/>
              <a:ext cx="408960" cy="440649"/>
            </a:xfrm>
            <a:custGeom>
              <a:avLst/>
              <a:gdLst/>
              <a:ahLst/>
              <a:cxnLst/>
              <a:rect l="l" t="t" r="r" b="b"/>
              <a:pathLst>
                <a:path w="7498" h="8079" extrusionOk="0">
                  <a:moveTo>
                    <a:pt x="2311" y="101"/>
                  </a:moveTo>
                  <a:cubicBezTo>
                    <a:pt x="2624" y="101"/>
                    <a:pt x="2927" y="175"/>
                    <a:pt x="3211" y="306"/>
                  </a:cubicBezTo>
                  <a:cubicBezTo>
                    <a:pt x="4311" y="780"/>
                    <a:pt x="5148" y="1718"/>
                    <a:pt x="5823" y="2580"/>
                  </a:cubicBezTo>
                  <a:cubicBezTo>
                    <a:pt x="6635" y="3617"/>
                    <a:pt x="7372" y="4729"/>
                    <a:pt x="6597" y="5992"/>
                  </a:cubicBezTo>
                  <a:cubicBezTo>
                    <a:pt x="6148" y="6729"/>
                    <a:pt x="5348" y="7291"/>
                    <a:pt x="4248" y="7654"/>
                  </a:cubicBezTo>
                  <a:cubicBezTo>
                    <a:pt x="3711" y="7829"/>
                    <a:pt x="3173" y="7916"/>
                    <a:pt x="2611" y="7929"/>
                  </a:cubicBezTo>
                  <a:cubicBezTo>
                    <a:pt x="2436" y="7929"/>
                    <a:pt x="2249" y="7941"/>
                    <a:pt x="2061" y="7954"/>
                  </a:cubicBezTo>
                  <a:cubicBezTo>
                    <a:pt x="1823" y="7962"/>
                    <a:pt x="1571" y="7971"/>
                    <a:pt x="1330" y="7971"/>
                  </a:cubicBezTo>
                  <a:cubicBezTo>
                    <a:pt x="1230" y="7971"/>
                    <a:pt x="1132" y="7970"/>
                    <a:pt x="1036" y="7966"/>
                  </a:cubicBezTo>
                  <a:cubicBezTo>
                    <a:pt x="749" y="7966"/>
                    <a:pt x="499" y="7841"/>
                    <a:pt x="312" y="7641"/>
                  </a:cubicBezTo>
                  <a:cubicBezTo>
                    <a:pt x="1" y="7342"/>
                    <a:pt x="228" y="6826"/>
                    <a:pt x="642" y="6826"/>
                  </a:cubicBezTo>
                  <a:cubicBezTo>
                    <a:pt x="661" y="6826"/>
                    <a:pt x="680" y="6827"/>
                    <a:pt x="699" y="6829"/>
                  </a:cubicBezTo>
                  <a:cubicBezTo>
                    <a:pt x="774" y="6829"/>
                    <a:pt x="861" y="6829"/>
                    <a:pt x="949" y="6854"/>
                  </a:cubicBezTo>
                  <a:cubicBezTo>
                    <a:pt x="1036" y="6879"/>
                    <a:pt x="1124" y="6904"/>
                    <a:pt x="1211" y="6929"/>
                  </a:cubicBezTo>
                  <a:cubicBezTo>
                    <a:pt x="1324" y="6979"/>
                    <a:pt x="1461" y="7016"/>
                    <a:pt x="1586" y="7041"/>
                  </a:cubicBezTo>
                  <a:cubicBezTo>
                    <a:pt x="1647" y="7052"/>
                    <a:pt x="1709" y="7056"/>
                    <a:pt x="1772" y="7056"/>
                  </a:cubicBezTo>
                  <a:cubicBezTo>
                    <a:pt x="2541" y="7056"/>
                    <a:pt x="3403" y="6317"/>
                    <a:pt x="3923" y="5867"/>
                  </a:cubicBezTo>
                  <a:lnTo>
                    <a:pt x="3948" y="5854"/>
                  </a:lnTo>
                  <a:cubicBezTo>
                    <a:pt x="4148" y="5679"/>
                    <a:pt x="4385" y="5429"/>
                    <a:pt x="4385" y="5154"/>
                  </a:cubicBezTo>
                  <a:cubicBezTo>
                    <a:pt x="4385" y="4992"/>
                    <a:pt x="4323" y="4842"/>
                    <a:pt x="4198" y="4729"/>
                  </a:cubicBezTo>
                  <a:cubicBezTo>
                    <a:pt x="3598" y="4167"/>
                    <a:pt x="2961" y="3642"/>
                    <a:pt x="2286" y="3167"/>
                  </a:cubicBezTo>
                  <a:lnTo>
                    <a:pt x="2249" y="3205"/>
                  </a:lnTo>
                  <a:lnTo>
                    <a:pt x="2274" y="3167"/>
                  </a:lnTo>
                  <a:lnTo>
                    <a:pt x="2199" y="3117"/>
                  </a:lnTo>
                  <a:cubicBezTo>
                    <a:pt x="1749" y="2817"/>
                    <a:pt x="1299" y="2505"/>
                    <a:pt x="1086" y="2018"/>
                  </a:cubicBezTo>
                  <a:cubicBezTo>
                    <a:pt x="711" y="1180"/>
                    <a:pt x="1261" y="218"/>
                    <a:pt x="2174" y="106"/>
                  </a:cubicBezTo>
                  <a:cubicBezTo>
                    <a:pt x="2220" y="102"/>
                    <a:pt x="2265" y="101"/>
                    <a:pt x="2311" y="101"/>
                  </a:cubicBezTo>
                  <a:close/>
                  <a:moveTo>
                    <a:pt x="2303" y="1"/>
                  </a:moveTo>
                  <a:cubicBezTo>
                    <a:pt x="2256" y="1"/>
                    <a:pt x="2208" y="2"/>
                    <a:pt x="2161" y="6"/>
                  </a:cubicBezTo>
                  <a:cubicBezTo>
                    <a:pt x="1186" y="118"/>
                    <a:pt x="586" y="1155"/>
                    <a:pt x="986" y="2055"/>
                  </a:cubicBezTo>
                  <a:cubicBezTo>
                    <a:pt x="1199" y="2567"/>
                    <a:pt x="1674" y="2892"/>
                    <a:pt x="2124" y="3205"/>
                  </a:cubicBezTo>
                  <a:lnTo>
                    <a:pt x="2211" y="3255"/>
                  </a:lnTo>
                  <a:lnTo>
                    <a:pt x="2236" y="3217"/>
                  </a:lnTo>
                  <a:lnTo>
                    <a:pt x="2224" y="3267"/>
                  </a:lnTo>
                  <a:cubicBezTo>
                    <a:pt x="2898" y="3730"/>
                    <a:pt x="3523" y="4255"/>
                    <a:pt x="4123" y="4829"/>
                  </a:cubicBezTo>
                  <a:cubicBezTo>
                    <a:pt x="4223" y="4917"/>
                    <a:pt x="4273" y="5042"/>
                    <a:pt x="4273" y="5167"/>
                  </a:cubicBezTo>
                  <a:cubicBezTo>
                    <a:pt x="4261" y="5404"/>
                    <a:pt x="4048" y="5642"/>
                    <a:pt x="3873" y="5792"/>
                  </a:cubicBezTo>
                  <a:lnTo>
                    <a:pt x="3848" y="5817"/>
                  </a:lnTo>
                  <a:cubicBezTo>
                    <a:pt x="3329" y="6255"/>
                    <a:pt x="2489" y="6982"/>
                    <a:pt x="1764" y="6982"/>
                  </a:cubicBezTo>
                  <a:cubicBezTo>
                    <a:pt x="1704" y="6982"/>
                    <a:pt x="1644" y="6977"/>
                    <a:pt x="1586" y="6966"/>
                  </a:cubicBezTo>
                  <a:cubicBezTo>
                    <a:pt x="1474" y="6941"/>
                    <a:pt x="1349" y="6904"/>
                    <a:pt x="1224" y="6866"/>
                  </a:cubicBezTo>
                  <a:cubicBezTo>
                    <a:pt x="1136" y="6829"/>
                    <a:pt x="1049" y="6804"/>
                    <a:pt x="961" y="6779"/>
                  </a:cubicBezTo>
                  <a:cubicBezTo>
                    <a:pt x="879" y="6751"/>
                    <a:pt x="793" y="6737"/>
                    <a:pt x="708" y="6737"/>
                  </a:cubicBezTo>
                  <a:cubicBezTo>
                    <a:pt x="560" y="6737"/>
                    <a:pt x="413" y="6779"/>
                    <a:pt x="287" y="6866"/>
                  </a:cubicBezTo>
                  <a:cubicBezTo>
                    <a:pt x="37" y="7066"/>
                    <a:pt x="49" y="7479"/>
                    <a:pt x="224" y="7704"/>
                  </a:cubicBezTo>
                  <a:cubicBezTo>
                    <a:pt x="424" y="7941"/>
                    <a:pt x="711" y="8078"/>
                    <a:pt x="1024" y="8078"/>
                  </a:cubicBezTo>
                  <a:lnTo>
                    <a:pt x="1336" y="8078"/>
                  </a:lnTo>
                  <a:cubicBezTo>
                    <a:pt x="1574" y="8078"/>
                    <a:pt x="1824" y="8066"/>
                    <a:pt x="2086" y="8053"/>
                  </a:cubicBezTo>
                  <a:cubicBezTo>
                    <a:pt x="2261" y="8041"/>
                    <a:pt x="2448" y="8028"/>
                    <a:pt x="2623" y="8028"/>
                  </a:cubicBezTo>
                  <a:cubicBezTo>
                    <a:pt x="3186" y="8016"/>
                    <a:pt x="3748" y="7916"/>
                    <a:pt x="4286" y="7741"/>
                  </a:cubicBezTo>
                  <a:cubicBezTo>
                    <a:pt x="5410" y="7379"/>
                    <a:pt x="6223" y="6804"/>
                    <a:pt x="6697" y="6042"/>
                  </a:cubicBezTo>
                  <a:cubicBezTo>
                    <a:pt x="7497" y="4729"/>
                    <a:pt x="6710" y="3530"/>
                    <a:pt x="5910" y="2517"/>
                  </a:cubicBezTo>
                  <a:cubicBezTo>
                    <a:pt x="5223" y="1643"/>
                    <a:pt x="4385" y="693"/>
                    <a:pt x="3261" y="218"/>
                  </a:cubicBezTo>
                  <a:cubicBezTo>
                    <a:pt x="2966" y="76"/>
                    <a:pt x="2633" y="1"/>
                    <a:pt x="23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46">
              <a:extLst>
                <a:ext uri="{FF2B5EF4-FFF2-40B4-BE49-F238E27FC236}">
                  <a16:creationId xmlns:a16="http://schemas.microsoft.com/office/drawing/2014/main" id="{42C65780-6D06-CB20-C21B-48195C09DC71}"/>
                </a:ext>
              </a:extLst>
            </p:cNvPr>
            <p:cNvSpPr/>
            <p:nvPr/>
          </p:nvSpPr>
          <p:spPr>
            <a:xfrm>
              <a:off x="6582973" y="2195240"/>
              <a:ext cx="432195" cy="352508"/>
            </a:xfrm>
            <a:custGeom>
              <a:avLst/>
              <a:gdLst/>
              <a:ahLst/>
              <a:cxnLst/>
              <a:rect l="l" t="t" r="r" b="b"/>
              <a:pathLst>
                <a:path w="7924" h="6463" extrusionOk="0">
                  <a:moveTo>
                    <a:pt x="525" y="0"/>
                  </a:moveTo>
                  <a:cubicBezTo>
                    <a:pt x="525" y="763"/>
                    <a:pt x="0" y="1625"/>
                    <a:pt x="225" y="2387"/>
                  </a:cubicBezTo>
                  <a:cubicBezTo>
                    <a:pt x="450" y="3149"/>
                    <a:pt x="1062" y="3812"/>
                    <a:pt x="1600" y="4374"/>
                  </a:cubicBezTo>
                  <a:cubicBezTo>
                    <a:pt x="2437" y="5224"/>
                    <a:pt x="3837" y="5599"/>
                    <a:pt x="4737" y="6386"/>
                  </a:cubicBezTo>
                  <a:cubicBezTo>
                    <a:pt x="4783" y="6342"/>
                    <a:pt x="4803" y="6326"/>
                    <a:pt x="4809" y="6326"/>
                  </a:cubicBezTo>
                  <a:cubicBezTo>
                    <a:pt x="4826" y="6326"/>
                    <a:pt x="4722" y="6462"/>
                    <a:pt x="4785" y="6462"/>
                  </a:cubicBezTo>
                  <a:cubicBezTo>
                    <a:pt x="4800" y="6462"/>
                    <a:pt x="4824" y="6455"/>
                    <a:pt x="4861" y="6436"/>
                  </a:cubicBezTo>
                  <a:cubicBezTo>
                    <a:pt x="5149" y="6261"/>
                    <a:pt x="5436" y="6061"/>
                    <a:pt x="5711" y="5849"/>
                  </a:cubicBezTo>
                  <a:cubicBezTo>
                    <a:pt x="6274" y="5449"/>
                    <a:pt x="7373" y="4599"/>
                    <a:pt x="7923" y="4174"/>
                  </a:cubicBezTo>
                  <a:cubicBezTo>
                    <a:pt x="6374" y="1987"/>
                    <a:pt x="3274" y="275"/>
                    <a:pt x="5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46">
              <a:extLst>
                <a:ext uri="{FF2B5EF4-FFF2-40B4-BE49-F238E27FC236}">
                  <a16:creationId xmlns:a16="http://schemas.microsoft.com/office/drawing/2014/main" id="{4724EAF0-47FB-22A6-F52A-B62B9EAFDC7C}"/>
                </a:ext>
              </a:extLst>
            </p:cNvPr>
            <p:cNvSpPr/>
            <p:nvPr/>
          </p:nvSpPr>
          <p:spPr>
            <a:xfrm>
              <a:off x="6246937" y="4160951"/>
              <a:ext cx="190190" cy="105867"/>
            </a:xfrm>
            <a:custGeom>
              <a:avLst/>
              <a:gdLst/>
              <a:ahLst/>
              <a:cxnLst/>
              <a:rect l="l" t="t" r="r" b="b"/>
              <a:pathLst>
                <a:path w="3487" h="1941" extrusionOk="0">
                  <a:moveTo>
                    <a:pt x="2312" y="1"/>
                  </a:moveTo>
                  <a:cubicBezTo>
                    <a:pt x="2237" y="163"/>
                    <a:pt x="2162" y="338"/>
                    <a:pt x="2112" y="500"/>
                  </a:cubicBezTo>
                  <a:cubicBezTo>
                    <a:pt x="2037" y="688"/>
                    <a:pt x="1912" y="850"/>
                    <a:pt x="1762" y="988"/>
                  </a:cubicBezTo>
                  <a:cubicBezTo>
                    <a:pt x="1437" y="1263"/>
                    <a:pt x="988" y="1300"/>
                    <a:pt x="600" y="1388"/>
                  </a:cubicBezTo>
                  <a:cubicBezTo>
                    <a:pt x="450" y="1425"/>
                    <a:pt x="175" y="1463"/>
                    <a:pt x="100" y="1613"/>
                  </a:cubicBezTo>
                  <a:cubicBezTo>
                    <a:pt x="0" y="1800"/>
                    <a:pt x="188" y="1900"/>
                    <a:pt x="350" y="1900"/>
                  </a:cubicBezTo>
                  <a:lnTo>
                    <a:pt x="625" y="1913"/>
                  </a:lnTo>
                  <a:cubicBezTo>
                    <a:pt x="988" y="1931"/>
                    <a:pt x="1350" y="1941"/>
                    <a:pt x="1712" y="1941"/>
                  </a:cubicBezTo>
                  <a:cubicBezTo>
                    <a:pt x="2075" y="1941"/>
                    <a:pt x="2437" y="1931"/>
                    <a:pt x="2800" y="1913"/>
                  </a:cubicBezTo>
                  <a:cubicBezTo>
                    <a:pt x="2900" y="1913"/>
                    <a:pt x="3012" y="1888"/>
                    <a:pt x="3112" y="1850"/>
                  </a:cubicBezTo>
                  <a:cubicBezTo>
                    <a:pt x="3487" y="1675"/>
                    <a:pt x="3399" y="1113"/>
                    <a:pt x="3412" y="788"/>
                  </a:cubicBezTo>
                  <a:cubicBezTo>
                    <a:pt x="3412" y="525"/>
                    <a:pt x="3424" y="263"/>
                    <a:pt x="3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46">
              <a:extLst>
                <a:ext uri="{FF2B5EF4-FFF2-40B4-BE49-F238E27FC236}">
                  <a16:creationId xmlns:a16="http://schemas.microsoft.com/office/drawing/2014/main" id="{04A5D583-3E2C-26F2-F424-111B0F029BE1}"/>
                </a:ext>
              </a:extLst>
            </p:cNvPr>
            <p:cNvSpPr/>
            <p:nvPr/>
          </p:nvSpPr>
          <p:spPr>
            <a:xfrm>
              <a:off x="6520958" y="1982960"/>
              <a:ext cx="129975" cy="273585"/>
            </a:xfrm>
            <a:custGeom>
              <a:avLst/>
              <a:gdLst/>
              <a:ahLst/>
              <a:cxnLst/>
              <a:rect l="l" t="t" r="r" b="b"/>
              <a:pathLst>
                <a:path w="2383" h="5016" extrusionOk="0">
                  <a:moveTo>
                    <a:pt x="1235" y="1"/>
                  </a:moveTo>
                  <a:cubicBezTo>
                    <a:pt x="1176" y="1"/>
                    <a:pt x="1114" y="6"/>
                    <a:pt x="1050" y="18"/>
                  </a:cubicBezTo>
                  <a:cubicBezTo>
                    <a:pt x="487" y="118"/>
                    <a:pt x="200" y="843"/>
                    <a:pt x="75" y="1343"/>
                  </a:cubicBezTo>
                  <a:cubicBezTo>
                    <a:pt x="0" y="1693"/>
                    <a:pt x="25" y="2043"/>
                    <a:pt x="150" y="2380"/>
                  </a:cubicBezTo>
                  <a:cubicBezTo>
                    <a:pt x="287" y="2755"/>
                    <a:pt x="712" y="2980"/>
                    <a:pt x="687" y="3392"/>
                  </a:cubicBezTo>
                  <a:cubicBezTo>
                    <a:pt x="650" y="3780"/>
                    <a:pt x="587" y="4167"/>
                    <a:pt x="500" y="4542"/>
                  </a:cubicBezTo>
                  <a:cubicBezTo>
                    <a:pt x="437" y="4913"/>
                    <a:pt x="739" y="5015"/>
                    <a:pt x="1054" y="5015"/>
                  </a:cubicBezTo>
                  <a:cubicBezTo>
                    <a:pt x="1174" y="5015"/>
                    <a:pt x="1296" y="5000"/>
                    <a:pt x="1400" y="4979"/>
                  </a:cubicBezTo>
                  <a:cubicBezTo>
                    <a:pt x="1812" y="4880"/>
                    <a:pt x="2224" y="4605"/>
                    <a:pt x="2212" y="4117"/>
                  </a:cubicBezTo>
                  <a:cubicBezTo>
                    <a:pt x="2199" y="3630"/>
                    <a:pt x="2112" y="3142"/>
                    <a:pt x="2162" y="2668"/>
                  </a:cubicBezTo>
                  <a:cubicBezTo>
                    <a:pt x="2187" y="2293"/>
                    <a:pt x="2299" y="1943"/>
                    <a:pt x="2324" y="1568"/>
                  </a:cubicBezTo>
                  <a:cubicBezTo>
                    <a:pt x="2382" y="908"/>
                    <a:pt x="1989" y="1"/>
                    <a:pt x="12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46">
              <a:extLst>
                <a:ext uri="{FF2B5EF4-FFF2-40B4-BE49-F238E27FC236}">
                  <a16:creationId xmlns:a16="http://schemas.microsoft.com/office/drawing/2014/main" id="{BCD5868A-0826-E9E2-52CC-C840526C04BE}"/>
                </a:ext>
              </a:extLst>
            </p:cNvPr>
            <p:cNvSpPr/>
            <p:nvPr/>
          </p:nvSpPr>
          <p:spPr>
            <a:xfrm>
              <a:off x="6518231" y="1979470"/>
              <a:ext cx="134284" cy="279858"/>
            </a:xfrm>
            <a:custGeom>
              <a:avLst/>
              <a:gdLst/>
              <a:ahLst/>
              <a:cxnLst/>
              <a:rect l="l" t="t" r="r" b="b"/>
              <a:pathLst>
                <a:path w="2462" h="5131" extrusionOk="0">
                  <a:moveTo>
                    <a:pt x="1328" y="119"/>
                  </a:moveTo>
                  <a:cubicBezTo>
                    <a:pt x="1526" y="119"/>
                    <a:pt x="1722" y="204"/>
                    <a:pt x="1875" y="345"/>
                  </a:cubicBezTo>
                  <a:cubicBezTo>
                    <a:pt x="2199" y="682"/>
                    <a:pt x="2374" y="1157"/>
                    <a:pt x="2337" y="1632"/>
                  </a:cubicBezTo>
                  <a:cubicBezTo>
                    <a:pt x="2324" y="1819"/>
                    <a:pt x="2287" y="2007"/>
                    <a:pt x="2249" y="2182"/>
                  </a:cubicBezTo>
                  <a:cubicBezTo>
                    <a:pt x="2212" y="2357"/>
                    <a:pt x="2187" y="2544"/>
                    <a:pt x="2174" y="2719"/>
                  </a:cubicBezTo>
                  <a:cubicBezTo>
                    <a:pt x="2149" y="3032"/>
                    <a:pt x="2149" y="3356"/>
                    <a:pt x="2187" y="3669"/>
                  </a:cubicBezTo>
                  <a:cubicBezTo>
                    <a:pt x="2212" y="3831"/>
                    <a:pt x="2224" y="4006"/>
                    <a:pt x="2224" y="4181"/>
                  </a:cubicBezTo>
                  <a:cubicBezTo>
                    <a:pt x="2237" y="4606"/>
                    <a:pt x="1850" y="4894"/>
                    <a:pt x="1450" y="4981"/>
                  </a:cubicBezTo>
                  <a:cubicBezTo>
                    <a:pt x="1339" y="5006"/>
                    <a:pt x="1216" y="5021"/>
                    <a:pt x="1099" y="5021"/>
                  </a:cubicBezTo>
                  <a:cubicBezTo>
                    <a:pt x="925" y="5021"/>
                    <a:pt x="764" y="4988"/>
                    <a:pt x="675" y="4906"/>
                  </a:cubicBezTo>
                  <a:cubicBezTo>
                    <a:pt x="600" y="4831"/>
                    <a:pt x="575" y="4719"/>
                    <a:pt x="600" y="4619"/>
                  </a:cubicBezTo>
                  <a:cubicBezTo>
                    <a:pt x="625" y="4494"/>
                    <a:pt x="650" y="4381"/>
                    <a:pt x="675" y="4269"/>
                  </a:cubicBezTo>
                  <a:cubicBezTo>
                    <a:pt x="725" y="4006"/>
                    <a:pt x="775" y="3731"/>
                    <a:pt x="800" y="3469"/>
                  </a:cubicBezTo>
                  <a:lnTo>
                    <a:pt x="800" y="3456"/>
                  </a:lnTo>
                  <a:cubicBezTo>
                    <a:pt x="812" y="3194"/>
                    <a:pt x="662" y="3007"/>
                    <a:pt x="500" y="2819"/>
                  </a:cubicBezTo>
                  <a:cubicBezTo>
                    <a:pt x="400" y="2707"/>
                    <a:pt x="312" y="2569"/>
                    <a:pt x="250" y="2419"/>
                  </a:cubicBezTo>
                  <a:cubicBezTo>
                    <a:pt x="125" y="2107"/>
                    <a:pt x="100" y="1757"/>
                    <a:pt x="175" y="1419"/>
                  </a:cubicBezTo>
                  <a:cubicBezTo>
                    <a:pt x="250" y="1070"/>
                    <a:pt x="525" y="232"/>
                    <a:pt x="1112" y="132"/>
                  </a:cubicBezTo>
                  <a:cubicBezTo>
                    <a:pt x="1162" y="120"/>
                    <a:pt x="1225" y="120"/>
                    <a:pt x="1287" y="120"/>
                  </a:cubicBezTo>
                  <a:cubicBezTo>
                    <a:pt x="1301" y="119"/>
                    <a:pt x="1314" y="119"/>
                    <a:pt x="1328" y="119"/>
                  </a:cubicBezTo>
                  <a:close/>
                  <a:moveTo>
                    <a:pt x="1279" y="0"/>
                  </a:moveTo>
                  <a:cubicBezTo>
                    <a:pt x="1215" y="0"/>
                    <a:pt x="1151" y="7"/>
                    <a:pt x="1087" y="20"/>
                  </a:cubicBezTo>
                  <a:cubicBezTo>
                    <a:pt x="475" y="132"/>
                    <a:pt x="188" y="920"/>
                    <a:pt x="75" y="1382"/>
                  </a:cubicBezTo>
                  <a:cubicBezTo>
                    <a:pt x="0" y="1744"/>
                    <a:pt x="25" y="2107"/>
                    <a:pt x="150" y="2444"/>
                  </a:cubicBezTo>
                  <a:cubicBezTo>
                    <a:pt x="213" y="2607"/>
                    <a:pt x="312" y="2744"/>
                    <a:pt x="425" y="2869"/>
                  </a:cubicBezTo>
                  <a:cubicBezTo>
                    <a:pt x="562" y="3057"/>
                    <a:pt x="700" y="3219"/>
                    <a:pt x="687" y="3444"/>
                  </a:cubicBezTo>
                  <a:lnTo>
                    <a:pt x="737" y="3456"/>
                  </a:lnTo>
                  <a:lnTo>
                    <a:pt x="687" y="3456"/>
                  </a:lnTo>
                  <a:cubicBezTo>
                    <a:pt x="662" y="3719"/>
                    <a:pt x="625" y="3981"/>
                    <a:pt x="562" y="4244"/>
                  </a:cubicBezTo>
                  <a:cubicBezTo>
                    <a:pt x="537" y="4356"/>
                    <a:pt x="525" y="4481"/>
                    <a:pt x="500" y="4594"/>
                  </a:cubicBezTo>
                  <a:cubicBezTo>
                    <a:pt x="462" y="4731"/>
                    <a:pt x="500" y="4869"/>
                    <a:pt x="600" y="4969"/>
                  </a:cubicBezTo>
                  <a:cubicBezTo>
                    <a:pt x="737" y="5081"/>
                    <a:pt x="912" y="5131"/>
                    <a:pt x="1100" y="5131"/>
                  </a:cubicBezTo>
                  <a:cubicBezTo>
                    <a:pt x="1225" y="5118"/>
                    <a:pt x="1350" y="5106"/>
                    <a:pt x="1462" y="5081"/>
                  </a:cubicBezTo>
                  <a:cubicBezTo>
                    <a:pt x="1900" y="4981"/>
                    <a:pt x="2324" y="4656"/>
                    <a:pt x="2312" y="4169"/>
                  </a:cubicBezTo>
                  <a:cubicBezTo>
                    <a:pt x="2312" y="4006"/>
                    <a:pt x="2299" y="3831"/>
                    <a:pt x="2274" y="3656"/>
                  </a:cubicBezTo>
                  <a:cubicBezTo>
                    <a:pt x="2249" y="3344"/>
                    <a:pt x="2237" y="3032"/>
                    <a:pt x="2262" y="2719"/>
                  </a:cubicBezTo>
                  <a:cubicBezTo>
                    <a:pt x="2274" y="2544"/>
                    <a:pt x="2312" y="2369"/>
                    <a:pt x="2337" y="2194"/>
                  </a:cubicBezTo>
                  <a:cubicBezTo>
                    <a:pt x="2374" y="2007"/>
                    <a:pt x="2412" y="1819"/>
                    <a:pt x="2424" y="1632"/>
                  </a:cubicBezTo>
                  <a:cubicBezTo>
                    <a:pt x="2462" y="1120"/>
                    <a:pt x="2287" y="620"/>
                    <a:pt x="1925" y="257"/>
                  </a:cubicBezTo>
                  <a:cubicBezTo>
                    <a:pt x="1747" y="90"/>
                    <a:pt x="1516" y="0"/>
                    <a:pt x="12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46">
              <a:extLst>
                <a:ext uri="{FF2B5EF4-FFF2-40B4-BE49-F238E27FC236}">
                  <a16:creationId xmlns:a16="http://schemas.microsoft.com/office/drawing/2014/main" id="{3E03FE4E-5C75-973F-C944-CB107930A3B4}"/>
                </a:ext>
              </a:extLst>
            </p:cNvPr>
            <p:cNvSpPr/>
            <p:nvPr/>
          </p:nvSpPr>
          <p:spPr>
            <a:xfrm>
              <a:off x="6976224" y="4169842"/>
              <a:ext cx="177972" cy="97031"/>
            </a:xfrm>
            <a:custGeom>
              <a:avLst/>
              <a:gdLst/>
              <a:ahLst/>
              <a:cxnLst/>
              <a:rect l="l" t="t" r="r" b="b"/>
              <a:pathLst>
                <a:path w="3263" h="1779" extrusionOk="0">
                  <a:moveTo>
                    <a:pt x="1" y="0"/>
                  </a:moveTo>
                  <a:cubicBezTo>
                    <a:pt x="1" y="112"/>
                    <a:pt x="26" y="225"/>
                    <a:pt x="63" y="337"/>
                  </a:cubicBezTo>
                  <a:cubicBezTo>
                    <a:pt x="126" y="550"/>
                    <a:pt x="151" y="775"/>
                    <a:pt x="138" y="987"/>
                  </a:cubicBezTo>
                  <a:cubicBezTo>
                    <a:pt x="88" y="1175"/>
                    <a:pt x="63" y="1350"/>
                    <a:pt x="63" y="1537"/>
                  </a:cubicBezTo>
                  <a:cubicBezTo>
                    <a:pt x="89" y="1715"/>
                    <a:pt x="183" y="1744"/>
                    <a:pt x="307" y="1744"/>
                  </a:cubicBezTo>
                  <a:cubicBezTo>
                    <a:pt x="366" y="1744"/>
                    <a:pt x="432" y="1737"/>
                    <a:pt x="501" y="1737"/>
                  </a:cubicBezTo>
                  <a:cubicBezTo>
                    <a:pt x="544" y="1736"/>
                    <a:pt x="587" y="1736"/>
                    <a:pt x="630" y="1736"/>
                  </a:cubicBezTo>
                  <a:cubicBezTo>
                    <a:pt x="1137" y="1736"/>
                    <a:pt x="1648" y="1779"/>
                    <a:pt x="2150" y="1779"/>
                  </a:cubicBezTo>
                  <a:cubicBezTo>
                    <a:pt x="2399" y="1779"/>
                    <a:pt x="2645" y="1768"/>
                    <a:pt x="2888" y="1737"/>
                  </a:cubicBezTo>
                  <a:cubicBezTo>
                    <a:pt x="3013" y="1737"/>
                    <a:pt x="3138" y="1687"/>
                    <a:pt x="3225" y="1600"/>
                  </a:cubicBezTo>
                  <a:cubicBezTo>
                    <a:pt x="3262" y="1550"/>
                    <a:pt x="3225" y="1462"/>
                    <a:pt x="3063" y="1375"/>
                  </a:cubicBezTo>
                  <a:cubicBezTo>
                    <a:pt x="2975" y="1312"/>
                    <a:pt x="2863" y="1262"/>
                    <a:pt x="2750" y="1237"/>
                  </a:cubicBezTo>
                  <a:cubicBezTo>
                    <a:pt x="2363" y="1112"/>
                    <a:pt x="1988" y="950"/>
                    <a:pt x="1650" y="712"/>
                  </a:cubicBezTo>
                  <a:cubicBezTo>
                    <a:pt x="1413" y="537"/>
                    <a:pt x="1213" y="312"/>
                    <a:pt x="1063" y="63"/>
                  </a:cubicBezTo>
                  <a:cubicBezTo>
                    <a:pt x="1055" y="46"/>
                    <a:pt x="1009" y="40"/>
                    <a:pt x="949" y="40"/>
                  </a:cubicBezTo>
                  <a:cubicBezTo>
                    <a:pt x="828" y="40"/>
                    <a:pt x="651" y="63"/>
                    <a:pt x="601" y="63"/>
                  </a:cubicBez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46">
              <a:extLst>
                <a:ext uri="{FF2B5EF4-FFF2-40B4-BE49-F238E27FC236}">
                  <a16:creationId xmlns:a16="http://schemas.microsoft.com/office/drawing/2014/main" id="{7921FF03-0086-18EA-8BFD-2F578E132897}"/>
                </a:ext>
              </a:extLst>
            </p:cNvPr>
            <p:cNvSpPr/>
            <p:nvPr/>
          </p:nvSpPr>
          <p:spPr>
            <a:xfrm>
              <a:off x="6518231" y="1944453"/>
              <a:ext cx="162918" cy="141156"/>
            </a:xfrm>
            <a:custGeom>
              <a:avLst/>
              <a:gdLst/>
              <a:ahLst/>
              <a:cxnLst/>
              <a:rect l="l" t="t" r="r" b="b"/>
              <a:pathLst>
                <a:path w="2987" h="2588" extrusionOk="0">
                  <a:moveTo>
                    <a:pt x="774" y="1"/>
                  </a:moveTo>
                  <a:cubicBezTo>
                    <a:pt x="692" y="1"/>
                    <a:pt x="608" y="8"/>
                    <a:pt x="525" y="25"/>
                  </a:cubicBezTo>
                  <a:cubicBezTo>
                    <a:pt x="462" y="37"/>
                    <a:pt x="412" y="50"/>
                    <a:pt x="362" y="74"/>
                  </a:cubicBezTo>
                  <a:cubicBezTo>
                    <a:pt x="237" y="137"/>
                    <a:pt x="150" y="224"/>
                    <a:pt x="88" y="337"/>
                  </a:cubicBezTo>
                  <a:cubicBezTo>
                    <a:pt x="0" y="574"/>
                    <a:pt x="75" y="837"/>
                    <a:pt x="275" y="987"/>
                  </a:cubicBezTo>
                  <a:cubicBezTo>
                    <a:pt x="475" y="1137"/>
                    <a:pt x="712" y="1212"/>
                    <a:pt x="962" y="1224"/>
                  </a:cubicBezTo>
                  <a:cubicBezTo>
                    <a:pt x="1500" y="1262"/>
                    <a:pt x="1737" y="1262"/>
                    <a:pt x="1975" y="1799"/>
                  </a:cubicBezTo>
                  <a:cubicBezTo>
                    <a:pt x="2072" y="2019"/>
                    <a:pt x="2158" y="2587"/>
                    <a:pt x="2490" y="2587"/>
                  </a:cubicBezTo>
                  <a:cubicBezTo>
                    <a:pt x="2497" y="2587"/>
                    <a:pt x="2505" y="2587"/>
                    <a:pt x="2512" y="2586"/>
                  </a:cubicBezTo>
                  <a:cubicBezTo>
                    <a:pt x="2812" y="2561"/>
                    <a:pt x="2937" y="2011"/>
                    <a:pt x="2949" y="1787"/>
                  </a:cubicBezTo>
                  <a:cubicBezTo>
                    <a:pt x="2987" y="1387"/>
                    <a:pt x="2799" y="999"/>
                    <a:pt x="2462" y="787"/>
                  </a:cubicBezTo>
                  <a:cubicBezTo>
                    <a:pt x="2125" y="599"/>
                    <a:pt x="1800" y="374"/>
                    <a:pt x="1462" y="187"/>
                  </a:cubicBezTo>
                  <a:cubicBezTo>
                    <a:pt x="1248" y="66"/>
                    <a:pt x="1014" y="1"/>
                    <a:pt x="7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46">
              <a:extLst>
                <a:ext uri="{FF2B5EF4-FFF2-40B4-BE49-F238E27FC236}">
                  <a16:creationId xmlns:a16="http://schemas.microsoft.com/office/drawing/2014/main" id="{B5549AE8-CA7F-0E3F-1E09-3BD84FC47554}"/>
                </a:ext>
              </a:extLst>
            </p:cNvPr>
            <p:cNvSpPr/>
            <p:nvPr/>
          </p:nvSpPr>
          <p:spPr>
            <a:xfrm>
              <a:off x="6616353" y="2046393"/>
              <a:ext cx="47616" cy="53343"/>
            </a:xfrm>
            <a:custGeom>
              <a:avLst/>
              <a:gdLst/>
              <a:ahLst/>
              <a:cxnLst/>
              <a:rect l="l" t="t" r="r" b="b"/>
              <a:pathLst>
                <a:path w="873" h="978" extrusionOk="0">
                  <a:moveTo>
                    <a:pt x="329" y="0"/>
                  </a:moveTo>
                  <a:cubicBezTo>
                    <a:pt x="245" y="0"/>
                    <a:pt x="161" y="28"/>
                    <a:pt x="101" y="80"/>
                  </a:cubicBezTo>
                  <a:lnTo>
                    <a:pt x="1" y="755"/>
                  </a:lnTo>
                  <a:cubicBezTo>
                    <a:pt x="85" y="910"/>
                    <a:pt x="225" y="977"/>
                    <a:pt x="364" y="977"/>
                  </a:cubicBezTo>
                  <a:cubicBezTo>
                    <a:pt x="618" y="977"/>
                    <a:pt x="873" y="757"/>
                    <a:pt x="800" y="442"/>
                  </a:cubicBezTo>
                  <a:cubicBezTo>
                    <a:pt x="775" y="367"/>
                    <a:pt x="750" y="305"/>
                    <a:pt x="700" y="242"/>
                  </a:cubicBezTo>
                  <a:cubicBezTo>
                    <a:pt x="638" y="142"/>
                    <a:pt x="538" y="67"/>
                    <a:pt x="438" y="18"/>
                  </a:cubicBezTo>
                  <a:cubicBezTo>
                    <a:pt x="403" y="6"/>
                    <a:pt x="366" y="0"/>
                    <a:pt x="3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46">
              <a:extLst>
                <a:ext uri="{FF2B5EF4-FFF2-40B4-BE49-F238E27FC236}">
                  <a16:creationId xmlns:a16="http://schemas.microsoft.com/office/drawing/2014/main" id="{433206EF-C386-8081-CA0A-09CC18C68608}"/>
                </a:ext>
              </a:extLst>
            </p:cNvPr>
            <p:cNvSpPr/>
            <p:nvPr/>
          </p:nvSpPr>
          <p:spPr>
            <a:xfrm>
              <a:off x="6533885" y="2079337"/>
              <a:ext cx="49797" cy="29398"/>
            </a:xfrm>
            <a:custGeom>
              <a:avLst/>
              <a:gdLst/>
              <a:ahLst/>
              <a:cxnLst/>
              <a:rect l="l" t="t" r="r" b="b"/>
              <a:pathLst>
                <a:path w="913" h="539" extrusionOk="0">
                  <a:moveTo>
                    <a:pt x="38" y="1"/>
                  </a:moveTo>
                  <a:cubicBezTo>
                    <a:pt x="0" y="226"/>
                    <a:pt x="138" y="451"/>
                    <a:pt x="350" y="526"/>
                  </a:cubicBezTo>
                  <a:cubicBezTo>
                    <a:pt x="388" y="538"/>
                    <a:pt x="438" y="538"/>
                    <a:pt x="488" y="538"/>
                  </a:cubicBezTo>
                  <a:cubicBezTo>
                    <a:pt x="663" y="538"/>
                    <a:pt x="825" y="438"/>
                    <a:pt x="913" y="276"/>
                  </a:cubicBezTo>
                  <a:lnTo>
                    <a:pt x="813" y="238"/>
                  </a:lnTo>
                  <a:cubicBezTo>
                    <a:pt x="746" y="386"/>
                    <a:pt x="621" y="450"/>
                    <a:pt x="497" y="450"/>
                  </a:cubicBezTo>
                  <a:cubicBezTo>
                    <a:pt x="294" y="450"/>
                    <a:pt x="92" y="281"/>
                    <a:pt x="138" y="26"/>
                  </a:cubicBezTo>
                  <a:lnTo>
                    <a:pt x="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46">
              <a:extLst>
                <a:ext uri="{FF2B5EF4-FFF2-40B4-BE49-F238E27FC236}">
                  <a16:creationId xmlns:a16="http://schemas.microsoft.com/office/drawing/2014/main" id="{19BAED8B-E9C5-65FA-39BE-DA61200458E0}"/>
                </a:ext>
              </a:extLst>
            </p:cNvPr>
            <p:cNvSpPr/>
            <p:nvPr/>
          </p:nvSpPr>
          <p:spPr>
            <a:xfrm>
              <a:off x="6544793" y="2138679"/>
              <a:ext cx="36871" cy="35453"/>
            </a:xfrm>
            <a:custGeom>
              <a:avLst/>
              <a:gdLst/>
              <a:ahLst/>
              <a:cxnLst/>
              <a:rect l="l" t="t" r="r" b="b"/>
              <a:pathLst>
                <a:path w="676" h="650" extrusionOk="0">
                  <a:moveTo>
                    <a:pt x="0" y="0"/>
                  </a:moveTo>
                  <a:cubicBezTo>
                    <a:pt x="25" y="13"/>
                    <a:pt x="38" y="38"/>
                    <a:pt x="63" y="50"/>
                  </a:cubicBezTo>
                  <a:lnTo>
                    <a:pt x="75" y="50"/>
                  </a:lnTo>
                  <a:cubicBezTo>
                    <a:pt x="175" y="237"/>
                    <a:pt x="225" y="450"/>
                    <a:pt x="250" y="650"/>
                  </a:cubicBezTo>
                  <a:cubicBezTo>
                    <a:pt x="338" y="425"/>
                    <a:pt x="488" y="213"/>
                    <a:pt x="675" y="50"/>
                  </a:cubicBezTo>
                  <a:lnTo>
                    <a:pt x="675" y="50"/>
                  </a:lnTo>
                  <a:cubicBezTo>
                    <a:pt x="632" y="56"/>
                    <a:pt x="585" y="59"/>
                    <a:pt x="538" y="59"/>
                  </a:cubicBezTo>
                  <a:cubicBezTo>
                    <a:pt x="491" y="59"/>
                    <a:pt x="444" y="56"/>
                    <a:pt x="400" y="50"/>
                  </a:cubicBezTo>
                  <a:cubicBezTo>
                    <a:pt x="275" y="50"/>
                    <a:pt x="163" y="25"/>
                    <a:pt x="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46">
              <a:extLst>
                <a:ext uri="{FF2B5EF4-FFF2-40B4-BE49-F238E27FC236}">
                  <a16:creationId xmlns:a16="http://schemas.microsoft.com/office/drawing/2014/main" id="{C513E5FB-447B-08B9-D453-DBC58E8D6466}"/>
                </a:ext>
              </a:extLst>
            </p:cNvPr>
            <p:cNvSpPr/>
            <p:nvPr/>
          </p:nvSpPr>
          <p:spPr>
            <a:xfrm>
              <a:off x="6632061" y="2064338"/>
              <a:ext cx="10254" cy="18490"/>
            </a:xfrm>
            <a:custGeom>
              <a:avLst/>
              <a:gdLst/>
              <a:ahLst/>
              <a:cxnLst/>
              <a:rect l="l" t="t" r="r" b="b"/>
              <a:pathLst>
                <a:path w="188" h="339" extrusionOk="0">
                  <a:moveTo>
                    <a:pt x="13" y="1"/>
                  </a:moveTo>
                  <a:lnTo>
                    <a:pt x="0" y="313"/>
                  </a:lnTo>
                  <a:lnTo>
                    <a:pt x="0" y="338"/>
                  </a:lnTo>
                  <a:cubicBezTo>
                    <a:pt x="38" y="338"/>
                    <a:pt x="62" y="326"/>
                    <a:pt x="87" y="326"/>
                  </a:cubicBezTo>
                  <a:cubicBezTo>
                    <a:pt x="162" y="288"/>
                    <a:pt x="187" y="213"/>
                    <a:pt x="175" y="138"/>
                  </a:cubicBezTo>
                  <a:cubicBezTo>
                    <a:pt x="150" y="63"/>
                    <a:pt x="87" y="13"/>
                    <a:pt x="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46">
              <a:extLst>
                <a:ext uri="{FF2B5EF4-FFF2-40B4-BE49-F238E27FC236}">
                  <a16:creationId xmlns:a16="http://schemas.microsoft.com/office/drawing/2014/main" id="{8CF4AFDA-C2A5-B117-F88F-D1E83E81A4DF}"/>
                </a:ext>
              </a:extLst>
            </p:cNvPr>
            <p:cNvSpPr/>
            <p:nvPr/>
          </p:nvSpPr>
          <p:spPr>
            <a:xfrm>
              <a:off x="6553629" y="2928618"/>
              <a:ext cx="36871" cy="273367"/>
            </a:xfrm>
            <a:custGeom>
              <a:avLst/>
              <a:gdLst/>
              <a:ahLst/>
              <a:cxnLst/>
              <a:rect l="l" t="t" r="r" b="b"/>
              <a:pathLst>
                <a:path w="676" h="5012" extrusionOk="0">
                  <a:moveTo>
                    <a:pt x="1" y="1"/>
                  </a:moveTo>
                  <a:cubicBezTo>
                    <a:pt x="138" y="1675"/>
                    <a:pt x="338" y="3362"/>
                    <a:pt x="576" y="5012"/>
                  </a:cubicBezTo>
                  <a:lnTo>
                    <a:pt x="676" y="4999"/>
                  </a:lnTo>
                  <a:cubicBezTo>
                    <a:pt x="438" y="3350"/>
                    <a:pt x="238" y="1663"/>
                    <a:pt x="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46">
              <a:extLst>
                <a:ext uri="{FF2B5EF4-FFF2-40B4-BE49-F238E27FC236}">
                  <a16:creationId xmlns:a16="http://schemas.microsoft.com/office/drawing/2014/main" id="{3AAD2599-9285-2E9B-3F47-C1CAAA32024A}"/>
                </a:ext>
              </a:extLst>
            </p:cNvPr>
            <p:cNvSpPr/>
            <p:nvPr/>
          </p:nvSpPr>
          <p:spPr>
            <a:xfrm>
              <a:off x="6391420" y="2372448"/>
              <a:ext cx="38889" cy="81159"/>
            </a:xfrm>
            <a:custGeom>
              <a:avLst/>
              <a:gdLst/>
              <a:ahLst/>
              <a:cxnLst/>
              <a:rect l="l" t="t" r="r" b="b"/>
              <a:pathLst>
                <a:path w="713" h="1488" extrusionOk="0">
                  <a:moveTo>
                    <a:pt x="626" y="0"/>
                  </a:moveTo>
                  <a:lnTo>
                    <a:pt x="1" y="1438"/>
                  </a:lnTo>
                  <a:lnTo>
                    <a:pt x="88" y="1488"/>
                  </a:lnTo>
                  <a:lnTo>
                    <a:pt x="713" y="38"/>
                  </a:lnTo>
                  <a:lnTo>
                    <a:pt x="6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46">
              <a:extLst>
                <a:ext uri="{FF2B5EF4-FFF2-40B4-BE49-F238E27FC236}">
                  <a16:creationId xmlns:a16="http://schemas.microsoft.com/office/drawing/2014/main" id="{296D1A74-297D-296E-EBF3-88F5CEDD434E}"/>
                </a:ext>
              </a:extLst>
            </p:cNvPr>
            <p:cNvSpPr/>
            <p:nvPr/>
          </p:nvSpPr>
          <p:spPr>
            <a:xfrm>
              <a:off x="6743819" y="2420173"/>
              <a:ext cx="37525" cy="85250"/>
            </a:xfrm>
            <a:custGeom>
              <a:avLst/>
              <a:gdLst/>
              <a:ahLst/>
              <a:cxnLst/>
              <a:rect l="l" t="t" r="r" b="b"/>
              <a:pathLst>
                <a:path w="688" h="1563" extrusionOk="0">
                  <a:moveTo>
                    <a:pt x="100" y="0"/>
                  </a:moveTo>
                  <a:lnTo>
                    <a:pt x="0" y="25"/>
                  </a:lnTo>
                  <a:cubicBezTo>
                    <a:pt x="125" y="563"/>
                    <a:pt x="325" y="1087"/>
                    <a:pt x="600" y="1562"/>
                  </a:cubicBezTo>
                  <a:lnTo>
                    <a:pt x="688" y="1525"/>
                  </a:lnTo>
                  <a:cubicBezTo>
                    <a:pt x="425" y="1037"/>
                    <a:pt x="225" y="525"/>
                    <a:pt x="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46">
              <a:extLst>
                <a:ext uri="{FF2B5EF4-FFF2-40B4-BE49-F238E27FC236}">
                  <a16:creationId xmlns:a16="http://schemas.microsoft.com/office/drawing/2014/main" id="{BAFE908F-CBA8-56F3-55D8-3DE1B705023B}"/>
                </a:ext>
              </a:extLst>
            </p:cNvPr>
            <p:cNvSpPr/>
            <p:nvPr/>
          </p:nvSpPr>
          <p:spPr>
            <a:xfrm>
              <a:off x="6171941" y="1498623"/>
              <a:ext cx="162264" cy="106412"/>
            </a:xfrm>
            <a:custGeom>
              <a:avLst/>
              <a:gdLst/>
              <a:ahLst/>
              <a:cxnLst/>
              <a:rect l="l" t="t" r="r" b="b"/>
              <a:pathLst>
                <a:path w="2975" h="1951" extrusionOk="0">
                  <a:moveTo>
                    <a:pt x="2700" y="913"/>
                  </a:moveTo>
                  <a:cubicBezTo>
                    <a:pt x="2738" y="913"/>
                    <a:pt x="2763" y="925"/>
                    <a:pt x="2787" y="950"/>
                  </a:cubicBezTo>
                  <a:cubicBezTo>
                    <a:pt x="2800" y="975"/>
                    <a:pt x="2812" y="1000"/>
                    <a:pt x="2800" y="1025"/>
                  </a:cubicBezTo>
                  <a:lnTo>
                    <a:pt x="2688" y="1725"/>
                  </a:lnTo>
                  <a:cubicBezTo>
                    <a:pt x="2675" y="1775"/>
                    <a:pt x="2638" y="1800"/>
                    <a:pt x="2588" y="1800"/>
                  </a:cubicBezTo>
                  <a:lnTo>
                    <a:pt x="1113" y="1800"/>
                  </a:lnTo>
                  <a:cubicBezTo>
                    <a:pt x="1063" y="1800"/>
                    <a:pt x="1025" y="1775"/>
                    <a:pt x="1013" y="1725"/>
                  </a:cubicBezTo>
                  <a:lnTo>
                    <a:pt x="863" y="913"/>
                  </a:lnTo>
                  <a:close/>
                  <a:moveTo>
                    <a:pt x="26" y="1"/>
                  </a:moveTo>
                  <a:lnTo>
                    <a:pt x="1" y="138"/>
                  </a:lnTo>
                  <a:lnTo>
                    <a:pt x="501" y="213"/>
                  </a:lnTo>
                  <a:cubicBezTo>
                    <a:pt x="551" y="213"/>
                    <a:pt x="576" y="238"/>
                    <a:pt x="588" y="288"/>
                  </a:cubicBezTo>
                  <a:lnTo>
                    <a:pt x="888" y="1763"/>
                  </a:lnTo>
                  <a:cubicBezTo>
                    <a:pt x="913" y="1875"/>
                    <a:pt x="1013" y="1950"/>
                    <a:pt x="1125" y="1950"/>
                  </a:cubicBezTo>
                  <a:lnTo>
                    <a:pt x="2600" y="1950"/>
                  </a:lnTo>
                  <a:cubicBezTo>
                    <a:pt x="2725" y="1950"/>
                    <a:pt x="2825" y="1863"/>
                    <a:pt x="2837" y="1750"/>
                  </a:cubicBezTo>
                  <a:lnTo>
                    <a:pt x="2962" y="1050"/>
                  </a:lnTo>
                  <a:cubicBezTo>
                    <a:pt x="2975" y="988"/>
                    <a:pt x="2950" y="913"/>
                    <a:pt x="2912" y="863"/>
                  </a:cubicBezTo>
                  <a:cubicBezTo>
                    <a:pt x="2862" y="801"/>
                    <a:pt x="2787" y="776"/>
                    <a:pt x="2713" y="776"/>
                  </a:cubicBezTo>
                  <a:lnTo>
                    <a:pt x="838" y="776"/>
                  </a:lnTo>
                  <a:lnTo>
                    <a:pt x="726" y="251"/>
                  </a:lnTo>
                  <a:cubicBezTo>
                    <a:pt x="713" y="151"/>
                    <a:pt x="626" y="76"/>
                    <a:pt x="526" y="63"/>
                  </a:cubicBezTo>
                  <a:lnTo>
                    <a:pt x="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46">
              <a:extLst>
                <a:ext uri="{FF2B5EF4-FFF2-40B4-BE49-F238E27FC236}">
                  <a16:creationId xmlns:a16="http://schemas.microsoft.com/office/drawing/2014/main" id="{E5D2B5B7-1980-A2DB-A58A-0B8C92BC143B}"/>
                </a:ext>
              </a:extLst>
            </p:cNvPr>
            <p:cNvSpPr/>
            <p:nvPr/>
          </p:nvSpPr>
          <p:spPr>
            <a:xfrm>
              <a:off x="6230574" y="1605635"/>
              <a:ext cx="23890" cy="23944"/>
            </a:xfrm>
            <a:custGeom>
              <a:avLst/>
              <a:gdLst/>
              <a:ahLst/>
              <a:cxnLst/>
              <a:rect l="l" t="t" r="r" b="b"/>
              <a:pathLst>
                <a:path w="438" h="439" extrusionOk="0">
                  <a:moveTo>
                    <a:pt x="213" y="1"/>
                  </a:moveTo>
                  <a:cubicBezTo>
                    <a:pt x="100" y="1"/>
                    <a:pt x="0" y="101"/>
                    <a:pt x="0" y="213"/>
                  </a:cubicBezTo>
                  <a:cubicBezTo>
                    <a:pt x="0" y="338"/>
                    <a:pt x="100" y="438"/>
                    <a:pt x="213" y="438"/>
                  </a:cubicBezTo>
                  <a:cubicBezTo>
                    <a:pt x="338" y="438"/>
                    <a:pt x="438" y="338"/>
                    <a:pt x="438" y="213"/>
                  </a:cubicBezTo>
                  <a:cubicBezTo>
                    <a:pt x="438" y="101"/>
                    <a:pt x="338" y="1"/>
                    <a:pt x="2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6">
              <a:extLst>
                <a:ext uri="{FF2B5EF4-FFF2-40B4-BE49-F238E27FC236}">
                  <a16:creationId xmlns:a16="http://schemas.microsoft.com/office/drawing/2014/main" id="{77729C2B-99C1-0971-87D6-B04A5DA26D39}"/>
                </a:ext>
              </a:extLst>
            </p:cNvPr>
            <p:cNvSpPr/>
            <p:nvPr/>
          </p:nvSpPr>
          <p:spPr>
            <a:xfrm>
              <a:off x="6278298" y="1605635"/>
              <a:ext cx="23890" cy="23944"/>
            </a:xfrm>
            <a:custGeom>
              <a:avLst/>
              <a:gdLst/>
              <a:ahLst/>
              <a:cxnLst/>
              <a:rect l="l" t="t" r="r" b="b"/>
              <a:pathLst>
                <a:path w="438" h="439" extrusionOk="0">
                  <a:moveTo>
                    <a:pt x="225" y="1"/>
                  </a:moveTo>
                  <a:cubicBezTo>
                    <a:pt x="100" y="1"/>
                    <a:pt x="0" y="101"/>
                    <a:pt x="0" y="213"/>
                  </a:cubicBezTo>
                  <a:cubicBezTo>
                    <a:pt x="0" y="338"/>
                    <a:pt x="100" y="438"/>
                    <a:pt x="225" y="438"/>
                  </a:cubicBezTo>
                  <a:cubicBezTo>
                    <a:pt x="350" y="438"/>
                    <a:pt x="438" y="338"/>
                    <a:pt x="438" y="213"/>
                  </a:cubicBezTo>
                  <a:cubicBezTo>
                    <a:pt x="438" y="101"/>
                    <a:pt x="350" y="1"/>
                    <a:pt x="2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46">
              <a:extLst>
                <a:ext uri="{FF2B5EF4-FFF2-40B4-BE49-F238E27FC236}">
                  <a16:creationId xmlns:a16="http://schemas.microsoft.com/office/drawing/2014/main" id="{AAA13BD2-8D7F-485A-04F0-05C42BA8D4C7}"/>
                </a:ext>
              </a:extLst>
            </p:cNvPr>
            <p:cNvSpPr/>
            <p:nvPr/>
          </p:nvSpPr>
          <p:spPr>
            <a:xfrm>
              <a:off x="5975642" y="1504023"/>
              <a:ext cx="107067" cy="92122"/>
            </a:xfrm>
            <a:custGeom>
              <a:avLst/>
              <a:gdLst/>
              <a:ahLst/>
              <a:cxnLst/>
              <a:rect l="l" t="t" r="r" b="b"/>
              <a:pathLst>
                <a:path w="1963" h="1689" extrusionOk="0">
                  <a:moveTo>
                    <a:pt x="1113" y="152"/>
                  </a:moveTo>
                  <a:cubicBezTo>
                    <a:pt x="1500" y="152"/>
                    <a:pt x="1800" y="464"/>
                    <a:pt x="1800" y="839"/>
                  </a:cubicBezTo>
                  <a:cubicBezTo>
                    <a:pt x="1800" y="1260"/>
                    <a:pt x="1460" y="1539"/>
                    <a:pt x="1104" y="1539"/>
                  </a:cubicBezTo>
                  <a:cubicBezTo>
                    <a:pt x="932" y="1539"/>
                    <a:pt x="756" y="1473"/>
                    <a:pt x="613" y="1326"/>
                  </a:cubicBezTo>
                  <a:cubicBezTo>
                    <a:pt x="176" y="889"/>
                    <a:pt x="488" y="152"/>
                    <a:pt x="1113" y="152"/>
                  </a:cubicBezTo>
                  <a:close/>
                  <a:moveTo>
                    <a:pt x="1111" y="1"/>
                  </a:moveTo>
                  <a:cubicBezTo>
                    <a:pt x="905" y="1"/>
                    <a:pt x="695" y="78"/>
                    <a:pt x="526" y="252"/>
                  </a:cubicBezTo>
                  <a:cubicBezTo>
                    <a:pt x="1" y="776"/>
                    <a:pt x="363" y="1676"/>
                    <a:pt x="1113" y="1689"/>
                  </a:cubicBezTo>
                  <a:cubicBezTo>
                    <a:pt x="1575" y="1689"/>
                    <a:pt x="1950" y="1314"/>
                    <a:pt x="1963" y="839"/>
                  </a:cubicBezTo>
                  <a:cubicBezTo>
                    <a:pt x="1963" y="340"/>
                    <a:pt x="1544" y="1"/>
                    <a:pt x="11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46">
              <a:extLst>
                <a:ext uri="{FF2B5EF4-FFF2-40B4-BE49-F238E27FC236}">
                  <a16:creationId xmlns:a16="http://schemas.microsoft.com/office/drawing/2014/main" id="{722BD938-8D86-C0D3-B203-EB2A8B00C2EF}"/>
                </a:ext>
              </a:extLst>
            </p:cNvPr>
            <p:cNvSpPr/>
            <p:nvPr/>
          </p:nvSpPr>
          <p:spPr>
            <a:xfrm>
              <a:off x="6056747" y="1583164"/>
              <a:ext cx="39598" cy="42979"/>
            </a:xfrm>
            <a:custGeom>
              <a:avLst/>
              <a:gdLst/>
              <a:ahLst/>
              <a:cxnLst/>
              <a:rect l="l" t="t" r="r" b="b"/>
              <a:pathLst>
                <a:path w="726" h="788" extrusionOk="0">
                  <a:moveTo>
                    <a:pt x="113" y="0"/>
                  </a:moveTo>
                  <a:lnTo>
                    <a:pt x="1" y="88"/>
                  </a:lnTo>
                  <a:lnTo>
                    <a:pt x="613" y="788"/>
                  </a:lnTo>
                  <a:lnTo>
                    <a:pt x="726" y="688"/>
                  </a:lnTo>
                  <a:lnTo>
                    <a:pt x="1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6">
              <a:extLst>
                <a:ext uri="{FF2B5EF4-FFF2-40B4-BE49-F238E27FC236}">
                  <a16:creationId xmlns:a16="http://schemas.microsoft.com/office/drawing/2014/main" id="{336A84A8-E30A-8D68-368F-08AF4E04BC4B}"/>
                </a:ext>
              </a:extLst>
            </p:cNvPr>
            <p:cNvSpPr/>
            <p:nvPr/>
          </p:nvSpPr>
          <p:spPr>
            <a:xfrm>
              <a:off x="5242918" y="1558620"/>
              <a:ext cx="107067" cy="10254"/>
            </a:xfrm>
            <a:custGeom>
              <a:avLst/>
              <a:gdLst/>
              <a:ahLst/>
              <a:cxnLst/>
              <a:rect l="l" t="t" r="r" b="b"/>
              <a:pathLst>
                <a:path w="1963" h="188" extrusionOk="0">
                  <a:moveTo>
                    <a:pt x="1" y="0"/>
                  </a:moveTo>
                  <a:lnTo>
                    <a:pt x="1" y="188"/>
                  </a:lnTo>
                  <a:lnTo>
                    <a:pt x="1963" y="188"/>
                  </a:lnTo>
                  <a:lnTo>
                    <a:pt x="1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46">
              <a:extLst>
                <a:ext uri="{FF2B5EF4-FFF2-40B4-BE49-F238E27FC236}">
                  <a16:creationId xmlns:a16="http://schemas.microsoft.com/office/drawing/2014/main" id="{8A43FC06-A12E-E6EE-59DB-ACBAE539AA22}"/>
                </a:ext>
              </a:extLst>
            </p:cNvPr>
            <p:cNvSpPr/>
            <p:nvPr/>
          </p:nvSpPr>
          <p:spPr>
            <a:xfrm>
              <a:off x="5242918" y="1524531"/>
              <a:ext cx="107067" cy="10309"/>
            </a:xfrm>
            <a:custGeom>
              <a:avLst/>
              <a:gdLst/>
              <a:ahLst/>
              <a:cxnLst/>
              <a:rect l="l" t="t" r="r" b="b"/>
              <a:pathLst>
                <a:path w="1963" h="189" extrusionOk="0">
                  <a:moveTo>
                    <a:pt x="1" y="1"/>
                  </a:moveTo>
                  <a:lnTo>
                    <a:pt x="1" y="188"/>
                  </a:lnTo>
                  <a:lnTo>
                    <a:pt x="1963" y="188"/>
                  </a:lnTo>
                  <a:lnTo>
                    <a:pt x="19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46">
              <a:extLst>
                <a:ext uri="{FF2B5EF4-FFF2-40B4-BE49-F238E27FC236}">
                  <a16:creationId xmlns:a16="http://schemas.microsoft.com/office/drawing/2014/main" id="{CE32F22B-7701-3069-AE4B-5F8C8F1BB532}"/>
                </a:ext>
              </a:extLst>
            </p:cNvPr>
            <p:cNvSpPr/>
            <p:nvPr/>
          </p:nvSpPr>
          <p:spPr>
            <a:xfrm>
              <a:off x="5242918" y="1592709"/>
              <a:ext cx="107067" cy="10254"/>
            </a:xfrm>
            <a:custGeom>
              <a:avLst/>
              <a:gdLst/>
              <a:ahLst/>
              <a:cxnLst/>
              <a:rect l="l" t="t" r="r" b="b"/>
              <a:pathLst>
                <a:path w="1963" h="188" extrusionOk="0">
                  <a:moveTo>
                    <a:pt x="1" y="0"/>
                  </a:moveTo>
                  <a:lnTo>
                    <a:pt x="1" y="188"/>
                  </a:lnTo>
                  <a:lnTo>
                    <a:pt x="1963" y="188"/>
                  </a:lnTo>
                  <a:lnTo>
                    <a:pt x="1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6">
              <a:extLst>
                <a:ext uri="{FF2B5EF4-FFF2-40B4-BE49-F238E27FC236}">
                  <a16:creationId xmlns:a16="http://schemas.microsoft.com/office/drawing/2014/main" id="{E9539889-C664-35D0-95C7-8F01DAF7699E}"/>
                </a:ext>
              </a:extLst>
            </p:cNvPr>
            <p:cNvSpPr/>
            <p:nvPr/>
          </p:nvSpPr>
          <p:spPr>
            <a:xfrm>
              <a:off x="5459343" y="1510404"/>
              <a:ext cx="133084" cy="106903"/>
            </a:xfrm>
            <a:custGeom>
              <a:avLst/>
              <a:gdLst/>
              <a:ahLst/>
              <a:cxnLst/>
              <a:rect l="l" t="t" r="r" b="b"/>
              <a:pathLst>
                <a:path w="2440" h="1960" extrusionOk="0">
                  <a:moveTo>
                    <a:pt x="632" y="1"/>
                  </a:moveTo>
                  <a:cubicBezTo>
                    <a:pt x="180" y="1"/>
                    <a:pt x="0" y="463"/>
                    <a:pt x="207" y="897"/>
                  </a:cubicBezTo>
                  <a:cubicBezTo>
                    <a:pt x="444" y="1397"/>
                    <a:pt x="1231" y="1959"/>
                    <a:pt x="1231" y="1959"/>
                  </a:cubicBezTo>
                  <a:cubicBezTo>
                    <a:pt x="1231" y="1959"/>
                    <a:pt x="2019" y="1372"/>
                    <a:pt x="2244" y="897"/>
                  </a:cubicBezTo>
                  <a:cubicBezTo>
                    <a:pt x="2439" y="473"/>
                    <a:pt x="2266" y="1"/>
                    <a:pt x="1814" y="1"/>
                  </a:cubicBezTo>
                  <a:cubicBezTo>
                    <a:pt x="1747" y="1"/>
                    <a:pt x="1673" y="12"/>
                    <a:pt x="1594" y="35"/>
                  </a:cubicBezTo>
                  <a:cubicBezTo>
                    <a:pt x="1381" y="97"/>
                    <a:pt x="1231" y="385"/>
                    <a:pt x="1231" y="385"/>
                  </a:cubicBezTo>
                  <a:cubicBezTo>
                    <a:pt x="1231" y="385"/>
                    <a:pt x="1069" y="97"/>
                    <a:pt x="856" y="35"/>
                  </a:cubicBezTo>
                  <a:cubicBezTo>
                    <a:pt x="776" y="12"/>
                    <a:pt x="701" y="1"/>
                    <a:pt x="6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descr="A screenshot of a computer&#10;&#10;AI-generated content may be incorrect.">
            <a:extLst>
              <a:ext uri="{FF2B5EF4-FFF2-40B4-BE49-F238E27FC236}">
                <a16:creationId xmlns:a16="http://schemas.microsoft.com/office/drawing/2014/main" id="{351A6690-F2D6-4A4E-C832-91BFABCB409B}"/>
              </a:ext>
            </a:extLst>
          </p:cNvPr>
          <p:cNvPicPr>
            <a:picLocks noChangeAspect="1"/>
          </p:cNvPicPr>
          <p:nvPr/>
        </p:nvPicPr>
        <p:blipFill>
          <a:blip r:embed="rId3"/>
          <a:srcRect l="12042" r="2855" b="203"/>
          <a:stretch>
            <a:fillRect/>
          </a:stretch>
        </p:blipFill>
        <p:spPr>
          <a:xfrm>
            <a:off x="2782683" y="0"/>
            <a:ext cx="5701240" cy="4446283"/>
          </a:xfrm>
          <a:prstGeom prst="rect">
            <a:avLst/>
          </a:prstGeom>
        </p:spPr>
      </p:pic>
    </p:spTree>
    <p:extLst>
      <p:ext uri="{BB962C8B-B14F-4D97-AF65-F5344CB8AC3E}">
        <p14:creationId xmlns:p14="http://schemas.microsoft.com/office/powerpoint/2010/main" val="41010408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01">
          <a:extLst>
            <a:ext uri="{FF2B5EF4-FFF2-40B4-BE49-F238E27FC236}">
              <a16:creationId xmlns:a16="http://schemas.microsoft.com/office/drawing/2014/main" id="{314B7231-1E27-EAAD-6E89-4AE26CE0F064}"/>
            </a:ext>
          </a:extLst>
        </p:cNvPr>
        <p:cNvGrpSpPr/>
        <p:nvPr/>
      </p:nvGrpSpPr>
      <p:grpSpPr>
        <a:xfrm>
          <a:off x="0" y="0"/>
          <a:ext cx="0" cy="0"/>
          <a:chOff x="0" y="0"/>
          <a:chExt cx="0" cy="0"/>
        </a:xfrm>
      </p:grpSpPr>
      <p:sp>
        <p:nvSpPr>
          <p:cNvPr id="1003" name="Google Shape;1003;p38">
            <a:extLst>
              <a:ext uri="{FF2B5EF4-FFF2-40B4-BE49-F238E27FC236}">
                <a16:creationId xmlns:a16="http://schemas.microsoft.com/office/drawing/2014/main" id="{C6F9735E-A255-AB91-BF41-68B63C09B50F}"/>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20</a:t>
            </a:fld>
            <a:endParaRPr b="1">
              <a:latin typeface="Open Sans"/>
              <a:ea typeface="Open Sans"/>
              <a:cs typeface="Open Sans"/>
              <a:sym typeface="Open Sans"/>
            </a:endParaRPr>
          </a:p>
        </p:txBody>
      </p:sp>
      <p:sp>
        <p:nvSpPr>
          <p:cNvPr id="3" name="Rectangle 2">
            <a:extLst>
              <a:ext uri="{FF2B5EF4-FFF2-40B4-BE49-F238E27FC236}">
                <a16:creationId xmlns:a16="http://schemas.microsoft.com/office/drawing/2014/main" id="{CF0D9C84-F722-BE19-FCC0-1735EFFBD08B}"/>
              </a:ext>
            </a:extLst>
          </p:cNvPr>
          <p:cNvSpPr/>
          <p:nvPr/>
        </p:nvSpPr>
        <p:spPr>
          <a:xfrm>
            <a:off x="1468867" y="1287906"/>
            <a:ext cx="6534509" cy="2102688"/>
          </a:xfrm>
          <a:prstGeom prst="rect">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2" name="Google Shape;1002;p38">
            <a:extLst>
              <a:ext uri="{FF2B5EF4-FFF2-40B4-BE49-F238E27FC236}">
                <a16:creationId xmlns:a16="http://schemas.microsoft.com/office/drawing/2014/main" id="{02B8090D-902D-1478-4790-F962782C84FC}"/>
              </a:ext>
            </a:extLst>
          </p:cNvPr>
          <p:cNvSpPr txBox="1">
            <a:spLocks noGrp="1"/>
          </p:cNvSpPr>
          <p:nvPr>
            <p:ph type="title"/>
          </p:nvPr>
        </p:nvSpPr>
        <p:spPr>
          <a:xfrm>
            <a:off x="1765955" y="1417490"/>
            <a:ext cx="5760427" cy="1014803"/>
          </a:xfrm>
          <a:prstGeom prst="rect">
            <a:avLst/>
          </a:prstGeom>
        </p:spPr>
        <p:txBody>
          <a:bodyPr spcFirstLastPara="1" wrap="square" lIns="91425" tIns="91425" rIns="91425" bIns="91425" anchor="t" anchorCtr="0">
            <a:noAutofit/>
          </a:bodyPr>
          <a:lstStyle/>
          <a:p>
            <a:pPr algn="ctr"/>
            <a:r>
              <a:rPr lang="en" sz="4800">
                <a:solidFill>
                  <a:schemeClr val="bg1"/>
                </a:solidFill>
                <a:latin typeface="Lexend"/>
              </a:rPr>
              <a:t>DATA PREPARATION</a:t>
            </a:r>
          </a:p>
        </p:txBody>
      </p:sp>
    </p:spTree>
    <p:extLst>
      <p:ext uri="{BB962C8B-B14F-4D97-AF65-F5344CB8AC3E}">
        <p14:creationId xmlns:p14="http://schemas.microsoft.com/office/powerpoint/2010/main" val="30679458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D3A58D-F3A8-B873-89F5-C2B66E359BCC}"/>
              </a:ext>
            </a:extLst>
          </p:cNvPr>
          <p:cNvSpPr txBox="1"/>
          <p:nvPr/>
        </p:nvSpPr>
        <p:spPr>
          <a:xfrm>
            <a:off x="3314220" y="126279"/>
            <a:ext cx="2873374" cy="369332"/>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a:solidFill>
                  <a:schemeClr val="accent2"/>
                </a:solidFill>
                <a:latin typeface="Lexend"/>
              </a:rPr>
              <a:t>Q1. DATA CLEANSING </a:t>
            </a:r>
          </a:p>
        </p:txBody>
      </p:sp>
      <p:pic>
        <p:nvPicPr>
          <p:cNvPr id="5" name="Picture 4" descr="A screenshot of a computer&#10;&#10;AI-generated content may be incorrect.">
            <a:extLst>
              <a:ext uri="{FF2B5EF4-FFF2-40B4-BE49-F238E27FC236}">
                <a16:creationId xmlns:a16="http://schemas.microsoft.com/office/drawing/2014/main" id="{A9F2B503-A037-1513-B391-5E3F3C57F435}"/>
              </a:ext>
            </a:extLst>
          </p:cNvPr>
          <p:cNvPicPr>
            <a:picLocks noChangeAspect="1"/>
          </p:cNvPicPr>
          <p:nvPr/>
        </p:nvPicPr>
        <p:blipFill>
          <a:blip r:embed="rId2"/>
          <a:srcRect l="13004" t="12585" r="-86" b="58687"/>
          <a:stretch>
            <a:fillRect/>
          </a:stretch>
        </p:blipFill>
        <p:spPr>
          <a:xfrm>
            <a:off x="36513" y="1052513"/>
            <a:ext cx="6444851" cy="1332596"/>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4A234814-3A28-3518-FC04-37E8DC9427D9}"/>
              </a:ext>
            </a:extLst>
          </p:cNvPr>
          <p:cNvPicPr>
            <a:picLocks noChangeAspect="1"/>
          </p:cNvPicPr>
          <p:nvPr/>
        </p:nvPicPr>
        <p:blipFill>
          <a:blip r:embed="rId3"/>
          <a:srcRect l="-351" t="-1399" r="-47" b="47028"/>
          <a:stretch>
            <a:fillRect/>
          </a:stretch>
        </p:blipFill>
        <p:spPr>
          <a:xfrm>
            <a:off x="28575" y="2913478"/>
            <a:ext cx="6549349" cy="1614214"/>
          </a:xfrm>
          <a:prstGeom prst="rect">
            <a:avLst/>
          </a:prstGeom>
        </p:spPr>
      </p:pic>
      <p:sp>
        <p:nvSpPr>
          <p:cNvPr id="7" name="TextBox 6">
            <a:extLst>
              <a:ext uri="{FF2B5EF4-FFF2-40B4-BE49-F238E27FC236}">
                <a16:creationId xmlns:a16="http://schemas.microsoft.com/office/drawing/2014/main" id="{04A9E1FF-90D1-AEC0-BA6A-ECEA5D74386F}"/>
              </a:ext>
            </a:extLst>
          </p:cNvPr>
          <p:cNvSpPr txBox="1"/>
          <p:nvPr/>
        </p:nvSpPr>
        <p:spPr>
          <a:xfrm>
            <a:off x="6629399" y="671513"/>
            <a:ext cx="2514600" cy="40318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b="1"/>
          </a:p>
          <a:p>
            <a:pPr marL="285750" indent="-285750">
              <a:buChar char="•"/>
            </a:pPr>
            <a:r>
              <a:rPr lang="en-US" sz="1100">
                <a:latin typeface="Roboto"/>
              </a:rPr>
              <a:t>Standardized the Transaction Date column to </a:t>
            </a:r>
            <a:r>
              <a:rPr lang="en-US" sz="1100" b="1">
                <a:latin typeface="Roboto"/>
              </a:rPr>
              <a:t>(YYYY-MM)</a:t>
            </a:r>
          </a:p>
          <a:p>
            <a:endParaRPr lang="en-US" sz="1100">
              <a:latin typeface="Roboto"/>
            </a:endParaRPr>
          </a:p>
          <a:p>
            <a:pPr marL="285750" indent="-285750">
              <a:buChar char="•"/>
            </a:pPr>
            <a:r>
              <a:rPr lang="en-US" sz="1100">
                <a:latin typeface="Roboto"/>
              </a:rPr>
              <a:t>Removed or filtered out transactions with NULL or zero total sales </a:t>
            </a:r>
          </a:p>
          <a:p>
            <a:endParaRPr lang="en-US" sz="1100">
              <a:latin typeface="Roboto"/>
            </a:endParaRPr>
          </a:p>
          <a:p>
            <a:pPr marL="285750" indent="-285750">
              <a:buChar char="•"/>
            </a:pPr>
            <a:r>
              <a:rPr lang="en-US" sz="1100">
                <a:latin typeface="Roboto"/>
              </a:rPr>
              <a:t>Segmented customers by purchase behavior by Online and In-Store </a:t>
            </a:r>
          </a:p>
          <a:p>
            <a:endParaRPr lang="en-US" sz="1100">
              <a:latin typeface="Roboto"/>
            </a:endParaRPr>
          </a:p>
          <a:p>
            <a:pPr marL="285750" indent="-285750">
              <a:buChar char="•"/>
            </a:pPr>
            <a:r>
              <a:rPr lang="en-US" sz="1100" b="1">
                <a:latin typeface="Roboto"/>
              </a:rPr>
              <a:t>Renamed</a:t>
            </a:r>
            <a:r>
              <a:rPr lang="en-US" sz="1100">
                <a:latin typeface="Roboto"/>
              </a:rPr>
              <a:t> columns (Friendly Names) to improve clarity</a:t>
            </a:r>
          </a:p>
          <a:p>
            <a:endParaRPr lang="en-US" sz="1100">
              <a:latin typeface="Roboto"/>
            </a:endParaRPr>
          </a:p>
          <a:p>
            <a:pPr marL="285750" indent="-285750">
              <a:buChar char="•"/>
            </a:pPr>
            <a:r>
              <a:rPr lang="en-US" sz="1100">
                <a:latin typeface="Roboto"/>
              </a:rPr>
              <a:t>Reorganized columns visually for easier development navigation.</a:t>
            </a:r>
          </a:p>
          <a:p>
            <a:pPr marL="285750" indent="-285750">
              <a:buChar char="•"/>
            </a:pPr>
            <a:endParaRPr lang="en-US" sz="1100">
              <a:latin typeface="Roboto"/>
            </a:endParaRPr>
          </a:p>
          <a:p>
            <a:pPr marL="285750" indent="-285750">
              <a:buChar char="•"/>
            </a:pPr>
            <a:r>
              <a:rPr lang="en-US" sz="1100">
                <a:latin typeface="Roboto"/>
              </a:rPr>
              <a:t>Created the following measures using </a:t>
            </a:r>
            <a:r>
              <a:rPr lang="en-US" sz="1100" b="1">
                <a:latin typeface="Roboto"/>
              </a:rPr>
              <a:t>AutoSum (DAX)</a:t>
            </a:r>
            <a:r>
              <a:rPr lang="en-US" sz="1100">
                <a:latin typeface="Roboto"/>
              </a:rPr>
              <a:t> inside the model</a:t>
            </a:r>
          </a:p>
          <a:p>
            <a:pPr marL="285750" indent="-285750">
              <a:buChar char="•"/>
            </a:pPr>
            <a:endParaRPr lang="en-US" sz="1100">
              <a:latin typeface="Roboto"/>
            </a:endParaRPr>
          </a:p>
        </p:txBody>
      </p:sp>
      <p:sp>
        <p:nvSpPr>
          <p:cNvPr id="8" name="TextBox 7">
            <a:extLst>
              <a:ext uri="{FF2B5EF4-FFF2-40B4-BE49-F238E27FC236}">
                <a16:creationId xmlns:a16="http://schemas.microsoft.com/office/drawing/2014/main" id="{B0D3FE5F-14EE-BF62-DACF-CD5CE7147BEA}"/>
              </a:ext>
            </a:extLst>
          </p:cNvPr>
          <p:cNvSpPr txBox="1"/>
          <p:nvPr/>
        </p:nvSpPr>
        <p:spPr>
          <a:xfrm>
            <a:off x="38100" y="671512"/>
            <a:ext cx="1233487" cy="307777"/>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solidFill>
                  <a:schemeClr val="accent2"/>
                </a:solidFill>
                <a:latin typeface="Lexend"/>
              </a:rPr>
              <a:t>ORIGINAL</a:t>
            </a:r>
          </a:p>
        </p:txBody>
      </p:sp>
      <p:sp>
        <p:nvSpPr>
          <p:cNvPr id="10" name="TextBox 9">
            <a:extLst>
              <a:ext uri="{FF2B5EF4-FFF2-40B4-BE49-F238E27FC236}">
                <a16:creationId xmlns:a16="http://schemas.microsoft.com/office/drawing/2014/main" id="{A9DF0BCF-4392-53E5-E00B-3ECFE66CFA52}"/>
              </a:ext>
            </a:extLst>
          </p:cNvPr>
          <p:cNvSpPr txBox="1"/>
          <p:nvPr/>
        </p:nvSpPr>
        <p:spPr>
          <a:xfrm>
            <a:off x="38100" y="2533650"/>
            <a:ext cx="1233487" cy="307777"/>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solidFill>
                  <a:schemeClr val="accent2"/>
                </a:solidFill>
                <a:latin typeface="Lexend"/>
              </a:rPr>
              <a:t>EDITED</a:t>
            </a:r>
          </a:p>
        </p:txBody>
      </p:sp>
    </p:spTree>
    <p:extLst>
      <p:ext uri="{BB962C8B-B14F-4D97-AF65-F5344CB8AC3E}">
        <p14:creationId xmlns:p14="http://schemas.microsoft.com/office/powerpoint/2010/main" val="23341296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10;&#10;AI-generated content may be incorrect.">
            <a:extLst>
              <a:ext uri="{FF2B5EF4-FFF2-40B4-BE49-F238E27FC236}">
                <a16:creationId xmlns:a16="http://schemas.microsoft.com/office/drawing/2014/main" id="{0EA78B31-4C1F-AE4B-0885-BA39F1775C08}"/>
              </a:ext>
            </a:extLst>
          </p:cNvPr>
          <p:cNvPicPr>
            <a:picLocks noChangeAspect="1"/>
          </p:cNvPicPr>
          <p:nvPr/>
        </p:nvPicPr>
        <p:blipFill>
          <a:blip r:embed="rId2"/>
          <a:srcRect r="106" b="77284"/>
          <a:stretch>
            <a:fillRect/>
          </a:stretch>
        </p:blipFill>
        <p:spPr>
          <a:xfrm>
            <a:off x="3007750" y="889000"/>
            <a:ext cx="5992353" cy="1168403"/>
          </a:xfrm>
          <a:prstGeom prst="rect">
            <a:avLst/>
          </a:prstGeom>
        </p:spPr>
      </p:pic>
      <p:pic>
        <p:nvPicPr>
          <p:cNvPr id="3" name="Picture 2" descr="A screenshot of a computer&#10;&#10;AI-generated content may be incorrect.">
            <a:extLst>
              <a:ext uri="{FF2B5EF4-FFF2-40B4-BE49-F238E27FC236}">
                <a16:creationId xmlns:a16="http://schemas.microsoft.com/office/drawing/2014/main" id="{BC013A32-5AA6-BAF6-BC5F-0C3F37718C0B}"/>
              </a:ext>
            </a:extLst>
          </p:cNvPr>
          <p:cNvPicPr>
            <a:picLocks noChangeAspect="1"/>
          </p:cNvPicPr>
          <p:nvPr/>
        </p:nvPicPr>
        <p:blipFill>
          <a:blip r:embed="rId2"/>
          <a:srcRect t="47654" r="106"/>
          <a:stretch>
            <a:fillRect/>
          </a:stretch>
        </p:blipFill>
        <p:spPr>
          <a:xfrm>
            <a:off x="3007750" y="2057400"/>
            <a:ext cx="5992353" cy="2692401"/>
          </a:xfrm>
          <a:prstGeom prst="rect">
            <a:avLst/>
          </a:prstGeom>
        </p:spPr>
      </p:pic>
      <p:sp>
        <p:nvSpPr>
          <p:cNvPr id="5" name="TextBox 4">
            <a:extLst>
              <a:ext uri="{FF2B5EF4-FFF2-40B4-BE49-F238E27FC236}">
                <a16:creationId xmlns:a16="http://schemas.microsoft.com/office/drawing/2014/main" id="{A1991D5C-EBE5-B68C-C26D-8DE9ECBBF103}"/>
              </a:ext>
            </a:extLst>
          </p:cNvPr>
          <p:cNvSpPr txBox="1"/>
          <p:nvPr/>
        </p:nvSpPr>
        <p:spPr>
          <a:xfrm>
            <a:off x="3314220" y="126279"/>
            <a:ext cx="2873374" cy="369332"/>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a:solidFill>
                  <a:schemeClr val="accent2"/>
                </a:solidFill>
                <a:latin typeface="Lexend"/>
              </a:rPr>
              <a:t>Q1. DATA CLEANSING </a:t>
            </a:r>
          </a:p>
        </p:txBody>
      </p:sp>
      <p:sp>
        <p:nvSpPr>
          <p:cNvPr id="6" name="TextBox 5">
            <a:extLst>
              <a:ext uri="{FF2B5EF4-FFF2-40B4-BE49-F238E27FC236}">
                <a16:creationId xmlns:a16="http://schemas.microsoft.com/office/drawing/2014/main" id="{9425749D-4D95-59DE-AAF3-A31473647FC1}"/>
              </a:ext>
            </a:extLst>
          </p:cNvPr>
          <p:cNvSpPr txBox="1"/>
          <p:nvPr/>
        </p:nvSpPr>
        <p:spPr>
          <a:xfrm>
            <a:off x="161925" y="1590675"/>
            <a:ext cx="2590800"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i="1">
                <a:latin typeface="Roboto"/>
              </a:rPr>
              <a:t>Data cleansing and semantic modeling were carried out in Visual Studio within the </a:t>
            </a:r>
            <a:r>
              <a:rPr lang="en-US" i="1" err="1">
                <a:latin typeface="Roboto"/>
              </a:rPr>
              <a:t>model.bim</a:t>
            </a:r>
            <a:r>
              <a:rPr lang="en-US" i="1">
                <a:latin typeface="Roboto"/>
              </a:rPr>
              <a:t> file. The processed model was then </a:t>
            </a:r>
            <a:r>
              <a:rPr lang="en-US" b="1" i="1">
                <a:latin typeface="Roboto"/>
              </a:rPr>
              <a:t>deployed</a:t>
            </a:r>
            <a:r>
              <a:rPr lang="en-US" i="1">
                <a:latin typeface="Roboto"/>
              </a:rPr>
              <a:t> to SQL Server Analysis Services (SSAS), enabling access to the data through DAX.</a:t>
            </a:r>
            <a:endParaRPr lang="en-US" i="1"/>
          </a:p>
        </p:txBody>
      </p:sp>
    </p:spTree>
    <p:extLst>
      <p:ext uri="{BB962C8B-B14F-4D97-AF65-F5344CB8AC3E}">
        <p14:creationId xmlns:p14="http://schemas.microsoft.com/office/powerpoint/2010/main" val="34999907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01">
          <a:extLst>
            <a:ext uri="{FF2B5EF4-FFF2-40B4-BE49-F238E27FC236}">
              <a16:creationId xmlns:a16="http://schemas.microsoft.com/office/drawing/2014/main" id="{1D05EB60-658A-6C1A-7717-9D7C6327075F}"/>
            </a:ext>
          </a:extLst>
        </p:cNvPr>
        <p:cNvGrpSpPr/>
        <p:nvPr/>
      </p:nvGrpSpPr>
      <p:grpSpPr>
        <a:xfrm>
          <a:off x="0" y="0"/>
          <a:ext cx="0" cy="0"/>
          <a:chOff x="0" y="0"/>
          <a:chExt cx="0" cy="0"/>
        </a:xfrm>
      </p:grpSpPr>
      <p:sp>
        <p:nvSpPr>
          <p:cNvPr id="1003" name="Google Shape;1003;p38">
            <a:extLst>
              <a:ext uri="{FF2B5EF4-FFF2-40B4-BE49-F238E27FC236}">
                <a16:creationId xmlns:a16="http://schemas.microsoft.com/office/drawing/2014/main" id="{73B6FBD8-8278-5FB5-73CD-F97EAD9AC3B8}"/>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23</a:t>
            </a:fld>
            <a:endParaRPr b="1">
              <a:latin typeface="Open Sans"/>
              <a:ea typeface="Open Sans"/>
              <a:cs typeface="Open Sans"/>
              <a:sym typeface="Open Sans"/>
            </a:endParaRPr>
          </a:p>
        </p:txBody>
      </p:sp>
      <p:sp>
        <p:nvSpPr>
          <p:cNvPr id="3" name="Rectangle 2">
            <a:extLst>
              <a:ext uri="{FF2B5EF4-FFF2-40B4-BE49-F238E27FC236}">
                <a16:creationId xmlns:a16="http://schemas.microsoft.com/office/drawing/2014/main" id="{E24D7309-AFE1-AA53-D38B-09928C4ADEE5}"/>
              </a:ext>
            </a:extLst>
          </p:cNvPr>
          <p:cNvSpPr/>
          <p:nvPr/>
        </p:nvSpPr>
        <p:spPr>
          <a:xfrm>
            <a:off x="1377619" y="1379154"/>
            <a:ext cx="6534509" cy="2102688"/>
          </a:xfrm>
          <a:prstGeom prst="rect">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2" name="Google Shape;1002;p38">
            <a:extLst>
              <a:ext uri="{FF2B5EF4-FFF2-40B4-BE49-F238E27FC236}">
                <a16:creationId xmlns:a16="http://schemas.microsoft.com/office/drawing/2014/main" id="{D6CA6730-294D-F6B0-BD60-AF4E0EB7B393}"/>
              </a:ext>
            </a:extLst>
          </p:cNvPr>
          <p:cNvSpPr txBox="1">
            <a:spLocks noGrp="1"/>
          </p:cNvSpPr>
          <p:nvPr>
            <p:ph type="title"/>
          </p:nvPr>
        </p:nvSpPr>
        <p:spPr>
          <a:xfrm>
            <a:off x="1765955" y="1417490"/>
            <a:ext cx="5760427" cy="1014803"/>
          </a:xfrm>
          <a:prstGeom prst="rect">
            <a:avLst/>
          </a:prstGeom>
        </p:spPr>
        <p:txBody>
          <a:bodyPr spcFirstLastPara="1" wrap="square" lIns="91425" tIns="91425" rIns="91425" bIns="91425" anchor="t" anchorCtr="0">
            <a:noAutofit/>
          </a:bodyPr>
          <a:lstStyle/>
          <a:p>
            <a:r>
              <a:rPr lang="en" sz="4000">
                <a:solidFill>
                  <a:schemeClr val="bg1"/>
                </a:solidFill>
                <a:latin typeface="Lexend"/>
              </a:rPr>
              <a:t>PREDICTIVE ANALYSIS </a:t>
            </a:r>
            <a:br>
              <a:rPr lang="en" sz="4000">
                <a:solidFill>
                  <a:schemeClr val="bg1"/>
                </a:solidFill>
                <a:latin typeface="Lexend"/>
              </a:rPr>
            </a:br>
            <a:r>
              <a:rPr lang="en" sz="4000">
                <a:solidFill>
                  <a:schemeClr val="bg1"/>
                </a:solidFill>
                <a:latin typeface="Lexend"/>
              </a:rPr>
              <a:t>AND MODELING</a:t>
            </a:r>
          </a:p>
        </p:txBody>
      </p:sp>
    </p:spTree>
    <p:extLst>
      <p:ext uri="{BB962C8B-B14F-4D97-AF65-F5344CB8AC3E}">
        <p14:creationId xmlns:p14="http://schemas.microsoft.com/office/powerpoint/2010/main" val="28267266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99F97-73AB-A7C9-85E7-2A4531F538CD}"/>
            </a:ext>
          </a:extLst>
        </p:cNvPr>
        <p:cNvGrpSpPr/>
        <p:nvPr/>
      </p:nvGrpSpPr>
      <p:grpSpPr>
        <a:xfrm>
          <a:off x="0" y="0"/>
          <a:ext cx="0" cy="0"/>
          <a:chOff x="0" y="0"/>
          <a:chExt cx="0" cy="0"/>
        </a:xfrm>
      </p:grpSpPr>
      <p:pic>
        <p:nvPicPr>
          <p:cNvPr id="3" name="Content Placeholder 4">
            <a:extLst>
              <a:ext uri="{FF2B5EF4-FFF2-40B4-BE49-F238E27FC236}">
                <a16:creationId xmlns:a16="http://schemas.microsoft.com/office/drawing/2014/main" id="{9EB9EE08-506B-1711-6F32-A3DAEEB0C8C4}"/>
              </a:ext>
            </a:extLst>
          </p:cNvPr>
          <p:cNvPicPr>
            <a:picLocks noChangeAspect="1"/>
          </p:cNvPicPr>
          <p:nvPr/>
        </p:nvPicPr>
        <p:blipFill>
          <a:blip r:embed="rId2"/>
          <a:srcRect r="7542" b="6497"/>
          <a:stretch>
            <a:fillRect/>
          </a:stretch>
        </p:blipFill>
        <p:spPr>
          <a:xfrm>
            <a:off x="3210728" y="1555244"/>
            <a:ext cx="5060775" cy="3517414"/>
          </a:xfrm>
          <a:prstGeom prst="rect">
            <a:avLst/>
          </a:prstGeom>
          <a:noFill/>
          <a:ln>
            <a:noFill/>
          </a:ln>
        </p:spPr>
      </p:pic>
      <p:pic>
        <p:nvPicPr>
          <p:cNvPr id="5" name="Picture 4" descr="A graph showing sales performance&#10;&#10;AI-generated content may be incorrect.">
            <a:extLst>
              <a:ext uri="{FF2B5EF4-FFF2-40B4-BE49-F238E27FC236}">
                <a16:creationId xmlns:a16="http://schemas.microsoft.com/office/drawing/2014/main" id="{B41D1F56-796A-836E-AFD0-39D4A3826814}"/>
              </a:ext>
            </a:extLst>
          </p:cNvPr>
          <p:cNvPicPr>
            <a:picLocks noChangeAspect="1"/>
          </p:cNvPicPr>
          <p:nvPr/>
        </p:nvPicPr>
        <p:blipFill>
          <a:blip r:embed="rId3"/>
          <a:srcRect l="5167" t="-2024" r="304" b="-1620"/>
          <a:stretch>
            <a:fillRect/>
          </a:stretch>
        </p:blipFill>
        <p:spPr>
          <a:xfrm>
            <a:off x="1268" y="1515"/>
            <a:ext cx="2943311" cy="1819588"/>
          </a:xfrm>
          <a:prstGeom prst="rect">
            <a:avLst/>
          </a:prstGeom>
        </p:spPr>
      </p:pic>
      <p:pic>
        <p:nvPicPr>
          <p:cNvPr id="7" name="Picture 6" descr="A graph showing sales performance&#10;&#10;AI-generated content may be incorrect.">
            <a:extLst>
              <a:ext uri="{FF2B5EF4-FFF2-40B4-BE49-F238E27FC236}">
                <a16:creationId xmlns:a16="http://schemas.microsoft.com/office/drawing/2014/main" id="{0BDD6B2D-2EF5-DAEA-C251-EC437FF3D492}"/>
              </a:ext>
            </a:extLst>
          </p:cNvPr>
          <p:cNvPicPr>
            <a:picLocks noChangeAspect="1"/>
          </p:cNvPicPr>
          <p:nvPr/>
        </p:nvPicPr>
        <p:blipFill>
          <a:blip r:embed="rId4"/>
          <a:srcRect l="7610" t="4545" b="-718"/>
          <a:stretch>
            <a:fillRect/>
          </a:stretch>
        </p:blipFill>
        <p:spPr>
          <a:xfrm>
            <a:off x="1586" y="1725784"/>
            <a:ext cx="2942962" cy="1696553"/>
          </a:xfrm>
          <a:prstGeom prst="rect">
            <a:avLst/>
          </a:prstGeom>
        </p:spPr>
      </p:pic>
      <p:pic>
        <p:nvPicPr>
          <p:cNvPr id="9" name="Picture 8" descr="A graph of sales&#10;&#10;AI-generated content may be incorrect.">
            <a:extLst>
              <a:ext uri="{FF2B5EF4-FFF2-40B4-BE49-F238E27FC236}">
                <a16:creationId xmlns:a16="http://schemas.microsoft.com/office/drawing/2014/main" id="{C65057FA-5996-D8B3-ECD2-7841D6FDA7A3}"/>
              </a:ext>
            </a:extLst>
          </p:cNvPr>
          <p:cNvPicPr>
            <a:picLocks noChangeAspect="1"/>
          </p:cNvPicPr>
          <p:nvPr/>
        </p:nvPicPr>
        <p:blipFill>
          <a:blip r:embed="rId5"/>
          <a:srcRect l="6555" t="5302" r="-824" b="-113"/>
          <a:stretch>
            <a:fillRect/>
          </a:stretch>
        </p:blipFill>
        <p:spPr>
          <a:xfrm>
            <a:off x="2041" y="3407600"/>
            <a:ext cx="3057479" cy="1737149"/>
          </a:xfrm>
          <a:prstGeom prst="rect">
            <a:avLst/>
          </a:prstGeom>
        </p:spPr>
      </p:pic>
      <p:sp>
        <p:nvSpPr>
          <p:cNvPr id="11" name="Google Shape;878;p44">
            <a:extLst>
              <a:ext uri="{FF2B5EF4-FFF2-40B4-BE49-F238E27FC236}">
                <a16:creationId xmlns:a16="http://schemas.microsoft.com/office/drawing/2014/main" id="{E8C47D1C-C809-A75B-5DB3-C53A0B635CC4}"/>
              </a:ext>
            </a:extLst>
          </p:cNvPr>
          <p:cNvSpPr txBox="1">
            <a:spLocks/>
          </p:cNvSpPr>
          <p:nvPr/>
        </p:nvSpPr>
        <p:spPr>
          <a:xfrm>
            <a:off x="3968853" y="161904"/>
            <a:ext cx="2317613" cy="1034662"/>
          </a:xfrm>
          <a:prstGeom prst="rect">
            <a:avLst/>
          </a:prstGeom>
          <a:solidFill>
            <a:schemeClr val="accent2">
              <a:lumMod val="20000"/>
              <a:lumOff val="80000"/>
            </a:schemeClr>
          </a:solidFill>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 sz="2800" b="1">
                <a:solidFill>
                  <a:schemeClr val="accent2"/>
                </a:solidFill>
                <a:latin typeface="Lexend"/>
              </a:rPr>
              <a:t>Dashboard </a:t>
            </a:r>
            <a:endParaRPr lang="en-US" b="1">
              <a:solidFill>
                <a:schemeClr val="accent2"/>
              </a:solidFill>
            </a:endParaRPr>
          </a:p>
          <a:p>
            <a:r>
              <a:rPr lang="en" sz="2800" b="1">
                <a:solidFill>
                  <a:schemeClr val="accent2"/>
                </a:solidFill>
                <a:latin typeface="Lexend"/>
              </a:rPr>
              <a:t>Diagram</a:t>
            </a:r>
            <a:endParaRPr lang="en" b="1">
              <a:solidFill>
                <a:schemeClr val="accent2"/>
              </a:solidFill>
            </a:endParaRPr>
          </a:p>
        </p:txBody>
      </p:sp>
      <p:grpSp>
        <p:nvGrpSpPr>
          <p:cNvPr id="40" name="Google Shape;636;p39">
            <a:extLst>
              <a:ext uri="{FF2B5EF4-FFF2-40B4-BE49-F238E27FC236}">
                <a16:creationId xmlns:a16="http://schemas.microsoft.com/office/drawing/2014/main" id="{60492F81-93E8-728C-674E-4A550BBE6A4A}"/>
              </a:ext>
            </a:extLst>
          </p:cNvPr>
          <p:cNvGrpSpPr/>
          <p:nvPr/>
        </p:nvGrpSpPr>
        <p:grpSpPr>
          <a:xfrm rot="1560000">
            <a:off x="6774822" y="329188"/>
            <a:ext cx="1846481" cy="1462117"/>
            <a:chOff x="452825" y="2798300"/>
            <a:chExt cx="1105975" cy="955850"/>
          </a:xfrm>
        </p:grpSpPr>
        <p:sp>
          <p:nvSpPr>
            <p:cNvPr id="14" name="Google Shape;637;p39">
              <a:extLst>
                <a:ext uri="{FF2B5EF4-FFF2-40B4-BE49-F238E27FC236}">
                  <a16:creationId xmlns:a16="http://schemas.microsoft.com/office/drawing/2014/main" id="{EBA6F131-6918-A770-B15A-26F51DD52CD0}"/>
                </a:ext>
              </a:extLst>
            </p:cNvPr>
            <p:cNvSpPr/>
            <p:nvPr/>
          </p:nvSpPr>
          <p:spPr>
            <a:xfrm>
              <a:off x="605350" y="2893325"/>
              <a:ext cx="237000" cy="187550"/>
            </a:xfrm>
            <a:custGeom>
              <a:avLst/>
              <a:gdLst/>
              <a:ahLst/>
              <a:cxnLst/>
              <a:rect l="l" t="t" r="r" b="b"/>
              <a:pathLst>
                <a:path w="9480" h="7502" extrusionOk="0">
                  <a:moveTo>
                    <a:pt x="5093" y="0"/>
                  </a:moveTo>
                  <a:lnTo>
                    <a:pt x="0" y="26"/>
                  </a:lnTo>
                  <a:lnTo>
                    <a:pt x="0" y="262"/>
                  </a:lnTo>
                  <a:lnTo>
                    <a:pt x="5093" y="236"/>
                  </a:lnTo>
                  <a:lnTo>
                    <a:pt x="5119" y="236"/>
                  </a:lnTo>
                  <a:cubicBezTo>
                    <a:pt x="6874" y="236"/>
                    <a:pt x="8275" y="1453"/>
                    <a:pt x="8484" y="3155"/>
                  </a:cubicBezTo>
                  <a:lnTo>
                    <a:pt x="9244" y="7502"/>
                  </a:lnTo>
                  <a:lnTo>
                    <a:pt x="9479" y="7463"/>
                  </a:lnTo>
                  <a:lnTo>
                    <a:pt x="8720" y="3116"/>
                  </a:lnTo>
                  <a:cubicBezTo>
                    <a:pt x="8510" y="1309"/>
                    <a:pt x="6992" y="0"/>
                    <a:pt x="51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638;p39">
              <a:extLst>
                <a:ext uri="{FF2B5EF4-FFF2-40B4-BE49-F238E27FC236}">
                  <a16:creationId xmlns:a16="http://schemas.microsoft.com/office/drawing/2014/main" id="{320B6F7D-6845-2A36-1FAB-CDBA1362693E}"/>
                </a:ext>
              </a:extLst>
            </p:cNvPr>
            <p:cNvSpPr/>
            <p:nvPr/>
          </p:nvSpPr>
          <p:spPr>
            <a:xfrm>
              <a:off x="1285150" y="2817050"/>
              <a:ext cx="273650" cy="273650"/>
            </a:xfrm>
            <a:custGeom>
              <a:avLst/>
              <a:gdLst/>
              <a:ahLst/>
              <a:cxnLst/>
              <a:rect l="l" t="t" r="r" b="b"/>
              <a:pathLst>
                <a:path w="10946" h="10946" extrusionOk="0">
                  <a:moveTo>
                    <a:pt x="4308" y="1"/>
                  </a:moveTo>
                  <a:lnTo>
                    <a:pt x="4203" y="2973"/>
                  </a:lnTo>
                  <a:lnTo>
                    <a:pt x="1729" y="1310"/>
                  </a:lnTo>
                  <a:lnTo>
                    <a:pt x="3130" y="3941"/>
                  </a:lnTo>
                  <a:lnTo>
                    <a:pt x="3130" y="3941"/>
                  </a:lnTo>
                  <a:lnTo>
                    <a:pt x="158" y="3732"/>
                  </a:lnTo>
                  <a:lnTo>
                    <a:pt x="158" y="3732"/>
                  </a:lnTo>
                  <a:lnTo>
                    <a:pt x="2685" y="5316"/>
                  </a:lnTo>
                  <a:lnTo>
                    <a:pt x="1" y="6625"/>
                  </a:lnTo>
                  <a:lnTo>
                    <a:pt x="2986" y="6743"/>
                  </a:lnTo>
                  <a:lnTo>
                    <a:pt x="1323" y="9217"/>
                  </a:lnTo>
                  <a:lnTo>
                    <a:pt x="3955" y="7817"/>
                  </a:lnTo>
                  <a:lnTo>
                    <a:pt x="3745" y="10789"/>
                  </a:lnTo>
                  <a:lnTo>
                    <a:pt x="5329" y="8262"/>
                  </a:lnTo>
                  <a:lnTo>
                    <a:pt x="6639" y="10946"/>
                  </a:lnTo>
                  <a:lnTo>
                    <a:pt x="6743" y="7961"/>
                  </a:lnTo>
                  <a:lnTo>
                    <a:pt x="9218" y="9623"/>
                  </a:lnTo>
                  <a:lnTo>
                    <a:pt x="9218" y="9623"/>
                  </a:lnTo>
                  <a:lnTo>
                    <a:pt x="7817" y="6992"/>
                  </a:lnTo>
                  <a:lnTo>
                    <a:pt x="10802" y="7201"/>
                  </a:lnTo>
                  <a:lnTo>
                    <a:pt x="8275" y="5617"/>
                  </a:lnTo>
                  <a:lnTo>
                    <a:pt x="10946" y="4308"/>
                  </a:lnTo>
                  <a:lnTo>
                    <a:pt x="7974" y="4203"/>
                  </a:lnTo>
                  <a:lnTo>
                    <a:pt x="9637" y="1729"/>
                  </a:lnTo>
                  <a:lnTo>
                    <a:pt x="9637" y="1729"/>
                  </a:lnTo>
                  <a:lnTo>
                    <a:pt x="7005" y="3117"/>
                  </a:lnTo>
                  <a:lnTo>
                    <a:pt x="7005" y="3117"/>
                  </a:lnTo>
                  <a:lnTo>
                    <a:pt x="7202" y="145"/>
                  </a:lnTo>
                  <a:lnTo>
                    <a:pt x="5617" y="2671"/>
                  </a:lnTo>
                  <a:lnTo>
                    <a:pt x="430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639;p39">
              <a:extLst>
                <a:ext uri="{FF2B5EF4-FFF2-40B4-BE49-F238E27FC236}">
                  <a16:creationId xmlns:a16="http://schemas.microsoft.com/office/drawing/2014/main" id="{84B58AF8-D78E-EBEE-C81D-80FB26A7F033}"/>
                </a:ext>
              </a:extLst>
            </p:cNvPr>
            <p:cNvSpPr/>
            <p:nvPr/>
          </p:nvSpPr>
          <p:spPr>
            <a:xfrm>
              <a:off x="1390824" y="2910151"/>
              <a:ext cx="73325" cy="83425"/>
            </a:xfrm>
            <a:custGeom>
              <a:avLst/>
              <a:gdLst/>
              <a:ahLst/>
              <a:cxnLst/>
              <a:rect l="l" t="t" r="r" b="b"/>
              <a:pathLst>
                <a:path w="2933" h="3337" extrusionOk="0">
                  <a:moveTo>
                    <a:pt x="1682" y="1"/>
                  </a:moveTo>
                  <a:cubicBezTo>
                    <a:pt x="1511" y="1"/>
                    <a:pt x="1337" y="33"/>
                    <a:pt x="1178" y="102"/>
                  </a:cubicBezTo>
                  <a:cubicBezTo>
                    <a:pt x="825" y="220"/>
                    <a:pt x="537" y="482"/>
                    <a:pt x="393" y="835"/>
                  </a:cubicBezTo>
                  <a:cubicBezTo>
                    <a:pt x="275" y="1123"/>
                    <a:pt x="249" y="1451"/>
                    <a:pt x="314" y="1765"/>
                  </a:cubicBezTo>
                  <a:lnTo>
                    <a:pt x="0" y="1883"/>
                  </a:lnTo>
                  <a:lnTo>
                    <a:pt x="92" y="2105"/>
                  </a:lnTo>
                  <a:lnTo>
                    <a:pt x="367" y="2000"/>
                  </a:lnTo>
                  <a:cubicBezTo>
                    <a:pt x="380" y="2079"/>
                    <a:pt x="406" y="2144"/>
                    <a:pt x="432" y="2223"/>
                  </a:cubicBezTo>
                  <a:cubicBezTo>
                    <a:pt x="445" y="2236"/>
                    <a:pt x="458" y="2262"/>
                    <a:pt x="458" y="2288"/>
                  </a:cubicBezTo>
                  <a:lnTo>
                    <a:pt x="197" y="2393"/>
                  </a:lnTo>
                  <a:lnTo>
                    <a:pt x="288" y="2616"/>
                  </a:lnTo>
                  <a:lnTo>
                    <a:pt x="576" y="2511"/>
                  </a:lnTo>
                  <a:cubicBezTo>
                    <a:pt x="707" y="2799"/>
                    <a:pt x="930" y="3035"/>
                    <a:pt x="1205" y="3179"/>
                  </a:cubicBezTo>
                  <a:cubicBezTo>
                    <a:pt x="1399" y="3283"/>
                    <a:pt x="1614" y="3337"/>
                    <a:pt x="1829" y="3337"/>
                  </a:cubicBezTo>
                  <a:cubicBezTo>
                    <a:pt x="1991" y="3337"/>
                    <a:pt x="2152" y="3306"/>
                    <a:pt x="2304" y="3244"/>
                  </a:cubicBezTo>
                  <a:cubicBezTo>
                    <a:pt x="2553" y="3152"/>
                    <a:pt x="2776" y="2995"/>
                    <a:pt x="2933" y="2786"/>
                  </a:cubicBezTo>
                  <a:lnTo>
                    <a:pt x="2750" y="2524"/>
                  </a:lnTo>
                  <a:cubicBezTo>
                    <a:pt x="2606" y="2681"/>
                    <a:pt x="2435" y="2812"/>
                    <a:pt x="2239" y="2891"/>
                  </a:cubicBezTo>
                  <a:cubicBezTo>
                    <a:pt x="2122" y="2934"/>
                    <a:pt x="2000" y="2956"/>
                    <a:pt x="1879" y="2956"/>
                  </a:cubicBezTo>
                  <a:cubicBezTo>
                    <a:pt x="1741" y="2956"/>
                    <a:pt x="1605" y="2927"/>
                    <a:pt x="1480" y="2864"/>
                  </a:cubicBezTo>
                  <a:cubicBezTo>
                    <a:pt x="1270" y="2747"/>
                    <a:pt x="1100" y="2563"/>
                    <a:pt x="982" y="2354"/>
                  </a:cubicBezTo>
                  <a:lnTo>
                    <a:pt x="2304" y="1856"/>
                  </a:lnTo>
                  <a:lnTo>
                    <a:pt x="2213" y="1634"/>
                  </a:lnTo>
                  <a:lnTo>
                    <a:pt x="864" y="2144"/>
                  </a:lnTo>
                  <a:lnTo>
                    <a:pt x="838" y="2053"/>
                  </a:lnTo>
                  <a:cubicBezTo>
                    <a:pt x="812" y="1987"/>
                    <a:pt x="786" y="1922"/>
                    <a:pt x="773" y="1856"/>
                  </a:cubicBezTo>
                  <a:lnTo>
                    <a:pt x="2108" y="1346"/>
                  </a:lnTo>
                  <a:lnTo>
                    <a:pt x="2029" y="1123"/>
                  </a:lnTo>
                  <a:lnTo>
                    <a:pt x="720" y="1608"/>
                  </a:lnTo>
                  <a:cubicBezTo>
                    <a:pt x="681" y="1372"/>
                    <a:pt x="694" y="1136"/>
                    <a:pt x="786" y="914"/>
                  </a:cubicBezTo>
                  <a:cubicBezTo>
                    <a:pt x="877" y="678"/>
                    <a:pt x="1074" y="508"/>
                    <a:pt x="1309" y="416"/>
                  </a:cubicBezTo>
                  <a:cubicBezTo>
                    <a:pt x="1434" y="372"/>
                    <a:pt x="1565" y="345"/>
                    <a:pt x="1693" y="345"/>
                  </a:cubicBezTo>
                  <a:cubicBezTo>
                    <a:pt x="1754" y="345"/>
                    <a:pt x="1814" y="351"/>
                    <a:pt x="1872" y="364"/>
                  </a:cubicBezTo>
                  <a:lnTo>
                    <a:pt x="1846" y="10"/>
                  </a:lnTo>
                  <a:cubicBezTo>
                    <a:pt x="1792" y="4"/>
                    <a:pt x="1737" y="1"/>
                    <a:pt x="16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640;p39">
              <a:extLst>
                <a:ext uri="{FF2B5EF4-FFF2-40B4-BE49-F238E27FC236}">
                  <a16:creationId xmlns:a16="http://schemas.microsoft.com/office/drawing/2014/main" id="{DF548B5B-8D45-F180-410A-BAAC5F81CFC2}"/>
                </a:ext>
              </a:extLst>
            </p:cNvPr>
            <p:cNvSpPr/>
            <p:nvPr/>
          </p:nvSpPr>
          <p:spPr>
            <a:xfrm>
              <a:off x="761475" y="3154175"/>
              <a:ext cx="539750" cy="271700"/>
            </a:xfrm>
            <a:custGeom>
              <a:avLst/>
              <a:gdLst/>
              <a:ahLst/>
              <a:cxnLst/>
              <a:rect l="l" t="t" r="r" b="b"/>
              <a:pathLst>
                <a:path w="21590" h="10868" extrusionOk="0">
                  <a:moveTo>
                    <a:pt x="0" y="1"/>
                  </a:moveTo>
                  <a:lnTo>
                    <a:pt x="1074" y="10867"/>
                  </a:lnTo>
                  <a:lnTo>
                    <a:pt x="21472" y="9558"/>
                  </a:lnTo>
                  <a:lnTo>
                    <a:pt x="215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641;p39">
              <a:extLst>
                <a:ext uri="{FF2B5EF4-FFF2-40B4-BE49-F238E27FC236}">
                  <a16:creationId xmlns:a16="http://schemas.microsoft.com/office/drawing/2014/main" id="{81BE3274-3CA4-F80B-FB6F-C3D95ABFFECD}"/>
                </a:ext>
              </a:extLst>
            </p:cNvPr>
            <p:cNvSpPr/>
            <p:nvPr/>
          </p:nvSpPr>
          <p:spPr>
            <a:xfrm>
              <a:off x="849525" y="2817050"/>
              <a:ext cx="420275" cy="450075"/>
            </a:xfrm>
            <a:custGeom>
              <a:avLst/>
              <a:gdLst/>
              <a:ahLst/>
              <a:cxnLst/>
              <a:rect l="l" t="t" r="r" b="b"/>
              <a:pathLst>
                <a:path w="16811" h="18003" extrusionOk="0">
                  <a:moveTo>
                    <a:pt x="8864" y="1"/>
                  </a:moveTo>
                  <a:lnTo>
                    <a:pt x="0" y="3850"/>
                  </a:lnTo>
                  <a:lnTo>
                    <a:pt x="5001" y="18002"/>
                  </a:lnTo>
                  <a:lnTo>
                    <a:pt x="14847" y="13721"/>
                  </a:lnTo>
                  <a:lnTo>
                    <a:pt x="16811" y="12857"/>
                  </a:lnTo>
                  <a:lnTo>
                    <a:pt x="88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642;p39">
              <a:extLst>
                <a:ext uri="{FF2B5EF4-FFF2-40B4-BE49-F238E27FC236}">
                  <a16:creationId xmlns:a16="http://schemas.microsoft.com/office/drawing/2014/main" id="{45561343-F608-136E-A927-619752BDED9F}"/>
                </a:ext>
              </a:extLst>
            </p:cNvPr>
            <p:cNvSpPr/>
            <p:nvPr/>
          </p:nvSpPr>
          <p:spPr>
            <a:xfrm>
              <a:off x="800425" y="2820975"/>
              <a:ext cx="420275" cy="467750"/>
            </a:xfrm>
            <a:custGeom>
              <a:avLst/>
              <a:gdLst/>
              <a:ahLst/>
              <a:cxnLst/>
              <a:rect l="l" t="t" r="r" b="b"/>
              <a:pathLst>
                <a:path w="16811" h="18710" extrusionOk="0">
                  <a:moveTo>
                    <a:pt x="10461" y="1"/>
                  </a:moveTo>
                  <a:lnTo>
                    <a:pt x="0" y="4557"/>
                  </a:lnTo>
                  <a:lnTo>
                    <a:pt x="4988" y="18709"/>
                  </a:lnTo>
                  <a:lnTo>
                    <a:pt x="16811" y="13564"/>
                  </a:lnTo>
                  <a:lnTo>
                    <a:pt x="104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643;p39">
              <a:extLst>
                <a:ext uri="{FF2B5EF4-FFF2-40B4-BE49-F238E27FC236}">
                  <a16:creationId xmlns:a16="http://schemas.microsoft.com/office/drawing/2014/main" id="{3B4CDD8F-F6BF-AD9B-939A-61820EDBD629}"/>
                </a:ext>
              </a:extLst>
            </p:cNvPr>
            <p:cNvSpPr/>
            <p:nvPr/>
          </p:nvSpPr>
          <p:spPr>
            <a:xfrm>
              <a:off x="832825" y="2798300"/>
              <a:ext cx="200000" cy="133650"/>
            </a:xfrm>
            <a:custGeom>
              <a:avLst/>
              <a:gdLst/>
              <a:ahLst/>
              <a:cxnLst/>
              <a:rect l="l" t="t" r="r" b="b"/>
              <a:pathLst>
                <a:path w="8000" h="5346" extrusionOk="0">
                  <a:moveTo>
                    <a:pt x="4537" y="0"/>
                  </a:moveTo>
                  <a:cubicBezTo>
                    <a:pt x="3986" y="0"/>
                    <a:pt x="3435" y="116"/>
                    <a:pt x="2920" y="345"/>
                  </a:cubicBezTo>
                  <a:cubicBezTo>
                    <a:pt x="930" y="1209"/>
                    <a:pt x="0" y="3448"/>
                    <a:pt x="812" y="5346"/>
                  </a:cubicBezTo>
                  <a:lnTo>
                    <a:pt x="1113" y="5215"/>
                  </a:lnTo>
                  <a:cubicBezTo>
                    <a:pt x="367" y="3474"/>
                    <a:pt x="1231" y="1418"/>
                    <a:pt x="3051" y="633"/>
                  </a:cubicBezTo>
                  <a:cubicBezTo>
                    <a:pt x="3523" y="418"/>
                    <a:pt x="4030" y="313"/>
                    <a:pt x="4539" y="313"/>
                  </a:cubicBezTo>
                  <a:cubicBezTo>
                    <a:pt x="4961" y="313"/>
                    <a:pt x="5383" y="386"/>
                    <a:pt x="5787" y="528"/>
                  </a:cubicBezTo>
                  <a:cubicBezTo>
                    <a:pt x="6638" y="842"/>
                    <a:pt x="7345" y="1497"/>
                    <a:pt x="7712" y="2335"/>
                  </a:cubicBezTo>
                  <a:lnTo>
                    <a:pt x="8000" y="2204"/>
                  </a:lnTo>
                  <a:cubicBezTo>
                    <a:pt x="7607" y="1287"/>
                    <a:pt x="6835" y="580"/>
                    <a:pt x="5892" y="240"/>
                  </a:cubicBezTo>
                  <a:cubicBezTo>
                    <a:pt x="5453" y="80"/>
                    <a:pt x="4995" y="0"/>
                    <a:pt x="45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644;p39">
              <a:extLst>
                <a:ext uri="{FF2B5EF4-FFF2-40B4-BE49-F238E27FC236}">
                  <a16:creationId xmlns:a16="http://schemas.microsoft.com/office/drawing/2014/main" id="{06FF6981-46D9-40DD-C4D6-F531FA5AA6DF}"/>
                </a:ext>
              </a:extLst>
            </p:cNvPr>
            <p:cNvSpPr/>
            <p:nvPr/>
          </p:nvSpPr>
          <p:spPr>
            <a:xfrm>
              <a:off x="1022650" y="2958050"/>
              <a:ext cx="393125" cy="430825"/>
            </a:xfrm>
            <a:custGeom>
              <a:avLst/>
              <a:gdLst/>
              <a:ahLst/>
              <a:cxnLst/>
              <a:rect l="l" t="t" r="r" b="b"/>
              <a:pathLst>
                <a:path w="15725" h="17233" extrusionOk="0">
                  <a:moveTo>
                    <a:pt x="7692" y="0"/>
                  </a:moveTo>
                  <a:cubicBezTo>
                    <a:pt x="7019" y="0"/>
                    <a:pt x="6339" y="91"/>
                    <a:pt x="5670" y="278"/>
                  </a:cubicBezTo>
                  <a:cubicBezTo>
                    <a:pt x="2724" y="1090"/>
                    <a:pt x="577" y="3617"/>
                    <a:pt x="224" y="6654"/>
                  </a:cubicBezTo>
                  <a:lnTo>
                    <a:pt x="224" y="6667"/>
                  </a:lnTo>
                  <a:cubicBezTo>
                    <a:pt x="80" y="7806"/>
                    <a:pt x="106" y="8985"/>
                    <a:pt x="66" y="10097"/>
                  </a:cubicBezTo>
                  <a:cubicBezTo>
                    <a:pt x="1" y="12480"/>
                    <a:pt x="53" y="14863"/>
                    <a:pt x="237" y="17233"/>
                  </a:cubicBezTo>
                  <a:cubicBezTo>
                    <a:pt x="1035" y="16146"/>
                    <a:pt x="2004" y="15190"/>
                    <a:pt x="3091" y="14392"/>
                  </a:cubicBezTo>
                  <a:cubicBezTo>
                    <a:pt x="3300" y="14208"/>
                    <a:pt x="3549" y="14090"/>
                    <a:pt x="3824" y="14064"/>
                  </a:cubicBezTo>
                  <a:cubicBezTo>
                    <a:pt x="3831" y="14064"/>
                    <a:pt x="3838" y="14064"/>
                    <a:pt x="3845" y="14064"/>
                  </a:cubicBezTo>
                  <a:cubicBezTo>
                    <a:pt x="4667" y="14064"/>
                    <a:pt x="5730" y="14825"/>
                    <a:pt x="6626" y="14941"/>
                  </a:cubicBezTo>
                  <a:cubicBezTo>
                    <a:pt x="6982" y="14992"/>
                    <a:pt x="7338" y="15017"/>
                    <a:pt x="7691" y="15017"/>
                  </a:cubicBezTo>
                  <a:cubicBezTo>
                    <a:pt x="10334" y="15017"/>
                    <a:pt x="12817" y="13622"/>
                    <a:pt x="14180" y="11289"/>
                  </a:cubicBezTo>
                  <a:cubicBezTo>
                    <a:pt x="15725" y="8657"/>
                    <a:pt x="15502" y="5345"/>
                    <a:pt x="13630" y="2923"/>
                  </a:cubicBezTo>
                  <a:cubicBezTo>
                    <a:pt x="12193" y="1051"/>
                    <a:pt x="9982" y="0"/>
                    <a:pt x="76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645;p39">
              <a:extLst>
                <a:ext uri="{FF2B5EF4-FFF2-40B4-BE49-F238E27FC236}">
                  <a16:creationId xmlns:a16="http://schemas.microsoft.com/office/drawing/2014/main" id="{A6E1CD8E-F318-83B4-4B9B-35B9FCD59D39}"/>
                </a:ext>
              </a:extLst>
            </p:cNvPr>
            <p:cNvSpPr/>
            <p:nvPr/>
          </p:nvSpPr>
          <p:spPr>
            <a:xfrm>
              <a:off x="1132300" y="3095600"/>
              <a:ext cx="205575" cy="26200"/>
            </a:xfrm>
            <a:custGeom>
              <a:avLst/>
              <a:gdLst/>
              <a:ahLst/>
              <a:cxnLst/>
              <a:rect l="l" t="t" r="r" b="b"/>
              <a:pathLst>
                <a:path w="8223" h="1048" extrusionOk="0">
                  <a:moveTo>
                    <a:pt x="8223" y="1047"/>
                  </a:moveTo>
                  <a:lnTo>
                    <a:pt x="1"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646;p39">
              <a:extLst>
                <a:ext uri="{FF2B5EF4-FFF2-40B4-BE49-F238E27FC236}">
                  <a16:creationId xmlns:a16="http://schemas.microsoft.com/office/drawing/2014/main" id="{F51EB008-47A7-5689-7408-339F1417BB6E}"/>
                </a:ext>
              </a:extLst>
            </p:cNvPr>
            <p:cNvSpPr/>
            <p:nvPr/>
          </p:nvSpPr>
          <p:spPr>
            <a:xfrm>
              <a:off x="1132975" y="3106050"/>
              <a:ext cx="205900" cy="30800"/>
            </a:xfrm>
            <a:custGeom>
              <a:avLst/>
              <a:gdLst/>
              <a:ahLst/>
              <a:cxnLst/>
              <a:rect l="l" t="t" r="r" b="b"/>
              <a:pathLst>
                <a:path w="8236" h="1232" extrusionOk="0">
                  <a:moveTo>
                    <a:pt x="13" y="1"/>
                  </a:moveTo>
                  <a:lnTo>
                    <a:pt x="0" y="158"/>
                  </a:lnTo>
                  <a:lnTo>
                    <a:pt x="8209" y="1232"/>
                  </a:lnTo>
                  <a:lnTo>
                    <a:pt x="8235" y="1075"/>
                  </a:lnTo>
                  <a:lnTo>
                    <a:pt x="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647;p39">
              <a:extLst>
                <a:ext uri="{FF2B5EF4-FFF2-40B4-BE49-F238E27FC236}">
                  <a16:creationId xmlns:a16="http://schemas.microsoft.com/office/drawing/2014/main" id="{DF01FF04-57D9-B06D-AD00-8186379EB476}"/>
                </a:ext>
              </a:extLst>
            </p:cNvPr>
            <p:cNvSpPr/>
            <p:nvPr/>
          </p:nvSpPr>
          <p:spPr>
            <a:xfrm>
              <a:off x="1125775" y="3146000"/>
              <a:ext cx="205875" cy="26200"/>
            </a:xfrm>
            <a:custGeom>
              <a:avLst/>
              <a:gdLst/>
              <a:ahLst/>
              <a:cxnLst/>
              <a:rect l="l" t="t" r="r" b="b"/>
              <a:pathLst>
                <a:path w="8235" h="1048" extrusionOk="0">
                  <a:moveTo>
                    <a:pt x="8235" y="1048"/>
                  </a:moveTo>
                  <a:lnTo>
                    <a:pt x="0"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648;p39">
              <a:extLst>
                <a:ext uri="{FF2B5EF4-FFF2-40B4-BE49-F238E27FC236}">
                  <a16:creationId xmlns:a16="http://schemas.microsoft.com/office/drawing/2014/main" id="{FF3134EC-18E4-66CF-2320-3CA1B512179C}"/>
                </a:ext>
              </a:extLst>
            </p:cNvPr>
            <p:cNvSpPr/>
            <p:nvPr/>
          </p:nvSpPr>
          <p:spPr>
            <a:xfrm>
              <a:off x="1125775" y="3144350"/>
              <a:ext cx="206225" cy="30150"/>
            </a:xfrm>
            <a:custGeom>
              <a:avLst/>
              <a:gdLst/>
              <a:ahLst/>
              <a:cxnLst/>
              <a:rect l="l" t="t" r="r" b="b"/>
              <a:pathLst>
                <a:path w="8249" h="1206" extrusionOk="0">
                  <a:moveTo>
                    <a:pt x="13" y="1"/>
                  </a:moveTo>
                  <a:lnTo>
                    <a:pt x="0" y="158"/>
                  </a:lnTo>
                  <a:lnTo>
                    <a:pt x="8222" y="1205"/>
                  </a:lnTo>
                  <a:lnTo>
                    <a:pt x="8248" y="1035"/>
                  </a:lnTo>
                  <a:lnTo>
                    <a:pt x="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649;p39">
              <a:extLst>
                <a:ext uri="{FF2B5EF4-FFF2-40B4-BE49-F238E27FC236}">
                  <a16:creationId xmlns:a16="http://schemas.microsoft.com/office/drawing/2014/main" id="{178C0E79-12C3-5D8B-8751-C188ED9952CE}"/>
                </a:ext>
              </a:extLst>
            </p:cNvPr>
            <p:cNvSpPr/>
            <p:nvPr/>
          </p:nvSpPr>
          <p:spPr>
            <a:xfrm>
              <a:off x="1260950" y="3078250"/>
              <a:ext cx="71050" cy="317825"/>
            </a:xfrm>
            <a:custGeom>
              <a:avLst/>
              <a:gdLst/>
              <a:ahLst/>
              <a:cxnLst/>
              <a:rect l="l" t="t" r="r" b="b"/>
              <a:pathLst>
                <a:path w="2842" h="12713" extrusionOk="0">
                  <a:moveTo>
                    <a:pt x="2684" y="0"/>
                  </a:moveTo>
                  <a:lnTo>
                    <a:pt x="0" y="12673"/>
                  </a:lnTo>
                  <a:lnTo>
                    <a:pt x="157" y="12713"/>
                  </a:lnTo>
                  <a:lnTo>
                    <a:pt x="2841" y="26"/>
                  </a:lnTo>
                  <a:lnTo>
                    <a:pt x="268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650;p39">
              <a:extLst>
                <a:ext uri="{FF2B5EF4-FFF2-40B4-BE49-F238E27FC236}">
                  <a16:creationId xmlns:a16="http://schemas.microsoft.com/office/drawing/2014/main" id="{7442C7AA-54A1-5EC2-B8DA-19D851109302}"/>
                </a:ext>
              </a:extLst>
            </p:cNvPr>
            <p:cNvSpPr/>
            <p:nvPr/>
          </p:nvSpPr>
          <p:spPr>
            <a:xfrm>
              <a:off x="481300" y="2933575"/>
              <a:ext cx="1013350" cy="500800"/>
            </a:xfrm>
            <a:custGeom>
              <a:avLst/>
              <a:gdLst/>
              <a:ahLst/>
              <a:cxnLst/>
              <a:rect l="l" t="t" r="r" b="b"/>
              <a:pathLst>
                <a:path w="40534" h="20032" extrusionOk="0">
                  <a:moveTo>
                    <a:pt x="5106" y="0"/>
                  </a:moveTo>
                  <a:lnTo>
                    <a:pt x="0" y="27"/>
                  </a:lnTo>
                  <a:lnTo>
                    <a:pt x="0" y="275"/>
                  </a:lnTo>
                  <a:lnTo>
                    <a:pt x="5106" y="236"/>
                  </a:lnTo>
                  <a:lnTo>
                    <a:pt x="5120" y="236"/>
                  </a:lnTo>
                  <a:cubicBezTo>
                    <a:pt x="6874" y="236"/>
                    <a:pt x="8288" y="1467"/>
                    <a:pt x="8484" y="3156"/>
                  </a:cubicBezTo>
                  <a:lnTo>
                    <a:pt x="8825" y="6062"/>
                  </a:lnTo>
                  <a:lnTo>
                    <a:pt x="38793" y="5879"/>
                  </a:lnTo>
                  <a:cubicBezTo>
                    <a:pt x="38806" y="5878"/>
                    <a:pt x="38819" y="5878"/>
                    <a:pt x="38832" y="5878"/>
                  </a:cubicBezTo>
                  <a:cubicBezTo>
                    <a:pt x="39288" y="5878"/>
                    <a:pt x="39703" y="6099"/>
                    <a:pt x="39958" y="6468"/>
                  </a:cubicBezTo>
                  <a:cubicBezTo>
                    <a:pt x="40233" y="6874"/>
                    <a:pt x="40285" y="7384"/>
                    <a:pt x="40102" y="7830"/>
                  </a:cubicBezTo>
                  <a:lnTo>
                    <a:pt x="36528" y="16994"/>
                  </a:lnTo>
                  <a:cubicBezTo>
                    <a:pt x="36266" y="17649"/>
                    <a:pt x="35637" y="18081"/>
                    <a:pt x="34930" y="18094"/>
                  </a:cubicBezTo>
                  <a:lnTo>
                    <a:pt x="10658" y="19770"/>
                  </a:lnTo>
                  <a:lnTo>
                    <a:pt x="9152" y="6808"/>
                  </a:lnTo>
                  <a:lnTo>
                    <a:pt x="8916" y="6835"/>
                  </a:lnTo>
                  <a:lnTo>
                    <a:pt x="10448" y="20031"/>
                  </a:lnTo>
                  <a:lnTo>
                    <a:pt x="34930" y="18343"/>
                  </a:lnTo>
                  <a:cubicBezTo>
                    <a:pt x="35742" y="18329"/>
                    <a:pt x="36462" y="17832"/>
                    <a:pt x="36750" y="17073"/>
                  </a:cubicBezTo>
                  <a:lnTo>
                    <a:pt x="40324" y="7908"/>
                  </a:lnTo>
                  <a:cubicBezTo>
                    <a:pt x="40534" y="7397"/>
                    <a:pt x="40482" y="6795"/>
                    <a:pt x="40167" y="6337"/>
                  </a:cubicBezTo>
                  <a:cubicBezTo>
                    <a:pt x="39853" y="5892"/>
                    <a:pt x="39343" y="5630"/>
                    <a:pt x="38793" y="5630"/>
                  </a:cubicBezTo>
                  <a:lnTo>
                    <a:pt x="38780" y="5630"/>
                  </a:lnTo>
                  <a:lnTo>
                    <a:pt x="9034" y="5813"/>
                  </a:lnTo>
                  <a:lnTo>
                    <a:pt x="8720" y="3116"/>
                  </a:lnTo>
                  <a:cubicBezTo>
                    <a:pt x="8510" y="1310"/>
                    <a:pt x="6992" y="0"/>
                    <a:pt x="51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651;p39">
              <a:extLst>
                <a:ext uri="{FF2B5EF4-FFF2-40B4-BE49-F238E27FC236}">
                  <a16:creationId xmlns:a16="http://schemas.microsoft.com/office/drawing/2014/main" id="{376813DB-3D0A-5BC8-AC93-6DE2E9DE31D0}"/>
                </a:ext>
              </a:extLst>
            </p:cNvPr>
            <p:cNvSpPr/>
            <p:nvPr/>
          </p:nvSpPr>
          <p:spPr>
            <a:xfrm>
              <a:off x="745425" y="3440900"/>
              <a:ext cx="574125" cy="235025"/>
            </a:xfrm>
            <a:custGeom>
              <a:avLst/>
              <a:gdLst/>
              <a:ahLst/>
              <a:cxnLst/>
              <a:rect l="l" t="t" r="r" b="b"/>
              <a:pathLst>
                <a:path w="22965" h="9401" extrusionOk="0">
                  <a:moveTo>
                    <a:pt x="237" y="0"/>
                  </a:moveTo>
                  <a:lnTo>
                    <a:pt x="1" y="40"/>
                  </a:lnTo>
                  <a:lnTo>
                    <a:pt x="1114" y="7397"/>
                  </a:lnTo>
                  <a:cubicBezTo>
                    <a:pt x="1296" y="8554"/>
                    <a:pt x="2277" y="9401"/>
                    <a:pt x="3431" y="9401"/>
                  </a:cubicBezTo>
                  <a:cubicBezTo>
                    <a:pt x="3440" y="9401"/>
                    <a:pt x="3448" y="9401"/>
                    <a:pt x="3457" y="9400"/>
                  </a:cubicBezTo>
                  <a:lnTo>
                    <a:pt x="3536" y="9400"/>
                  </a:lnTo>
                  <a:cubicBezTo>
                    <a:pt x="6794" y="9295"/>
                    <a:pt x="13408" y="9275"/>
                    <a:pt x="18009" y="9275"/>
                  </a:cubicBezTo>
                  <a:cubicBezTo>
                    <a:pt x="20841" y="9275"/>
                    <a:pt x="22910" y="9283"/>
                    <a:pt x="22965" y="9283"/>
                  </a:cubicBezTo>
                  <a:lnTo>
                    <a:pt x="22965" y="9047"/>
                  </a:lnTo>
                  <a:cubicBezTo>
                    <a:pt x="22910" y="9047"/>
                    <a:pt x="20841" y="9039"/>
                    <a:pt x="18009" y="9039"/>
                  </a:cubicBezTo>
                  <a:cubicBezTo>
                    <a:pt x="13408" y="9039"/>
                    <a:pt x="6794" y="9059"/>
                    <a:pt x="3536" y="9165"/>
                  </a:cubicBezTo>
                  <a:cubicBezTo>
                    <a:pt x="3509" y="9166"/>
                    <a:pt x="3483" y="9166"/>
                    <a:pt x="3457" y="9166"/>
                  </a:cubicBezTo>
                  <a:cubicBezTo>
                    <a:pt x="2404" y="9166"/>
                    <a:pt x="1516" y="8406"/>
                    <a:pt x="1362" y="7371"/>
                  </a:cubicBezTo>
                  <a:lnTo>
                    <a:pt x="2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652;p39">
              <a:extLst>
                <a:ext uri="{FF2B5EF4-FFF2-40B4-BE49-F238E27FC236}">
                  <a16:creationId xmlns:a16="http://schemas.microsoft.com/office/drawing/2014/main" id="{1BCBDC2F-3B52-0CF1-5626-D10551ABACDB}"/>
                </a:ext>
              </a:extLst>
            </p:cNvPr>
            <p:cNvSpPr/>
            <p:nvPr/>
          </p:nvSpPr>
          <p:spPr>
            <a:xfrm>
              <a:off x="845925" y="3624825"/>
              <a:ext cx="125375" cy="129325"/>
            </a:xfrm>
            <a:custGeom>
              <a:avLst/>
              <a:gdLst/>
              <a:ahLst/>
              <a:cxnLst/>
              <a:rect l="l" t="t" r="r" b="b"/>
              <a:pathLst>
                <a:path w="5015" h="5173" extrusionOk="0">
                  <a:moveTo>
                    <a:pt x="2440" y="1"/>
                  </a:moveTo>
                  <a:cubicBezTo>
                    <a:pt x="2426" y="1"/>
                    <a:pt x="2411" y="1"/>
                    <a:pt x="2396" y="1"/>
                  </a:cubicBezTo>
                  <a:cubicBezTo>
                    <a:pt x="1048" y="27"/>
                    <a:pt x="0" y="1192"/>
                    <a:pt x="66" y="2619"/>
                  </a:cubicBezTo>
                  <a:cubicBezTo>
                    <a:pt x="130" y="4031"/>
                    <a:pt x="1258" y="5173"/>
                    <a:pt x="2587" y="5173"/>
                  </a:cubicBezTo>
                  <a:cubicBezTo>
                    <a:pt x="2602" y="5173"/>
                    <a:pt x="2617" y="5173"/>
                    <a:pt x="2632" y="5172"/>
                  </a:cubicBezTo>
                  <a:cubicBezTo>
                    <a:pt x="3967" y="5146"/>
                    <a:pt x="5014" y="3981"/>
                    <a:pt x="4949" y="2554"/>
                  </a:cubicBezTo>
                  <a:cubicBezTo>
                    <a:pt x="4884" y="1156"/>
                    <a:pt x="3757" y="1"/>
                    <a:pt x="24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653;p39">
              <a:extLst>
                <a:ext uri="{FF2B5EF4-FFF2-40B4-BE49-F238E27FC236}">
                  <a16:creationId xmlns:a16="http://schemas.microsoft.com/office/drawing/2014/main" id="{3F3B85CB-9376-CAA3-AEB6-2B3C5C3038AD}"/>
                </a:ext>
              </a:extLst>
            </p:cNvPr>
            <p:cNvSpPr/>
            <p:nvPr/>
          </p:nvSpPr>
          <p:spPr>
            <a:xfrm>
              <a:off x="891750" y="3672300"/>
              <a:ext cx="34050" cy="34400"/>
            </a:xfrm>
            <a:custGeom>
              <a:avLst/>
              <a:gdLst/>
              <a:ahLst/>
              <a:cxnLst/>
              <a:rect l="l" t="t" r="r" b="b"/>
              <a:pathLst>
                <a:path w="1362" h="1376" extrusionOk="0">
                  <a:moveTo>
                    <a:pt x="655" y="0"/>
                  </a:moveTo>
                  <a:cubicBezTo>
                    <a:pt x="288" y="13"/>
                    <a:pt x="0" y="328"/>
                    <a:pt x="26" y="694"/>
                  </a:cubicBezTo>
                  <a:cubicBezTo>
                    <a:pt x="39" y="1061"/>
                    <a:pt x="340" y="1362"/>
                    <a:pt x="720" y="1375"/>
                  </a:cubicBezTo>
                  <a:cubicBezTo>
                    <a:pt x="1087" y="1362"/>
                    <a:pt x="1362" y="1048"/>
                    <a:pt x="1335" y="681"/>
                  </a:cubicBezTo>
                  <a:cubicBezTo>
                    <a:pt x="1322" y="302"/>
                    <a:pt x="1021" y="0"/>
                    <a:pt x="6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654;p39">
              <a:extLst>
                <a:ext uri="{FF2B5EF4-FFF2-40B4-BE49-F238E27FC236}">
                  <a16:creationId xmlns:a16="http://schemas.microsoft.com/office/drawing/2014/main" id="{04FF2387-9B79-E4D2-7832-D1FF2E456A6C}"/>
                </a:ext>
              </a:extLst>
            </p:cNvPr>
            <p:cNvSpPr/>
            <p:nvPr/>
          </p:nvSpPr>
          <p:spPr>
            <a:xfrm>
              <a:off x="1131000" y="3621550"/>
              <a:ext cx="125375" cy="129325"/>
            </a:xfrm>
            <a:custGeom>
              <a:avLst/>
              <a:gdLst/>
              <a:ahLst/>
              <a:cxnLst/>
              <a:rect l="l" t="t" r="r" b="b"/>
              <a:pathLst>
                <a:path w="5015" h="5173" extrusionOk="0">
                  <a:moveTo>
                    <a:pt x="2428" y="1"/>
                  </a:moveTo>
                  <a:cubicBezTo>
                    <a:pt x="2413" y="1"/>
                    <a:pt x="2398" y="1"/>
                    <a:pt x="2383" y="1"/>
                  </a:cubicBezTo>
                  <a:cubicBezTo>
                    <a:pt x="1048" y="27"/>
                    <a:pt x="0" y="1193"/>
                    <a:pt x="66" y="2620"/>
                  </a:cubicBezTo>
                  <a:cubicBezTo>
                    <a:pt x="131" y="4038"/>
                    <a:pt x="1270" y="5173"/>
                    <a:pt x="2609" y="5173"/>
                  </a:cubicBezTo>
                  <a:cubicBezTo>
                    <a:pt x="2617" y="5173"/>
                    <a:pt x="2624" y="5173"/>
                    <a:pt x="2632" y="5173"/>
                  </a:cubicBezTo>
                  <a:cubicBezTo>
                    <a:pt x="3967" y="5159"/>
                    <a:pt x="5015" y="3981"/>
                    <a:pt x="4949" y="2554"/>
                  </a:cubicBezTo>
                  <a:cubicBezTo>
                    <a:pt x="4885" y="1156"/>
                    <a:pt x="3757" y="1"/>
                    <a:pt x="24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655;p39">
              <a:extLst>
                <a:ext uri="{FF2B5EF4-FFF2-40B4-BE49-F238E27FC236}">
                  <a16:creationId xmlns:a16="http://schemas.microsoft.com/office/drawing/2014/main" id="{B9435EFB-6BA1-F70E-DD27-9EEF9B75DDCD}"/>
                </a:ext>
              </a:extLst>
            </p:cNvPr>
            <p:cNvSpPr/>
            <p:nvPr/>
          </p:nvSpPr>
          <p:spPr>
            <a:xfrm>
              <a:off x="1176500" y="3669025"/>
              <a:ext cx="34375" cy="34400"/>
            </a:xfrm>
            <a:custGeom>
              <a:avLst/>
              <a:gdLst/>
              <a:ahLst/>
              <a:cxnLst/>
              <a:rect l="l" t="t" r="r" b="b"/>
              <a:pathLst>
                <a:path w="1375" h="1376" extrusionOk="0">
                  <a:moveTo>
                    <a:pt x="655" y="0"/>
                  </a:moveTo>
                  <a:cubicBezTo>
                    <a:pt x="288" y="14"/>
                    <a:pt x="0" y="328"/>
                    <a:pt x="40" y="694"/>
                  </a:cubicBezTo>
                  <a:cubicBezTo>
                    <a:pt x="40" y="1074"/>
                    <a:pt x="341" y="1375"/>
                    <a:pt x="720" y="1375"/>
                  </a:cubicBezTo>
                  <a:cubicBezTo>
                    <a:pt x="1087" y="1362"/>
                    <a:pt x="1375" y="1048"/>
                    <a:pt x="1336" y="681"/>
                  </a:cubicBezTo>
                  <a:cubicBezTo>
                    <a:pt x="1323" y="315"/>
                    <a:pt x="1021" y="14"/>
                    <a:pt x="6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656;p39">
              <a:extLst>
                <a:ext uri="{FF2B5EF4-FFF2-40B4-BE49-F238E27FC236}">
                  <a16:creationId xmlns:a16="http://schemas.microsoft.com/office/drawing/2014/main" id="{7EEB3C0F-B58B-75CC-1C1D-CEF4C16FF4ED}"/>
                </a:ext>
              </a:extLst>
            </p:cNvPr>
            <p:cNvSpPr/>
            <p:nvPr/>
          </p:nvSpPr>
          <p:spPr>
            <a:xfrm>
              <a:off x="1115950" y="3078900"/>
              <a:ext cx="34725" cy="326350"/>
            </a:xfrm>
            <a:custGeom>
              <a:avLst/>
              <a:gdLst/>
              <a:ahLst/>
              <a:cxnLst/>
              <a:rect l="l" t="t" r="r" b="b"/>
              <a:pathLst>
                <a:path w="1389" h="13054" extrusionOk="0">
                  <a:moveTo>
                    <a:pt x="1218" y="0"/>
                  </a:moveTo>
                  <a:lnTo>
                    <a:pt x="0" y="13040"/>
                  </a:lnTo>
                  <a:lnTo>
                    <a:pt x="157" y="13053"/>
                  </a:lnTo>
                  <a:lnTo>
                    <a:pt x="1388" y="13"/>
                  </a:lnTo>
                  <a:lnTo>
                    <a:pt x="12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657;p39">
              <a:extLst>
                <a:ext uri="{FF2B5EF4-FFF2-40B4-BE49-F238E27FC236}">
                  <a16:creationId xmlns:a16="http://schemas.microsoft.com/office/drawing/2014/main" id="{7774A789-BDF4-B757-A4B6-761910093742}"/>
                </a:ext>
              </a:extLst>
            </p:cNvPr>
            <p:cNvSpPr/>
            <p:nvPr/>
          </p:nvSpPr>
          <p:spPr>
            <a:xfrm>
              <a:off x="973900" y="3080525"/>
              <a:ext cx="3950" cy="334875"/>
            </a:xfrm>
            <a:custGeom>
              <a:avLst/>
              <a:gdLst/>
              <a:ahLst/>
              <a:cxnLst/>
              <a:rect l="l" t="t" r="r" b="b"/>
              <a:pathLst>
                <a:path w="158" h="13395" extrusionOk="0">
                  <a:moveTo>
                    <a:pt x="0" y="1"/>
                  </a:moveTo>
                  <a:lnTo>
                    <a:pt x="0" y="13394"/>
                  </a:lnTo>
                  <a:lnTo>
                    <a:pt x="157" y="13394"/>
                  </a:lnTo>
                  <a:lnTo>
                    <a:pt x="1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658;p39">
              <a:extLst>
                <a:ext uri="{FF2B5EF4-FFF2-40B4-BE49-F238E27FC236}">
                  <a16:creationId xmlns:a16="http://schemas.microsoft.com/office/drawing/2014/main" id="{E7704ED3-E73D-F928-06F1-9EF03FEDE679}"/>
                </a:ext>
              </a:extLst>
            </p:cNvPr>
            <p:cNvSpPr/>
            <p:nvPr/>
          </p:nvSpPr>
          <p:spPr>
            <a:xfrm>
              <a:off x="802375" y="3081525"/>
              <a:ext cx="27850" cy="341400"/>
            </a:xfrm>
            <a:custGeom>
              <a:avLst/>
              <a:gdLst/>
              <a:ahLst/>
              <a:cxnLst/>
              <a:rect l="l" t="t" r="r" b="b"/>
              <a:pathLst>
                <a:path w="1114" h="13656" extrusionOk="0">
                  <a:moveTo>
                    <a:pt x="158" y="0"/>
                  </a:moveTo>
                  <a:lnTo>
                    <a:pt x="1" y="13"/>
                  </a:lnTo>
                  <a:lnTo>
                    <a:pt x="957" y="13655"/>
                  </a:lnTo>
                  <a:lnTo>
                    <a:pt x="1114" y="13642"/>
                  </a:lnTo>
                  <a:lnTo>
                    <a:pt x="1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659;p39">
              <a:extLst>
                <a:ext uri="{FF2B5EF4-FFF2-40B4-BE49-F238E27FC236}">
                  <a16:creationId xmlns:a16="http://schemas.microsoft.com/office/drawing/2014/main" id="{DF9BAB97-EB17-F162-58B4-B6AC9786401A}"/>
                </a:ext>
              </a:extLst>
            </p:cNvPr>
            <p:cNvSpPr/>
            <p:nvPr/>
          </p:nvSpPr>
          <p:spPr>
            <a:xfrm>
              <a:off x="732350" y="3320125"/>
              <a:ext cx="679500" cy="8200"/>
            </a:xfrm>
            <a:custGeom>
              <a:avLst/>
              <a:gdLst/>
              <a:ahLst/>
              <a:cxnLst/>
              <a:rect l="l" t="t" r="r" b="b"/>
              <a:pathLst>
                <a:path w="27180" h="328" extrusionOk="0">
                  <a:moveTo>
                    <a:pt x="27180" y="0"/>
                  </a:moveTo>
                  <a:lnTo>
                    <a:pt x="0" y="157"/>
                  </a:lnTo>
                  <a:lnTo>
                    <a:pt x="0" y="328"/>
                  </a:lnTo>
                  <a:lnTo>
                    <a:pt x="27180" y="157"/>
                  </a:lnTo>
                  <a:lnTo>
                    <a:pt x="271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660;p39">
              <a:extLst>
                <a:ext uri="{FF2B5EF4-FFF2-40B4-BE49-F238E27FC236}">
                  <a16:creationId xmlns:a16="http://schemas.microsoft.com/office/drawing/2014/main" id="{8A685FFF-00C8-DF97-D53D-1DF9C5052526}"/>
                </a:ext>
              </a:extLst>
            </p:cNvPr>
            <p:cNvSpPr/>
            <p:nvPr/>
          </p:nvSpPr>
          <p:spPr>
            <a:xfrm>
              <a:off x="716950" y="3198025"/>
              <a:ext cx="738750" cy="8550"/>
            </a:xfrm>
            <a:custGeom>
              <a:avLst/>
              <a:gdLst/>
              <a:ahLst/>
              <a:cxnLst/>
              <a:rect l="l" t="t" r="r" b="b"/>
              <a:pathLst>
                <a:path w="29550" h="342" extrusionOk="0">
                  <a:moveTo>
                    <a:pt x="29550" y="1"/>
                  </a:moveTo>
                  <a:lnTo>
                    <a:pt x="1" y="171"/>
                  </a:lnTo>
                  <a:lnTo>
                    <a:pt x="1" y="341"/>
                  </a:lnTo>
                  <a:lnTo>
                    <a:pt x="29550" y="158"/>
                  </a:lnTo>
                  <a:lnTo>
                    <a:pt x="2955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661;p39">
              <a:extLst>
                <a:ext uri="{FF2B5EF4-FFF2-40B4-BE49-F238E27FC236}">
                  <a16:creationId xmlns:a16="http://schemas.microsoft.com/office/drawing/2014/main" id="{D46B841C-DA98-9987-0B33-D0D73C837C34}"/>
                </a:ext>
              </a:extLst>
            </p:cNvPr>
            <p:cNvSpPr/>
            <p:nvPr/>
          </p:nvSpPr>
          <p:spPr>
            <a:xfrm>
              <a:off x="452825" y="2930300"/>
              <a:ext cx="124725" cy="32100"/>
            </a:xfrm>
            <a:custGeom>
              <a:avLst/>
              <a:gdLst/>
              <a:ahLst/>
              <a:cxnLst/>
              <a:rect l="l" t="t" r="r" b="b"/>
              <a:pathLst>
                <a:path w="4989" h="1284" extrusionOk="0">
                  <a:moveTo>
                    <a:pt x="642" y="1"/>
                  </a:moveTo>
                  <a:cubicBezTo>
                    <a:pt x="289" y="1"/>
                    <a:pt x="0" y="289"/>
                    <a:pt x="0" y="642"/>
                  </a:cubicBezTo>
                  <a:cubicBezTo>
                    <a:pt x="0" y="996"/>
                    <a:pt x="289" y="1284"/>
                    <a:pt x="642" y="1284"/>
                  </a:cubicBezTo>
                  <a:lnTo>
                    <a:pt x="4347" y="1284"/>
                  </a:lnTo>
                  <a:cubicBezTo>
                    <a:pt x="4701" y="1284"/>
                    <a:pt x="4989" y="996"/>
                    <a:pt x="4989" y="642"/>
                  </a:cubicBezTo>
                  <a:cubicBezTo>
                    <a:pt x="4989" y="289"/>
                    <a:pt x="4701" y="1"/>
                    <a:pt x="43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662;p39">
              <a:extLst>
                <a:ext uri="{FF2B5EF4-FFF2-40B4-BE49-F238E27FC236}">
                  <a16:creationId xmlns:a16="http://schemas.microsoft.com/office/drawing/2014/main" id="{6396EB27-EDD3-4349-E10B-B5103FE9F42D}"/>
                </a:ext>
              </a:extLst>
            </p:cNvPr>
            <p:cNvSpPr/>
            <p:nvPr/>
          </p:nvSpPr>
          <p:spPr>
            <a:xfrm>
              <a:off x="552325" y="2888400"/>
              <a:ext cx="124725" cy="32100"/>
            </a:xfrm>
            <a:custGeom>
              <a:avLst/>
              <a:gdLst/>
              <a:ahLst/>
              <a:cxnLst/>
              <a:rect l="l" t="t" r="r" b="b"/>
              <a:pathLst>
                <a:path w="4989" h="1284" extrusionOk="0">
                  <a:moveTo>
                    <a:pt x="642" y="1"/>
                  </a:moveTo>
                  <a:cubicBezTo>
                    <a:pt x="289" y="1"/>
                    <a:pt x="0" y="289"/>
                    <a:pt x="0" y="655"/>
                  </a:cubicBezTo>
                  <a:cubicBezTo>
                    <a:pt x="0" y="996"/>
                    <a:pt x="289" y="1284"/>
                    <a:pt x="642" y="1284"/>
                  </a:cubicBezTo>
                  <a:lnTo>
                    <a:pt x="4347" y="1284"/>
                  </a:lnTo>
                  <a:cubicBezTo>
                    <a:pt x="4687" y="1284"/>
                    <a:pt x="4976" y="996"/>
                    <a:pt x="4989" y="655"/>
                  </a:cubicBezTo>
                  <a:cubicBezTo>
                    <a:pt x="4989" y="289"/>
                    <a:pt x="4701" y="1"/>
                    <a:pt x="43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1416171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822E0-842A-5EDA-0382-686CF3E2C816}"/>
            </a:ext>
          </a:extLst>
        </p:cNvPr>
        <p:cNvGrpSpPr/>
        <p:nvPr/>
      </p:nvGrpSpPr>
      <p:grpSpPr>
        <a:xfrm>
          <a:off x="0" y="0"/>
          <a:ext cx="0" cy="0"/>
          <a:chOff x="0" y="0"/>
          <a:chExt cx="0" cy="0"/>
        </a:xfrm>
      </p:grpSpPr>
      <p:pic>
        <p:nvPicPr>
          <p:cNvPr id="3" name="Picture 2" descr="A graph showing sales performance&#10;&#10;AI-generated content may be incorrect.">
            <a:extLst>
              <a:ext uri="{FF2B5EF4-FFF2-40B4-BE49-F238E27FC236}">
                <a16:creationId xmlns:a16="http://schemas.microsoft.com/office/drawing/2014/main" id="{B1B8AA2F-0884-C621-08E8-A0A5895B8531}"/>
              </a:ext>
            </a:extLst>
          </p:cNvPr>
          <p:cNvPicPr>
            <a:picLocks noChangeAspect="1"/>
          </p:cNvPicPr>
          <p:nvPr/>
        </p:nvPicPr>
        <p:blipFill>
          <a:blip r:embed="rId2"/>
          <a:srcRect l="5167" t="-2024" r="304" b="-1620"/>
          <a:stretch>
            <a:fillRect/>
          </a:stretch>
        </p:blipFill>
        <p:spPr>
          <a:xfrm>
            <a:off x="1612126" y="1492177"/>
            <a:ext cx="5924636" cy="3653151"/>
          </a:xfrm>
          <a:prstGeom prst="rect">
            <a:avLst/>
          </a:prstGeom>
        </p:spPr>
      </p:pic>
      <p:sp>
        <p:nvSpPr>
          <p:cNvPr id="4" name="TextBox 3">
            <a:extLst>
              <a:ext uri="{FF2B5EF4-FFF2-40B4-BE49-F238E27FC236}">
                <a16:creationId xmlns:a16="http://schemas.microsoft.com/office/drawing/2014/main" id="{227BC5B9-B623-52FA-1C31-03BC6E60C06A}"/>
              </a:ext>
            </a:extLst>
          </p:cNvPr>
          <p:cNvSpPr txBox="1"/>
          <p:nvPr/>
        </p:nvSpPr>
        <p:spPr>
          <a:xfrm>
            <a:off x="3067049" y="95250"/>
            <a:ext cx="3014662" cy="369332"/>
          </a:xfrm>
          <a:prstGeom prst="rect">
            <a:avLst/>
          </a:prstGeom>
          <a:solidFill>
            <a:schemeClr val="accent2">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solidFill>
                  <a:schemeClr val="accent2"/>
                </a:solidFill>
                <a:latin typeface="Roboto"/>
              </a:rPr>
              <a:t>Visualization: Question 1</a:t>
            </a:r>
          </a:p>
        </p:txBody>
      </p:sp>
      <p:pic>
        <p:nvPicPr>
          <p:cNvPr id="5" name="Picture 4" descr="A graph with blue lines and numbers&#10;&#10;AI-generated content may be incorrect.">
            <a:extLst>
              <a:ext uri="{FF2B5EF4-FFF2-40B4-BE49-F238E27FC236}">
                <a16:creationId xmlns:a16="http://schemas.microsoft.com/office/drawing/2014/main" id="{09456B8B-EB87-61E1-486E-1A28BF6FB76D}"/>
              </a:ext>
            </a:extLst>
          </p:cNvPr>
          <p:cNvPicPr>
            <a:picLocks noChangeAspect="1"/>
          </p:cNvPicPr>
          <p:nvPr/>
        </p:nvPicPr>
        <p:blipFill>
          <a:blip r:embed="rId3"/>
          <a:srcRect l="41151" t="23718" b="32380"/>
          <a:stretch>
            <a:fillRect/>
          </a:stretch>
        </p:blipFill>
        <p:spPr>
          <a:xfrm>
            <a:off x="3750769" y="3782385"/>
            <a:ext cx="1947866" cy="650252"/>
          </a:xfrm>
          <a:prstGeom prst="rect">
            <a:avLst/>
          </a:prstGeom>
        </p:spPr>
      </p:pic>
      <p:cxnSp>
        <p:nvCxnSpPr>
          <p:cNvPr id="6" name="Straight Arrow Connector 5">
            <a:extLst>
              <a:ext uri="{FF2B5EF4-FFF2-40B4-BE49-F238E27FC236}">
                <a16:creationId xmlns:a16="http://schemas.microsoft.com/office/drawing/2014/main" id="{D0AF01B0-7915-B551-6E6E-87CBBC77B4D9}"/>
              </a:ext>
            </a:extLst>
          </p:cNvPr>
          <p:cNvCxnSpPr/>
          <p:nvPr/>
        </p:nvCxnSpPr>
        <p:spPr>
          <a:xfrm flipH="1">
            <a:off x="2950669" y="4149096"/>
            <a:ext cx="742949" cy="395287"/>
          </a:xfrm>
          <a:prstGeom prst="straightConnector1">
            <a:avLst/>
          </a:prstGeom>
          <a:ln>
            <a:solidFill>
              <a:schemeClr val="tx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7A97948F-9DC3-7634-75DD-B4067203B89B}"/>
              </a:ext>
            </a:extLst>
          </p:cNvPr>
          <p:cNvSpPr txBox="1"/>
          <p:nvPr/>
        </p:nvSpPr>
        <p:spPr>
          <a:xfrm>
            <a:off x="901514" y="518912"/>
            <a:ext cx="7649694"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solidFill>
                  <a:schemeClr val="tx1">
                    <a:lumMod val="60000"/>
                    <a:lumOff val="40000"/>
                  </a:schemeClr>
                </a:solidFill>
                <a:latin typeface="Roboto"/>
              </a:rPr>
              <a:t>The total monthly sales for online and in-store purchases throughout 2021. It reveals consistent trends and seasonal fluctuations across both channels, with similar peaks and dips. The graph establishes a historical baseline that will be used to generate projected sales based on adjustable growth rates. The </a:t>
            </a:r>
            <a:r>
              <a:rPr lang="en-US" sz="1100" i="1">
                <a:solidFill>
                  <a:schemeClr val="tx2"/>
                </a:solidFill>
                <a:latin typeface="Roboto"/>
              </a:rPr>
              <a:t>growth rate parameter</a:t>
            </a:r>
            <a:r>
              <a:rPr lang="en-US" sz="1100" i="1">
                <a:solidFill>
                  <a:schemeClr val="tx1">
                    <a:lumMod val="60000"/>
                    <a:lumOff val="40000"/>
                  </a:schemeClr>
                </a:solidFill>
                <a:latin typeface="Roboto"/>
              </a:rPr>
              <a:t> </a:t>
            </a:r>
            <a:r>
              <a:rPr lang="en-US" sz="1100">
                <a:solidFill>
                  <a:schemeClr val="tx1">
                    <a:lumMod val="60000"/>
                    <a:lumOff val="40000"/>
                  </a:schemeClr>
                </a:solidFill>
                <a:latin typeface="Roboto"/>
              </a:rPr>
              <a:t>(shown below) allows us to simulate future scenarios and explore how small changes could impact total sales performance.</a:t>
            </a:r>
          </a:p>
        </p:txBody>
      </p:sp>
      <p:sp>
        <p:nvSpPr>
          <p:cNvPr id="8" name="Oval 7">
            <a:extLst>
              <a:ext uri="{FF2B5EF4-FFF2-40B4-BE49-F238E27FC236}">
                <a16:creationId xmlns:a16="http://schemas.microsoft.com/office/drawing/2014/main" id="{FD1650A2-F213-92A9-BC0D-7CDAC4DE856E}"/>
              </a:ext>
            </a:extLst>
          </p:cNvPr>
          <p:cNvSpPr/>
          <p:nvPr/>
        </p:nvSpPr>
        <p:spPr>
          <a:xfrm>
            <a:off x="5700431" y="3914055"/>
            <a:ext cx="1001485" cy="692042"/>
          </a:xfrm>
          <a:prstGeom prst="ellipse">
            <a:avLst/>
          </a:prstGeom>
          <a:no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028778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17E51-002C-8FC3-D2CC-EDD9B1CCBBD6}"/>
            </a:ext>
          </a:extLst>
        </p:cNvPr>
        <p:cNvGrpSpPr/>
        <p:nvPr/>
      </p:nvGrpSpPr>
      <p:grpSpPr>
        <a:xfrm>
          <a:off x="0" y="0"/>
          <a:ext cx="0" cy="0"/>
          <a:chOff x="0" y="0"/>
          <a:chExt cx="0" cy="0"/>
        </a:xfrm>
      </p:grpSpPr>
      <p:pic>
        <p:nvPicPr>
          <p:cNvPr id="2" name="Picture 1" descr="A graph showing sales performance&#10;&#10;AI-generated content may be incorrect.">
            <a:extLst>
              <a:ext uri="{FF2B5EF4-FFF2-40B4-BE49-F238E27FC236}">
                <a16:creationId xmlns:a16="http://schemas.microsoft.com/office/drawing/2014/main" id="{DF496639-F88E-F7BF-D41C-A91C3B1D6C7A}"/>
              </a:ext>
            </a:extLst>
          </p:cNvPr>
          <p:cNvPicPr>
            <a:picLocks noChangeAspect="1"/>
          </p:cNvPicPr>
          <p:nvPr/>
        </p:nvPicPr>
        <p:blipFill>
          <a:blip r:embed="rId2"/>
          <a:srcRect l="7610" t="4545" b="-718"/>
          <a:stretch>
            <a:fillRect/>
          </a:stretch>
        </p:blipFill>
        <p:spPr>
          <a:xfrm>
            <a:off x="87312" y="1635296"/>
            <a:ext cx="4400287" cy="2553803"/>
          </a:xfrm>
          <a:prstGeom prst="rect">
            <a:avLst/>
          </a:prstGeom>
        </p:spPr>
      </p:pic>
      <p:pic>
        <p:nvPicPr>
          <p:cNvPr id="3" name="Picture 2" descr="A graph of sales&#10;&#10;AI-generated content may be incorrect.">
            <a:extLst>
              <a:ext uri="{FF2B5EF4-FFF2-40B4-BE49-F238E27FC236}">
                <a16:creationId xmlns:a16="http://schemas.microsoft.com/office/drawing/2014/main" id="{413755F9-6B04-4700-46C4-127272FE6636}"/>
              </a:ext>
            </a:extLst>
          </p:cNvPr>
          <p:cNvPicPr>
            <a:picLocks noChangeAspect="1"/>
          </p:cNvPicPr>
          <p:nvPr/>
        </p:nvPicPr>
        <p:blipFill>
          <a:blip r:embed="rId3"/>
          <a:srcRect l="6555" t="5302" r="-824" b="-113"/>
          <a:stretch>
            <a:fillRect/>
          </a:stretch>
        </p:blipFill>
        <p:spPr>
          <a:xfrm>
            <a:off x="4484687" y="1637018"/>
            <a:ext cx="4543739" cy="2552056"/>
          </a:xfrm>
          <a:prstGeom prst="rect">
            <a:avLst/>
          </a:prstGeom>
        </p:spPr>
      </p:pic>
      <p:sp>
        <p:nvSpPr>
          <p:cNvPr id="6" name="TextBox 5">
            <a:extLst>
              <a:ext uri="{FF2B5EF4-FFF2-40B4-BE49-F238E27FC236}">
                <a16:creationId xmlns:a16="http://schemas.microsoft.com/office/drawing/2014/main" id="{27F30BB4-AE9F-A97B-FA06-E7493359DCBC}"/>
              </a:ext>
            </a:extLst>
          </p:cNvPr>
          <p:cNvSpPr txBox="1"/>
          <p:nvPr/>
        </p:nvSpPr>
        <p:spPr>
          <a:xfrm>
            <a:off x="357186" y="4194174"/>
            <a:ext cx="3857625"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Growth Rate: 5%</a:t>
            </a:r>
          </a:p>
          <a:p>
            <a:pPr marL="285750" indent="-285750">
              <a:buChar char="•"/>
            </a:pPr>
            <a:r>
              <a:rPr lang="en-US" sz="1200"/>
              <a:t>Projects moderate growth based on current trends — a conservative forecast.</a:t>
            </a:r>
          </a:p>
          <a:p>
            <a:pPr marL="285750" indent="-285750">
              <a:buChar char="•"/>
            </a:pPr>
            <a:endParaRPr lang="en-US"/>
          </a:p>
          <a:p>
            <a:endParaRPr lang="en-US"/>
          </a:p>
          <a:p>
            <a:endParaRPr lang="en-US"/>
          </a:p>
        </p:txBody>
      </p:sp>
      <p:sp>
        <p:nvSpPr>
          <p:cNvPr id="7" name="TextBox 6">
            <a:extLst>
              <a:ext uri="{FF2B5EF4-FFF2-40B4-BE49-F238E27FC236}">
                <a16:creationId xmlns:a16="http://schemas.microsoft.com/office/drawing/2014/main" id="{0AFEBD9A-13C7-17A9-0998-A9F0B882A9DC}"/>
              </a:ext>
            </a:extLst>
          </p:cNvPr>
          <p:cNvSpPr txBox="1"/>
          <p:nvPr/>
        </p:nvSpPr>
        <p:spPr>
          <a:xfrm>
            <a:off x="155575" y="3176"/>
            <a:ext cx="8897936"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solidFill>
                  <a:schemeClr val="accent2"/>
                </a:solidFill>
                <a:latin typeface="Roboto"/>
              </a:rPr>
              <a:t>Predictive Analysis: Question 1</a:t>
            </a:r>
            <a:endParaRPr lang="en-US">
              <a:solidFill>
                <a:schemeClr val="accent2"/>
              </a:solidFill>
            </a:endParaRPr>
          </a:p>
          <a:p>
            <a:pPr algn="ctr"/>
            <a:r>
              <a:rPr lang="en-US">
                <a:solidFill>
                  <a:schemeClr val="tx2"/>
                </a:solidFill>
                <a:latin typeface="Lucida Sans Typewriter"/>
              </a:rPr>
              <a:t>(Parameter)</a:t>
            </a:r>
          </a:p>
          <a:p>
            <a:pPr algn="ctr"/>
            <a:endParaRPr lang="en-US">
              <a:latin typeface="Lucida Sans Typewriter"/>
            </a:endParaRPr>
          </a:p>
          <a:p>
            <a:pPr algn="ctr"/>
            <a:r>
              <a:rPr lang="en-US" sz="1200"/>
              <a:t>The "parameter" supports </a:t>
            </a:r>
            <a:r>
              <a:rPr lang="en-US" sz="1200" i="1">
                <a:solidFill>
                  <a:schemeClr val="tx2"/>
                </a:solidFill>
              </a:rPr>
              <a:t>what-if</a:t>
            </a:r>
            <a:r>
              <a:rPr lang="en-US" sz="1200">
                <a:solidFill>
                  <a:schemeClr val="tx2"/>
                </a:solidFill>
              </a:rPr>
              <a:t> analysis</a:t>
            </a:r>
            <a:r>
              <a:rPr lang="en-US" sz="1200"/>
              <a:t>, helping decision-makers understand the potential impact of varying growth scenarios over time. The growth rate parameter allows users to simulate projected sales by applying a percentage increase to each month’s historical sales.</a:t>
            </a:r>
          </a:p>
        </p:txBody>
      </p:sp>
      <p:sp>
        <p:nvSpPr>
          <p:cNvPr id="8" name="TextBox 7">
            <a:extLst>
              <a:ext uri="{FF2B5EF4-FFF2-40B4-BE49-F238E27FC236}">
                <a16:creationId xmlns:a16="http://schemas.microsoft.com/office/drawing/2014/main" id="{524AC78C-AE87-D18B-7738-218C2B0858D4}"/>
              </a:ext>
            </a:extLst>
          </p:cNvPr>
          <p:cNvSpPr txBox="1"/>
          <p:nvPr/>
        </p:nvSpPr>
        <p:spPr>
          <a:xfrm>
            <a:off x="4762500" y="4214813"/>
            <a:ext cx="4386262"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Growth Rate: 10%</a:t>
            </a:r>
          </a:p>
          <a:p>
            <a:pPr marL="285750" indent="-285750">
              <a:buChar char="•"/>
            </a:pPr>
            <a:r>
              <a:rPr lang="en-US" sz="1200"/>
              <a:t>Simulates stronger performance, possibly reflecting post-COVID recovery, new marketing strategies, or expanded customer reach.</a:t>
            </a:r>
          </a:p>
          <a:p>
            <a:endParaRPr lang="en-US"/>
          </a:p>
        </p:txBody>
      </p:sp>
      <p:pic>
        <p:nvPicPr>
          <p:cNvPr id="10" name="Picture 9" descr="A graph with blue lines and numbers&#10;&#10;AI-generated content may be incorrect.">
            <a:extLst>
              <a:ext uri="{FF2B5EF4-FFF2-40B4-BE49-F238E27FC236}">
                <a16:creationId xmlns:a16="http://schemas.microsoft.com/office/drawing/2014/main" id="{1AD3242C-E059-B9C0-740C-1EDE3C024677}"/>
              </a:ext>
            </a:extLst>
          </p:cNvPr>
          <p:cNvPicPr>
            <a:picLocks noChangeAspect="1"/>
          </p:cNvPicPr>
          <p:nvPr/>
        </p:nvPicPr>
        <p:blipFill>
          <a:blip r:embed="rId4"/>
          <a:srcRect l="41151" t="23718" b="32380"/>
          <a:stretch>
            <a:fillRect/>
          </a:stretch>
        </p:blipFill>
        <p:spPr>
          <a:xfrm>
            <a:off x="978994" y="3372810"/>
            <a:ext cx="1309691" cy="435940"/>
          </a:xfrm>
          <a:prstGeom prst="rect">
            <a:avLst/>
          </a:prstGeom>
        </p:spPr>
      </p:pic>
      <p:pic>
        <p:nvPicPr>
          <p:cNvPr id="11" name="Picture 10" descr="A close up of words&#10;&#10;AI-generated content may be incorrect.">
            <a:extLst>
              <a:ext uri="{FF2B5EF4-FFF2-40B4-BE49-F238E27FC236}">
                <a16:creationId xmlns:a16="http://schemas.microsoft.com/office/drawing/2014/main" id="{AEF3EBE6-95DA-6E05-BA04-471930AF2688}"/>
              </a:ext>
            </a:extLst>
          </p:cNvPr>
          <p:cNvPicPr>
            <a:picLocks noChangeAspect="1"/>
          </p:cNvPicPr>
          <p:nvPr/>
        </p:nvPicPr>
        <p:blipFill>
          <a:blip r:embed="rId5"/>
          <a:stretch>
            <a:fillRect/>
          </a:stretch>
        </p:blipFill>
        <p:spPr>
          <a:xfrm>
            <a:off x="5538788" y="2471737"/>
            <a:ext cx="1200150" cy="280988"/>
          </a:xfrm>
          <a:prstGeom prst="rect">
            <a:avLst/>
          </a:prstGeom>
        </p:spPr>
      </p:pic>
      <p:sp>
        <p:nvSpPr>
          <p:cNvPr id="13" name="Oval 12">
            <a:extLst>
              <a:ext uri="{FF2B5EF4-FFF2-40B4-BE49-F238E27FC236}">
                <a16:creationId xmlns:a16="http://schemas.microsoft.com/office/drawing/2014/main" id="{810AF54E-8C9F-BA7A-3B29-86BD5A6EE291}"/>
              </a:ext>
            </a:extLst>
          </p:cNvPr>
          <p:cNvSpPr/>
          <p:nvPr/>
        </p:nvSpPr>
        <p:spPr>
          <a:xfrm>
            <a:off x="6238593" y="2332905"/>
            <a:ext cx="830035" cy="606317"/>
          </a:xfrm>
          <a:prstGeom prst="ellipse">
            <a:avLst/>
          </a:prstGeom>
          <a:noFill/>
          <a:ln w="28575">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B4EC7E3-96FD-EF4C-26BB-5BD79AF4DE61}"/>
              </a:ext>
            </a:extLst>
          </p:cNvPr>
          <p:cNvSpPr/>
          <p:nvPr/>
        </p:nvSpPr>
        <p:spPr>
          <a:xfrm>
            <a:off x="1733268" y="3371130"/>
            <a:ext cx="830035" cy="606317"/>
          </a:xfrm>
          <a:prstGeom prst="ellipse">
            <a:avLst/>
          </a:prstGeom>
          <a:noFill/>
          <a:ln w="28575">
            <a:solidFill>
              <a:schemeClr val="bg1">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12555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01">
          <a:extLst>
            <a:ext uri="{FF2B5EF4-FFF2-40B4-BE49-F238E27FC236}">
              <a16:creationId xmlns:a16="http://schemas.microsoft.com/office/drawing/2014/main" id="{FD06B804-9033-AFB8-C914-C0774C0D9EDA}"/>
            </a:ext>
          </a:extLst>
        </p:cNvPr>
        <p:cNvGrpSpPr/>
        <p:nvPr/>
      </p:nvGrpSpPr>
      <p:grpSpPr>
        <a:xfrm>
          <a:off x="0" y="0"/>
          <a:ext cx="0" cy="0"/>
          <a:chOff x="0" y="0"/>
          <a:chExt cx="0" cy="0"/>
        </a:xfrm>
      </p:grpSpPr>
      <p:sp>
        <p:nvSpPr>
          <p:cNvPr id="1003" name="Google Shape;1003;p38">
            <a:extLst>
              <a:ext uri="{FF2B5EF4-FFF2-40B4-BE49-F238E27FC236}">
                <a16:creationId xmlns:a16="http://schemas.microsoft.com/office/drawing/2014/main" id="{86941099-1CF5-6237-F173-76ECE8C3C0E4}"/>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27</a:t>
            </a:fld>
            <a:endParaRPr b="1">
              <a:latin typeface="Open Sans"/>
              <a:ea typeface="Open Sans"/>
              <a:cs typeface="Open Sans"/>
              <a:sym typeface="Open Sans"/>
            </a:endParaRPr>
          </a:p>
        </p:txBody>
      </p:sp>
      <p:sp>
        <p:nvSpPr>
          <p:cNvPr id="3" name="Rectangle 2">
            <a:extLst>
              <a:ext uri="{FF2B5EF4-FFF2-40B4-BE49-F238E27FC236}">
                <a16:creationId xmlns:a16="http://schemas.microsoft.com/office/drawing/2014/main" id="{1AF6B3DB-B12A-CAA7-0395-BD0925449EF2}"/>
              </a:ext>
            </a:extLst>
          </p:cNvPr>
          <p:cNvSpPr/>
          <p:nvPr/>
        </p:nvSpPr>
        <p:spPr>
          <a:xfrm>
            <a:off x="1377619" y="1379154"/>
            <a:ext cx="6534509" cy="2102688"/>
          </a:xfrm>
          <a:prstGeom prst="rect">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2" name="Google Shape;1002;p38">
            <a:extLst>
              <a:ext uri="{FF2B5EF4-FFF2-40B4-BE49-F238E27FC236}">
                <a16:creationId xmlns:a16="http://schemas.microsoft.com/office/drawing/2014/main" id="{54AAA7B8-4434-A969-6F08-95750035ED98}"/>
              </a:ext>
            </a:extLst>
          </p:cNvPr>
          <p:cNvSpPr txBox="1">
            <a:spLocks noGrp="1"/>
          </p:cNvSpPr>
          <p:nvPr>
            <p:ph type="title"/>
          </p:nvPr>
        </p:nvSpPr>
        <p:spPr>
          <a:xfrm>
            <a:off x="1765955" y="2065829"/>
            <a:ext cx="5760427" cy="1014803"/>
          </a:xfrm>
          <a:prstGeom prst="rect">
            <a:avLst/>
          </a:prstGeom>
        </p:spPr>
        <p:txBody>
          <a:bodyPr spcFirstLastPara="1" wrap="square" lIns="91425" tIns="91425" rIns="91425" bIns="91425" anchor="t" anchorCtr="0">
            <a:noAutofit/>
          </a:bodyPr>
          <a:lstStyle/>
          <a:p>
            <a:r>
              <a:rPr lang="en" sz="4000">
                <a:solidFill>
                  <a:schemeClr val="bg1"/>
                </a:solidFill>
                <a:latin typeface="Lexend"/>
              </a:rPr>
              <a:t>EVALUATION</a:t>
            </a:r>
            <a:br>
              <a:rPr lang="en" sz="4000">
                <a:latin typeface="Lexend"/>
              </a:rPr>
            </a:br>
            <a:endParaRPr lang="en" sz="4000">
              <a:solidFill>
                <a:schemeClr val="bg1"/>
              </a:solidFill>
              <a:latin typeface="Lexend"/>
            </a:endParaRPr>
          </a:p>
        </p:txBody>
      </p:sp>
    </p:spTree>
    <p:extLst>
      <p:ext uri="{BB962C8B-B14F-4D97-AF65-F5344CB8AC3E}">
        <p14:creationId xmlns:p14="http://schemas.microsoft.com/office/powerpoint/2010/main" val="18825047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22">
          <a:extLst>
            <a:ext uri="{FF2B5EF4-FFF2-40B4-BE49-F238E27FC236}">
              <a16:creationId xmlns:a16="http://schemas.microsoft.com/office/drawing/2014/main" id="{16449CEF-7368-804F-9514-CB3AF44C4019}"/>
            </a:ext>
          </a:extLst>
        </p:cNvPr>
        <p:cNvGrpSpPr/>
        <p:nvPr/>
      </p:nvGrpSpPr>
      <p:grpSpPr>
        <a:xfrm>
          <a:off x="0" y="0"/>
          <a:ext cx="0" cy="0"/>
          <a:chOff x="0" y="0"/>
          <a:chExt cx="0" cy="0"/>
        </a:xfrm>
      </p:grpSpPr>
      <p:grpSp>
        <p:nvGrpSpPr>
          <p:cNvPr id="727" name="Google Shape;727;p42">
            <a:extLst>
              <a:ext uri="{FF2B5EF4-FFF2-40B4-BE49-F238E27FC236}">
                <a16:creationId xmlns:a16="http://schemas.microsoft.com/office/drawing/2014/main" id="{049311D4-9E2D-AA5D-CDC7-46F6F6BB9AF3}"/>
              </a:ext>
            </a:extLst>
          </p:cNvPr>
          <p:cNvGrpSpPr/>
          <p:nvPr/>
        </p:nvGrpSpPr>
        <p:grpSpPr>
          <a:xfrm rot="254121">
            <a:off x="67733" y="2666109"/>
            <a:ext cx="1152516" cy="870439"/>
            <a:chOff x="5177150" y="1453425"/>
            <a:chExt cx="712875" cy="538400"/>
          </a:xfrm>
        </p:grpSpPr>
        <p:sp>
          <p:nvSpPr>
            <p:cNvPr id="728" name="Google Shape;728;p42">
              <a:extLst>
                <a:ext uri="{FF2B5EF4-FFF2-40B4-BE49-F238E27FC236}">
                  <a16:creationId xmlns:a16="http://schemas.microsoft.com/office/drawing/2014/main" id="{9F6FFFEE-0AA8-19CF-DD3C-72254A0208D9}"/>
                </a:ext>
              </a:extLst>
            </p:cNvPr>
            <p:cNvSpPr/>
            <p:nvPr/>
          </p:nvSpPr>
          <p:spPr>
            <a:xfrm>
              <a:off x="5650750" y="1465175"/>
              <a:ext cx="239275" cy="526650"/>
            </a:xfrm>
            <a:custGeom>
              <a:avLst/>
              <a:gdLst/>
              <a:ahLst/>
              <a:cxnLst/>
              <a:rect l="l" t="t" r="r" b="b"/>
              <a:pathLst>
                <a:path w="9571" h="21066" extrusionOk="0">
                  <a:moveTo>
                    <a:pt x="4750" y="0"/>
                  </a:moveTo>
                  <a:cubicBezTo>
                    <a:pt x="4446" y="0"/>
                    <a:pt x="4143" y="39"/>
                    <a:pt x="3850" y="123"/>
                  </a:cubicBezTo>
                  <a:cubicBezTo>
                    <a:pt x="1716" y="738"/>
                    <a:pt x="865" y="3278"/>
                    <a:pt x="577" y="5478"/>
                  </a:cubicBezTo>
                  <a:cubicBezTo>
                    <a:pt x="105" y="9012"/>
                    <a:pt x="616" y="12508"/>
                    <a:pt x="131" y="16017"/>
                  </a:cubicBezTo>
                  <a:cubicBezTo>
                    <a:pt x="66" y="16383"/>
                    <a:pt x="40" y="16750"/>
                    <a:pt x="27" y="17130"/>
                  </a:cubicBezTo>
                  <a:cubicBezTo>
                    <a:pt x="0" y="18177"/>
                    <a:pt x="197" y="19224"/>
                    <a:pt x="891" y="19971"/>
                  </a:cubicBezTo>
                  <a:cubicBezTo>
                    <a:pt x="1467" y="20599"/>
                    <a:pt x="2318" y="20926"/>
                    <a:pt x="3156" y="21018"/>
                  </a:cubicBezTo>
                  <a:cubicBezTo>
                    <a:pt x="3424" y="21050"/>
                    <a:pt x="3676" y="21065"/>
                    <a:pt x="3912" y="21065"/>
                  </a:cubicBezTo>
                  <a:cubicBezTo>
                    <a:pt x="6397" y="21065"/>
                    <a:pt x="7117" y="19347"/>
                    <a:pt x="7607" y="16907"/>
                  </a:cubicBezTo>
                  <a:cubicBezTo>
                    <a:pt x="8026" y="14812"/>
                    <a:pt x="8445" y="12718"/>
                    <a:pt x="8864" y="10610"/>
                  </a:cubicBezTo>
                  <a:cubicBezTo>
                    <a:pt x="9217" y="8868"/>
                    <a:pt x="9571" y="7088"/>
                    <a:pt x="9401" y="5307"/>
                  </a:cubicBezTo>
                  <a:cubicBezTo>
                    <a:pt x="9230" y="3527"/>
                    <a:pt x="8471" y="1733"/>
                    <a:pt x="6992" y="712"/>
                  </a:cubicBezTo>
                  <a:cubicBezTo>
                    <a:pt x="6339" y="267"/>
                    <a:pt x="5542" y="0"/>
                    <a:pt x="47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42">
              <a:extLst>
                <a:ext uri="{FF2B5EF4-FFF2-40B4-BE49-F238E27FC236}">
                  <a16:creationId xmlns:a16="http://schemas.microsoft.com/office/drawing/2014/main" id="{0E4EBA97-E0B6-2B08-F195-83505684376B}"/>
                </a:ext>
              </a:extLst>
            </p:cNvPr>
            <p:cNvSpPr/>
            <p:nvPr/>
          </p:nvSpPr>
          <p:spPr>
            <a:xfrm>
              <a:off x="5745000" y="1490175"/>
              <a:ext cx="14100" cy="42575"/>
            </a:xfrm>
            <a:custGeom>
              <a:avLst/>
              <a:gdLst/>
              <a:ahLst/>
              <a:cxnLst/>
              <a:rect l="l" t="t" r="r" b="b"/>
              <a:pathLst>
                <a:path w="564" h="1703" extrusionOk="0">
                  <a:moveTo>
                    <a:pt x="407" y="0"/>
                  </a:moveTo>
                  <a:lnTo>
                    <a:pt x="1" y="39"/>
                  </a:lnTo>
                  <a:cubicBezTo>
                    <a:pt x="27" y="367"/>
                    <a:pt x="66" y="602"/>
                    <a:pt x="80" y="812"/>
                  </a:cubicBezTo>
                  <a:cubicBezTo>
                    <a:pt x="132" y="1113"/>
                    <a:pt x="145" y="1401"/>
                    <a:pt x="145" y="1702"/>
                  </a:cubicBezTo>
                  <a:lnTo>
                    <a:pt x="564" y="1702"/>
                  </a:lnTo>
                  <a:cubicBezTo>
                    <a:pt x="564" y="1388"/>
                    <a:pt x="538" y="1074"/>
                    <a:pt x="499" y="759"/>
                  </a:cubicBezTo>
                  <a:cubicBezTo>
                    <a:pt x="472" y="563"/>
                    <a:pt x="446" y="327"/>
                    <a:pt x="4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42">
              <a:extLst>
                <a:ext uri="{FF2B5EF4-FFF2-40B4-BE49-F238E27FC236}">
                  <a16:creationId xmlns:a16="http://schemas.microsoft.com/office/drawing/2014/main" id="{03BFA466-B067-25B8-CEEC-95746813D547}"/>
                </a:ext>
              </a:extLst>
            </p:cNvPr>
            <p:cNvSpPr/>
            <p:nvPr/>
          </p:nvSpPr>
          <p:spPr>
            <a:xfrm>
              <a:off x="5659250" y="1524850"/>
              <a:ext cx="207225" cy="230775"/>
            </a:xfrm>
            <a:custGeom>
              <a:avLst/>
              <a:gdLst/>
              <a:ahLst/>
              <a:cxnLst/>
              <a:rect l="l" t="t" r="r" b="b"/>
              <a:pathLst>
                <a:path w="8289" h="9231" extrusionOk="0">
                  <a:moveTo>
                    <a:pt x="3876" y="1"/>
                  </a:moveTo>
                  <a:lnTo>
                    <a:pt x="3745" y="132"/>
                  </a:lnTo>
                  <a:cubicBezTo>
                    <a:pt x="315" y="3326"/>
                    <a:pt x="1" y="7005"/>
                    <a:pt x="302" y="8498"/>
                  </a:cubicBezTo>
                  <a:lnTo>
                    <a:pt x="708" y="8419"/>
                  </a:lnTo>
                  <a:cubicBezTo>
                    <a:pt x="420" y="7018"/>
                    <a:pt x="721" y="3614"/>
                    <a:pt x="3889" y="564"/>
                  </a:cubicBezTo>
                  <a:cubicBezTo>
                    <a:pt x="5212" y="1847"/>
                    <a:pt x="6756" y="3693"/>
                    <a:pt x="7319" y="5081"/>
                  </a:cubicBezTo>
                  <a:cubicBezTo>
                    <a:pt x="7529" y="5539"/>
                    <a:pt x="7673" y="6036"/>
                    <a:pt x="7751" y="6534"/>
                  </a:cubicBezTo>
                  <a:cubicBezTo>
                    <a:pt x="7869" y="7411"/>
                    <a:pt x="7699" y="8301"/>
                    <a:pt x="7529" y="9152"/>
                  </a:cubicBezTo>
                  <a:lnTo>
                    <a:pt x="7935" y="9231"/>
                  </a:lnTo>
                  <a:cubicBezTo>
                    <a:pt x="8092" y="8393"/>
                    <a:pt x="8288" y="7424"/>
                    <a:pt x="8144" y="6481"/>
                  </a:cubicBezTo>
                  <a:cubicBezTo>
                    <a:pt x="8066" y="5945"/>
                    <a:pt x="7909" y="5421"/>
                    <a:pt x="7699" y="4923"/>
                  </a:cubicBezTo>
                  <a:cubicBezTo>
                    <a:pt x="7044" y="3339"/>
                    <a:pt x="5303" y="1349"/>
                    <a:pt x="4020" y="132"/>
                  </a:cubicBezTo>
                  <a:lnTo>
                    <a:pt x="387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42">
              <a:extLst>
                <a:ext uri="{FF2B5EF4-FFF2-40B4-BE49-F238E27FC236}">
                  <a16:creationId xmlns:a16="http://schemas.microsoft.com/office/drawing/2014/main" id="{E42405C8-F531-FB31-F028-8BF652B10B34}"/>
                </a:ext>
              </a:extLst>
            </p:cNvPr>
            <p:cNvSpPr/>
            <p:nvPr/>
          </p:nvSpPr>
          <p:spPr>
            <a:xfrm>
              <a:off x="5424250" y="1453425"/>
              <a:ext cx="230125" cy="526225"/>
            </a:xfrm>
            <a:custGeom>
              <a:avLst/>
              <a:gdLst/>
              <a:ahLst/>
              <a:cxnLst/>
              <a:rect l="l" t="t" r="r" b="b"/>
              <a:pathLst>
                <a:path w="9205" h="21049" extrusionOk="0">
                  <a:moveTo>
                    <a:pt x="5317" y="0"/>
                  </a:moveTo>
                  <a:cubicBezTo>
                    <a:pt x="4724" y="0"/>
                    <a:pt x="4124" y="137"/>
                    <a:pt x="3588" y="383"/>
                  </a:cubicBezTo>
                  <a:cubicBezTo>
                    <a:pt x="1964" y="1130"/>
                    <a:pt x="917" y="2792"/>
                    <a:pt x="459" y="4507"/>
                  </a:cubicBezTo>
                  <a:cubicBezTo>
                    <a:pt x="1" y="6236"/>
                    <a:pt x="40" y="8055"/>
                    <a:pt x="105" y="9836"/>
                  </a:cubicBezTo>
                  <a:cubicBezTo>
                    <a:pt x="171" y="11970"/>
                    <a:pt x="236" y="14104"/>
                    <a:pt x="302" y="16251"/>
                  </a:cubicBezTo>
                  <a:cubicBezTo>
                    <a:pt x="380" y="18974"/>
                    <a:pt x="878" y="20886"/>
                    <a:pt x="4007" y="21043"/>
                  </a:cubicBezTo>
                  <a:cubicBezTo>
                    <a:pt x="4083" y="21046"/>
                    <a:pt x="4160" y="21048"/>
                    <a:pt x="4236" y="21048"/>
                  </a:cubicBezTo>
                  <a:cubicBezTo>
                    <a:pt x="5005" y="21048"/>
                    <a:pt x="5797" y="20864"/>
                    <a:pt x="6416" y="20388"/>
                  </a:cubicBezTo>
                  <a:cubicBezTo>
                    <a:pt x="7214" y="19760"/>
                    <a:pt x="7581" y="18752"/>
                    <a:pt x="7725" y="17717"/>
                  </a:cubicBezTo>
                  <a:cubicBezTo>
                    <a:pt x="7777" y="17351"/>
                    <a:pt x="7804" y="16984"/>
                    <a:pt x="7817" y="16605"/>
                  </a:cubicBezTo>
                  <a:cubicBezTo>
                    <a:pt x="7908" y="13070"/>
                    <a:pt x="8995" y="9705"/>
                    <a:pt x="9126" y="6144"/>
                  </a:cubicBezTo>
                  <a:cubicBezTo>
                    <a:pt x="9204" y="3931"/>
                    <a:pt x="8786" y="1287"/>
                    <a:pt x="6782" y="318"/>
                  </a:cubicBezTo>
                  <a:cubicBezTo>
                    <a:pt x="6329" y="100"/>
                    <a:pt x="5826" y="0"/>
                    <a:pt x="53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42">
              <a:extLst>
                <a:ext uri="{FF2B5EF4-FFF2-40B4-BE49-F238E27FC236}">
                  <a16:creationId xmlns:a16="http://schemas.microsoft.com/office/drawing/2014/main" id="{01BCA0C2-55CA-ED54-3187-A654C3F5BD75}"/>
                </a:ext>
              </a:extLst>
            </p:cNvPr>
            <p:cNvSpPr/>
            <p:nvPr/>
          </p:nvSpPr>
          <p:spPr>
            <a:xfrm>
              <a:off x="5571225" y="1481650"/>
              <a:ext cx="20625" cy="42900"/>
            </a:xfrm>
            <a:custGeom>
              <a:avLst/>
              <a:gdLst/>
              <a:ahLst/>
              <a:cxnLst/>
              <a:rect l="l" t="t" r="r" b="b"/>
              <a:pathLst>
                <a:path w="825" h="1716" extrusionOk="0">
                  <a:moveTo>
                    <a:pt x="419" y="1"/>
                  </a:moveTo>
                  <a:cubicBezTo>
                    <a:pt x="340" y="302"/>
                    <a:pt x="275" y="537"/>
                    <a:pt x="210" y="734"/>
                  </a:cubicBezTo>
                  <a:cubicBezTo>
                    <a:pt x="118" y="1035"/>
                    <a:pt x="52" y="1336"/>
                    <a:pt x="0" y="1650"/>
                  </a:cubicBezTo>
                  <a:lnTo>
                    <a:pt x="406" y="1716"/>
                  </a:lnTo>
                  <a:cubicBezTo>
                    <a:pt x="445" y="1415"/>
                    <a:pt x="524" y="1127"/>
                    <a:pt x="615" y="852"/>
                  </a:cubicBezTo>
                  <a:cubicBezTo>
                    <a:pt x="668" y="655"/>
                    <a:pt x="746" y="420"/>
                    <a:pt x="825" y="105"/>
                  </a:cubicBezTo>
                  <a:lnTo>
                    <a:pt x="41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42">
              <a:extLst>
                <a:ext uri="{FF2B5EF4-FFF2-40B4-BE49-F238E27FC236}">
                  <a16:creationId xmlns:a16="http://schemas.microsoft.com/office/drawing/2014/main" id="{D256E699-2093-4F27-3027-430ECD7EA70B}"/>
                </a:ext>
              </a:extLst>
            </p:cNvPr>
            <p:cNvSpPr/>
            <p:nvPr/>
          </p:nvSpPr>
          <p:spPr>
            <a:xfrm>
              <a:off x="5435700" y="1516025"/>
              <a:ext cx="213425" cy="224225"/>
            </a:xfrm>
            <a:custGeom>
              <a:avLst/>
              <a:gdLst/>
              <a:ahLst/>
              <a:cxnLst/>
              <a:rect l="l" t="t" r="r" b="b"/>
              <a:pathLst>
                <a:path w="8537" h="8969" extrusionOk="0">
                  <a:moveTo>
                    <a:pt x="5578" y="0"/>
                  </a:moveTo>
                  <a:lnTo>
                    <a:pt x="5408" y="105"/>
                  </a:lnTo>
                  <a:cubicBezTo>
                    <a:pt x="3942" y="1087"/>
                    <a:pt x="1899" y="2763"/>
                    <a:pt x="996" y="4216"/>
                  </a:cubicBezTo>
                  <a:cubicBezTo>
                    <a:pt x="695" y="4674"/>
                    <a:pt x="459" y="5159"/>
                    <a:pt x="289" y="5682"/>
                  </a:cubicBezTo>
                  <a:cubicBezTo>
                    <a:pt x="1" y="6586"/>
                    <a:pt x="27" y="7568"/>
                    <a:pt x="53" y="8419"/>
                  </a:cubicBezTo>
                  <a:lnTo>
                    <a:pt x="459" y="8419"/>
                  </a:lnTo>
                  <a:cubicBezTo>
                    <a:pt x="433" y="7541"/>
                    <a:pt x="420" y="6638"/>
                    <a:pt x="682" y="5800"/>
                  </a:cubicBezTo>
                  <a:cubicBezTo>
                    <a:pt x="839" y="5316"/>
                    <a:pt x="1061" y="4858"/>
                    <a:pt x="1336" y="4425"/>
                  </a:cubicBezTo>
                  <a:cubicBezTo>
                    <a:pt x="2135" y="3156"/>
                    <a:pt x="3955" y="1598"/>
                    <a:pt x="5473" y="550"/>
                  </a:cubicBezTo>
                  <a:cubicBezTo>
                    <a:pt x="8092" y="4072"/>
                    <a:pt x="7830" y="7489"/>
                    <a:pt x="7306" y="8811"/>
                  </a:cubicBezTo>
                  <a:lnTo>
                    <a:pt x="7686" y="8968"/>
                  </a:lnTo>
                  <a:cubicBezTo>
                    <a:pt x="8249" y="7541"/>
                    <a:pt x="8537" y="3863"/>
                    <a:pt x="5696" y="157"/>
                  </a:cubicBezTo>
                  <a:lnTo>
                    <a:pt x="55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42">
              <a:extLst>
                <a:ext uri="{FF2B5EF4-FFF2-40B4-BE49-F238E27FC236}">
                  <a16:creationId xmlns:a16="http://schemas.microsoft.com/office/drawing/2014/main" id="{8A65A095-A0FC-C2E6-122F-85AA347FD8EE}"/>
                </a:ext>
              </a:extLst>
            </p:cNvPr>
            <p:cNvSpPr/>
            <p:nvPr/>
          </p:nvSpPr>
          <p:spPr>
            <a:xfrm>
              <a:off x="5510000" y="1700400"/>
              <a:ext cx="171875" cy="114150"/>
            </a:xfrm>
            <a:custGeom>
              <a:avLst/>
              <a:gdLst/>
              <a:ahLst/>
              <a:cxnLst/>
              <a:rect l="l" t="t" r="r" b="b"/>
              <a:pathLst>
                <a:path w="6875" h="4566" extrusionOk="0">
                  <a:moveTo>
                    <a:pt x="5787" y="196"/>
                  </a:moveTo>
                  <a:cubicBezTo>
                    <a:pt x="5887" y="196"/>
                    <a:pt x="5988" y="208"/>
                    <a:pt x="6089" y="232"/>
                  </a:cubicBezTo>
                  <a:cubicBezTo>
                    <a:pt x="6285" y="258"/>
                    <a:pt x="6468" y="376"/>
                    <a:pt x="6573" y="546"/>
                  </a:cubicBezTo>
                  <a:cubicBezTo>
                    <a:pt x="6652" y="729"/>
                    <a:pt x="6599" y="978"/>
                    <a:pt x="6403" y="1292"/>
                  </a:cubicBezTo>
                  <a:cubicBezTo>
                    <a:pt x="5382" y="2968"/>
                    <a:pt x="2645" y="4356"/>
                    <a:pt x="511" y="4356"/>
                  </a:cubicBezTo>
                  <a:lnTo>
                    <a:pt x="498" y="4356"/>
                  </a:lnTo>
                  <a:lnTo>
                    <a:pt x="4439" y="873"/>
                  </a:lnTo>
                  <a:cubicBezTo>
                    <a:pt x="4688" y="638"/>
                    <a:pt x="4963" y="441"/>
                    <a:pt x="5277" y="297"/>
                  </a:cubicBezTo>
                  <a:cubicBezTo>
                    <a:pt x="5443" y="231"/>
                    <a:pt x="5614" y="196"/>
                    <a:pt x="5787" y="196"/>
                  </a:cubicBezTo>
                  <a:close/>
                  <a:moveTo>
                    <a:pt x="5801" y="0"/>
                  </a:moveTo>
                  <a:cubicBezTo>
                    <a:pt x="5596" y="0"/>
                    <a:pt x="5392" y="38"/>
                    <a:pt x="5198" y="114"/>
                  </a:cubicBezTo>
                  <a:cubicBezTo>
                    <a:pt x="4871" y="258"/>
                    <a:pt x="4570" y="468"/>
                    <a:pt x="4308" y="729"/>
                  </a:cubicBezTo>
                  <a:lnTo>
                    <a:pt x="210" y="4356"/>
                  </a:lnTo>
                  <a:cubicBezTo>
                    <a:pt x="145" y="4356"/>
                    <a:pt x="79" y="4343"/>
                    <a:pt x="27" y="4343"/>
                  </a:cubicBezTo>
                  <a:lnTo>
                    <a:pt x="1" y="4539"/>
                  </a:lnTo>
                  <a:cubicBezTo>
                    <a:pt x="92" y="4552"/>
                    <a:pt x="184" y="4565"/>
                    <a:pt x="276" y="4565"/>
                  </a:cubicBezTo>
                  <a:lnTo>
                    <a:pt x="498" y="4565"/>
                  </a:lnTo>
                  <a:cubicBezTo>
                    <a:pt x="2685" y="4565"/>
                    <a:pt x="5513" y="3125"/>
                    <a:pt x="6586" y="1397"/>
                  </a:cubicBezTo>
                  <a:cubicBezTo>
                    <a:pt x="6822" y="1031"/>
                    <a:pt x="6874" y="716"/>
                    <a:pt x="6756" y="468"/>
                  </a:cubicBezTo>
                  <a:cubicBezTo>
                    <a:pt x="6625" y="245"/>
                    <a:pt x="6403" y="88"/>
                    <a:pt x="6141" y="36"/>
                  </a:cubicBezTo>
                  <a:cubicBezTo>
                    <a:pt x="6029" y="12"/>
                    <a:pt x="5915" y="0"/>
                    <a:pt x="58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42">
              <a:extLst>
                <a:ext uri="{FF2B5EF4-FFF2-40B4-BE49-F238E27FC236}">
                  <a16:creationId xmlns:a16="http://schemas.microsoft.com/office/drawing/2014/main" id="{5DC5A055-23C9-2E9C-1672-1D59F529B70B}"/>
                </a:ext>
              </a:extLst>
            </p:cNvPr>
            <p:cNvSpPr/>
            <p:nvPr/>
          </p:nvSpPr>
          <p:spPr>
            <a:xfrm>
              <a:off x="5177150" y="1728775"/>
              <a:ext cx="341075" cy="165950"/>
            </a:xfrm>
            <a:custGeom>
              <a:avLst/>
              <a:gdLst/>
              <a:ahLst/>
              <a:cxnLst/>
              <a:rect l="l" t="t" r="r" b="b"/>
              <a:pathLst>
                <a:path w="13643" h="6638" extrusionOk="0">
                  <a:moveTo>
                    <a:pt x="0" y="0"/>
                  </a:moveTo>
                  <a:lnTo>
                    <a:pt x="0" y="6638"/>
                  </a:lnTo>
                  <a:lnTo>
                    <a:pt x="10945" y="6638"/>
                  </a:lnTo>
                  <a:lnTo>
                    <a:pt x="13642" y="3326"/>
                  </a:lnTo>
                  <a:lnTo>
                    <a:pt x="1094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42">
              <a:extLst>
                <a:ext uri="{FF2B5EF4-FFF2-40B4-BE49-F238E27FC236}">
                  <a16:creationId xmlns:a16="http://schemas.microsoft.com/office/drawing/2014/main" id="{A7C74C54-4525-1D4C-E92B-CC74796AAF77}"/>
                </a:ext>
              </a:extLst>
            </p:cNvPr>
            <p:cNvSpPr/>
            <p:nvPr/>
          </p:nvSpPr>
          <p:spPr>
            <a:xfrm>
              <a:off x="5254050" y="1779175"/>
              <a:ext cx="33750" cy="71050"/>
            </a:xfrm>
            <a:custGeom>
              <a:avLst/>
              <a:gdLst/>
              <a:ahLst/>
              <a:cxnLst/>
              <a:rect l="l" t="t" r="r" b="b"/>
              <a:pathLst>
                <a:path w="1350" h="2842" extrusionOk="0">
                  <a:moveTo>
                    <a:pt x="577" y="511"/>
                  </a:moveTo>
                  <a:lnTo>
                    <a:pt x="577" y="1231"/>
                  </a:lnTo>
                  <a:cubicBezTo>
                    <a:pt x="393" y="1218"/>
                    <a:pt x="276" y="1048"/>
                    <a:pt x="289" y="878"/>
                  </a:cubicBezTo>
                  <a:cubicBezTo>
                    <a:pt x="289" y="786"/>
                    <a:pt x="315" y="707"/>
                    <a:pt x="354" y="629"/>
                  </a:cubicBezTo>
                  <a:cubicBezTo>
                    <a:pt x="407" y="563"/>
                    <a:pt x="485" y="511"/>
                    <a:pt x="577" y="511"/>
                  </a:cubicBezTo>
                  <a:close/>
                  <a:moveTo>
                    <a:pt x="773" y="1532"/>
                  </a:moveTo>
                  <a:cubicBezTo>
                    <a:pt x="865" y="1545"/>
                    <a:pt x="956" y="1585"/>
                    <a:pt x="1022" y="1663"/>
                  </a:cubicBezTo>
                  <a:cubicBezTo>
                    <a:pt x="1074" y="1729"/>
                    <a:pt x="1100" y="1820"/>
                    <a:pt x="1100" y="1912"/>
                  </a:cubicBezTo>
                  <a:cubicBezTo>
                    <a:pt x="1100" y="2017"/>
                    <a:pt x="1074" y="2108"/>
                    <a:pt x="1022" y="2187"/>
                  </a:cubicBezTo>
                  <a:cubicBezTo>
                    <a:pt x="956" y="2252"/>
                    <a:pt x="865" y="2292"/>
                    <a:pt x="773" y="2305"/>
                  </a:cubicBezTo>
                  <a:lnTo>
                    <a:pt x="773" y="1532"/>
                  </a:lnTo>
                  <a:close/>
                  <a:moveTo>
                    <a:pt x="577" y="0"/>
                  </a:moveTo>
                  <a:lnTo>
                    <a:pt x="577" y="288"/>
                  </a:lnTo>
                  <a:cubicBezTo>
                    <a:pt x="420" y="302"/>
                    <a:pt x="289" y="367"/>
                    <a:pt x="184" y="485"/>
                  </a:cubicBezTo>
                  <a:cubicBezTo>
                    <a:pt x="92" y="603"/>
                    <a:pt x="40" y="747"/>
                    <a:pt x="40" y="904"/>
                  </a:cubicBezTo>
                  <a:cubicBezTo>
                    <a:pt x="40" y="1048"/>
                    <a:pt x="79" y="1192"/>
                    <a:pt x="171" y="1297"/>
                  </a:cubicBezTo>
                  <a:cubicBezTo>
                    <a:pt x="276" y="1401"/>
                    <a:pt x="407" y="1467"/>
                    <a:pt x="551" y="1493"/>
                  </a:cubicBezTo>
                  <a:lnTo>
                    <a:pt x="577" y="1493"/>
                  </a:lnTo>
                  <a:lnTo>
                    <a:pt x="577" y="2305"/>
                  </a:lnTo>
                  <a:cubicBezTo>
                    <a:pt x="485" y="2292"/>
                    <a:pt x="407" y="2252"/>
                    <a:pt x="354" y="2174"/>
                  </a:cubicBezTo>
                  <a:cubicBezTo>
                    <a:pt x="289" y="2095"/>
                    <a:pt x="249" y="1990"/>
                    <a:pt x="249" y="1886"/>
                  </a:cubicBezTo>
                  <a:lnTo>
                    <a:pt x="1" y="1886"/>
                  </a:lnTo>
                  <a:cubicBezTo>
                    <a:pt x="1" y="2056"/>
                    <a:pt x="66" y="2213"/>
                    <a:pt x="171" y="2344"/>
                  </a:cubicBezTo>
                  <a:cubicBezTo>
                    <a:pt x="276" y="2449"/>
                    <a:pt x="420" y="2527"/>
                    <a:pt x="577" y="2527"/>
                  </a:cubicBezTo>
                  <a:lnTo>
                    <a:pt x="577" y="2841"/>
                  </a:lnTo>
                  <a:lnTo>
                    <a:pt x="773" y="2841"/>
                  </a:lnTo>
                  <a:lnTo>
                    <a:pt x="773" y="2527"/>
                  </a:lnTo>
                  <a:cubicBezTo>
                    <a:pt x="930" y="2514"/>
                    <a:pt x="1087" y="2449"/>
                    <a:pt x="1192" y="2344"/>
                  </a:cubicBezTo>
                  <a:cubicBezTo>
                    <a:pt x="1297" y="2213"/>
                    <a:pt x="1349" y="2056"/>
                    <a:pt x="1349" y="1899"/>
                  </a:cubicBezTo>
                  <a:cubicBezTo>
                    <a:pt x="1349" y="1755"/>
                    <a:pt x="1310" y="1611"/>
                    <a:pt x="1218" y="1493"/>
                  </a:cubicBezTo>
                  <a:cubicBezTo>
                    <a:pt x="1114" y="1388"/>
                    <a:pt x="983" y="1323"/>
                    <a:pt x="839" y="1297"/>
                  </a:cubicBezTo>
                  <a:lnTo>
                    <a:pt x="773" y="1297"/>
                  </a:lnTo>
                  <a:lnTo>
                    <a:pt x="773" y="511"/>
                  </a:lnTo>
                  <a:cubicBezTo>
                    <a:pt x="956" y="550"/>
                    <a:pt x="1048" y="681"/>
                    <a:pt x="1061" y="904"/>
                  </a:cubicBezTo>
                  <a:lnTo>
                    <a:pt x="1310" y="904"/>
                  </a:lnTo>
                  <a:cubicBezTo>
                    <a:pt x="1310" y="747"/>
                    <a:pt x="1258" y="590"/>
                    <a:pt x="1153" y="472"/>
                  </a:cubicBezTo>
                  <a:cubicBezTo>
                    <a:pt x="1048" y="367"/>
                    <a:pt x="917" y="302"/>
                    <a:pt x="773" y="288"/>
                  </a:cubicBezTo>
                  <a:lnTo>
                    <a:pt x="7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42">
              <a:extLst>
                <a:ext uri="{FF2B5EF4-FFF2-40B4-BE49-F238E27FC236}">
                  <a16:creationId xmlns:a16="http://schemas.microsoft.com/office/drawing/2014/main" id="{950C834B-783E-9F08-5735-CE91AE83CF8E}"/>
                </a:ext>
              </a:extLst>
            </p:cNvPr>
            <p:cNvSpPr/>
            <p:nvPr/>
          </p:nvSpPr>
          <p:spPr>
            <a:xfrm>
              <a:off x="5294975" y="1779175"/>
              <a:ext cx="33725" cy="71050"/>
            </a:xfrm>
            <a:custGeom>
              <a:avLst/>
              <a:gdLst/>
              <a:ahLst/>
              <a:cxnLst/>
              <a:rect l="l" t="t" r="r" b="b"/>
              <a:pathLst>
                <a:path w="1349" h="2842" extrusionOk="0">
                  <a:moveTo>
                    <a:pt x="563" y="511"/>
                  </a:moveTo>
                  <a:lnTo>
                    <a:pt x="563" y="1231"/>
                  </a:lnTo>
                  <a:cubicBezTo>
                    <a:pt x="380" y="1218"/>
                    <a:pt x="262" y="1048"/>
                    <a:pt x="275" y="878"/>
                  </a:cubicBezTo>
                  <a:cubicBezTo>
                    <a:pt x="275" y="786"/>
                    <a:pt x="301" y="694"/>
                    <a:pt x="354" y="629"/>
                  </a:cubicBezTo>
                  <a:cubicBezTo>
                    <a:pt x="406" y="563"/>
                    <a:pt x="472" y="511"/>
                    <a:pt x="563" y="511"/>
                  </a:cubicBezTo>
                  <a:close/>
                  <a:moveTo>
                    <a:pt x="773" y="1532"/>
                  </a:moveTo>
                  <a:cubicBezTo>
                    <a:pt x="864" y="1545"/>
                    <a:pt x="943" y="1585"/>
                    <a:pt x="1008" y="1663"/>
                  </a:cubicBezTo>
                  <a:cubicBezTo>
                    <a:pt x="1061" y="1729"/>
                    <a:pt x="1100" y="1820"/>
                    <a:pt x="1087" y="1912"/>
                  </a:cubicBezTo>
                  <a:cubicBezTo>
                    <a:pt x="1087" y="2017"/>
                    <a:pt x="1061" y="2108"/>
                    <a:pt x="1008" y="2187"/>
                  </a:cubicBezTo>
                  <a:cubicBezTo>
                    <a:pt x="943" y="2252"/>
                    <a:pt x="864" y="2305"/>
                    <a:pt x="773" y="2305"/>
                  </a:cubicBezTo>
                  <a:lnTo>
                    <a:pt x="773" y="1532"/>
                  </a:lnTo>
                  <a:close/>
                  <a:moveTo>
                    <a:pt x="563" y="0"/>
                  </a:moveTo>
                  <a:lnTo>
                    <a:pt x="563" y="288"/>
                  </a:lnTo>
                  <a:cubicBezTo>
                    <a:pt x="419" y="302"/>
                    <a:pt x="275" y="367"/>
                    <a:pt x="184" y="485"/>
                  </a:cubicBezTo>
                  <a:cubicBezTo>
                    <a:pt x="79" y="603"/>
                    <a:pt x="26" y="747"/>
                    <a:pt x="26" y="904"/>
                  </a:cubicBezTo>
                  <a:cubicBezTo>
                    <a:pt x="26" y="1048"/>
                    <a:pt x="66" y="1192"/>
                    <a:pt x="157" y="1297"/>
                  </a:cubicBezTo>
                  <a:cubicBezTo>
                    <a:pt x="262" y="1401"/>
                    <a:pt x="393" y="1467"/>
                    <a:pt x="537" y="1493"/>
                  </a:cubicBezTo>
                  <a:lnTo>
                    <a:pt x="563" y="1493"/>
                  </a:lnTo>
                  <a:lnTo>
                    <a:pt x="563" y="2305"/>
                  </a:lnTo>
                  <a:cubicBezTo>
                    <a:pt x="472" y="2292"/>
                    <a:pt x="393" y="2252"/>
                    <a:pt x="341" y="2174"/>
                  </a:cubicBezTo>
                  <a:cubicBezTo>
                    <a:pt x="275" y="2095"/>
                    <a:pt x="249" y="1990"/>
                    <a:pt x="236" y="1886"/>
                  </a:cubicBezTo>
                  <a:lnTo>
                    <a:pt x="0" y="1886"/>
                  </a:lnTo>
                  <a:cubicBezTo>
                    <a:pt x="0" y="2056"/>
                    <a:pt x="53" y="2213"/>
                    <a:pt x="157" y="2344"/>
                  </a:cubicBezTo>
                  <a:cubicBezTo>
                    <a:pt x="262" y="2449"/>
                    <a:pt x="406" y="2527"/>
                    <a:pt x="563" y="2527"/>
                  </a:cubicBezTo>
                  <a:lnTo>
                    <a:pt x="563" y="2841"/>
                  </a:lnTo>
                  <a:lnTo>
                    <a:pt x="773" y="2841"/>
                  </a:lnTo>
                  <a:lnTo>
                    <a:pt x="773" y="2527"/>
                  </a:lnTo>
                  <a:cubicBezTo>
                    <a:pt x="930" y="2514"/>
                    <a:pt x="1074" y="2449"/>
                    <a:pt x="1192" y="2344"/>
                  </a:cubicBezTo>
                  <a:cubicBezTo>
                    <a:pt x="1296" y="2226"/>
                    <a:pt x="1349" y="2069"/>
                    <a:pt x="1336" y="1899"/>
                  </a:cubicBezTo>
                  <a:cubicBezTo>
                    <a:pt x="1349" y="1755"/>
                    <a:pt x="1296" y="1611"/>
                    <a:pt x="1205" y="1493"/>
                  </a:cubicBezTo>
                  <a:cubicBezTo>
                    <a:pt x="1100" y="1388"/>
                    <a:pt x="969" y="1323"/>
                    <a:pt x="825" y="1297"/>
                  </a:cubicBezTo>
                  <a:lnTo>
                    <a:pt x="773" y="1297"/>
                  </a:lnTo>
                  <a:lnTo>
                    <a:pt x="773" y="511"/>
                  </a:lnTo>
                  <a:cubicBezTo>
                    <a:pt x="943" y="550"/>
                    <a:pt x="1048" y="681"/>
                    <a:pt x="1061" y="904"/>
                  </a:cubicBezTo>
                  <a:lnTo>
                    <a:pt x="1309" y="904"/>
                  </a:lnTo>
                  <a:cubicBezTo>
                    <a:pt x="1296" y="747"/>
                    <a:pt x="1244" y="590"/>
                    <a:pt x="1139" y="472"/>
                  </a:cubicBezTo>
                  <a:cubicBezTo>
                    <a:pt x="1048" y="367"/>
                    <a:pt x="917" y="302"/>
                    <a:pt x="773" y="288"/>
                  </a:cubicBezTo>
                  <a:lnTo>
                    <a:pt x="7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8" name="Google Shape;738;p42">
            <a:extLst>
              <a:ext uri="{FF2B5EF4-FFF2-40B4-BE49-F238E27FC236}">
                <a16:creationId xmlns:a16="http://schemas.microsoft.com/office/drawing/2014/main" id="{F5B7A346-C88C-20C8-A2B6-808611BF2640}"/>
              </a:ext>
            </a:extLst>
          </p:cNvPr>
          <p:cNvGrpSpPr/>
          <p:nvPr/>
        </p:nvGrpSpPr>
        <p:grpSpPr>
          <a:xfrm>
            <a:off x="7926312" y="3853158"/>
            <a:ext cx="479276" cy="463063"/>
            <a:chOff x="6085197" y="1608975"/>
            <a:chExt cx="296453" cy="286425"/>
          </a:xfrm>
        </p:grpSpPr>
        <p:sp>
          <p:nvSpPr>
            <p:cNvPr id="739" name="Google Shape;739;p42">
              <a:extLst>
                <a:ext uri="{FF2B5EF4-FFF2-40B4-BE49-F238E27FC236}">
                  <a16:creationId xmlns:a16="http://schemas.microsoft.com/office/drawing/2014/main" id="{442E30A5-64A5-FC93-5AEB-6D6397F1FB97}"/>
                </a:ext>
              </a:extLst>
            </p:cNvPr>
            <p:cNvSpPr/>
            <p:nvPr/>
          </p:nvSpPr>
          <p:spPr>
            <a:xfrm>
              <a:off x="6227450" y="1611925"/>
              <a:ext cx="154200" cy="280850"/>
            </a:xfrm>
            <a:custGeom>
              <a:avLst/>
              <a:gdLst/>
              <a:ahLst/>
              <a:cxnLst/>
              <a:rect l="l" t="t" r="r" b="b"/>
              <a:pathLst>
                <a:path w="6168" h="11234" extrusionOk="0">
                  <a:moveTo>
                    <a:pt x="2515" y="0"/>
                  </a:moveTo>
                  <a:lnTo>
                    <a:pt x="2515" y="956"/>
                  </a:lnTo>
                  <a:cubicBezTo>
                    <a:pt x="1114" y="1126"/>
                    <a:pt x="223" y="2003"/>
                    <a:pt x="223" y="3273"/>
                  </a:cubicBezTo>
                  <a:cubicBezTo>
                    <a:pt x="223" y="4622"/>
                    <a:pt x="1088" y="5303"/>
                    <a:pt x="2999" y="5853"/>
                  </a:cubicBezTo>
                  <a:cubicBezTo>
                    <a:pt x="4544" y="6271"/>
                    <a:pt x="4989" y="6861"/>
                    <a:pt x="4989" y="7699"/>
                  </a:cubicBezTo>
                  <a:cubicBezTo>
                    <a:pt x="4989" y="8641"/>
                    <a:pt x="4334" y="9178"/>
                    <a:pt x="3156" y="9178"/>
                  </a:cubicBezTo>
                  <a:cubicBezTo>
                    <a:pt x="2096" y="9178"/>
                    <a:pt x="1415" y="8667"/>
                    <a:pt x="1192" y="7633"/>
                  </a:cubicBezTo>
                  <a:lnTo>
                    <a:pt x="1" y="7633"/>
                  </a:lnTo>
                  <a:cubicBezTo>
                    <a:pt x="158" y="8929"/>
                    <a:pt x="1009" y="9885"/>
                    <a:pt x="2567" y="10055"/>
                  </a:cubicBezTo>
                  <a:lnTo>
                    <a:pt x="2567" y="11233"/>
                  </a:lnTo>
                  <a:lnTo>
                    <a:pt x="3601" y="11233"/>
                  </a:lnTo>
                  <a:lnTo>
                    <a:pt x="3601" y="10068"/>
                  </a:lnTo>
                  <a:cubicBezTo>
                    <a:pt x="5185" y="9911"/>
                    <a:pt x="6167" y="8995"/>
                    <a:pt x="6167" y="7581"/>
                  </a:cubicBezTo>
                  <a:cubicBezTo>
                    <a:pt x="6167" y="6298"/>
                    <a:pt x="5539" y="5394"/>
                    <a:pt x="3339" y="4740"/>
                  </a:cubicBezTo>
                  <a:cubicBezTo>
                    <a:pt x="1899" y="4321"/>
                    <a:pt x="1415" y="4007"/>
                    <a:pt x="1415" y="3169"/>
                  </a:cubicBezTo>
                  <a:cubicBezTo>
                    <a:pt x="1415" y="2501"/>
                    <a:pt x="1808" y="1859"/>
                    <a:pt x="2973" y="1859"/>
                  </a:cubicBezTo>
                  <a:cubicBezTo>
                    <a:pt x="4243" y="1859"/>
                    <a:pt x="4609" y="2527"/>
                    <a:pt x="4727" y="3103"/>
                  </a:cubicBezTo>
                  <a:lnTo>
                    <a:pt x="5945" y="3103"/>
                  </a:lnTo>
                  <a:cubicBezTo>
                    <a:pt x="5827" y="2226"/>
                    <a:pt x="5303" y="1152"/>
                    <a:pt x="3549" y="969"/>
                  </a:cubicBezTo>
                  <a:lnTo>
                    <a:pt x="354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42">
              <a:extLst>
                <a:ext uri="{FF2B5EF4-FFF2-40B4-BE49-F238E27FC236}">
                  <a16:creationId xmlns:a16="http://schemas.microsoft.com/office/drawing/2014/main" id="{73921F5F-8CDF-DE50-D986-BD5B073B5F8E}"/>
                </a:ext>
              </a:extLst>
            </p:cNvPr>
            <p:cNvSpPr/>
            <p:nvPr/>
          </p:nvSpPr>
          <p:spPr>
            <a:xfrm>
              <a:off x="6152500" y="1611925"/>
              <a:ext cx="153875" cy="280850"/>
            </a:xfrm>
            <a:custGeom>
              <a:avLst/>
              <a:gdLst/>
              <a:ahLst/>
              <a:cxnLst/>
              <a:rect l="l" t="t" r="r" b="b"/>
              <a:pathLst>
                <a:path w="6155" h="11234" extrusionOk="0">
                  <a:moveTo>
                    <a:pt x="2501" y="0"/>
                  </a:moveTo>
                  <a:lnTo>
                    <a:pt x="2501" y="956"/>
                  </a:lnTo>
                  <a:cubicBezTo>
                    <a:pt x="1101" y="1126"/>
                    <a:pt x="210" y="2003"/>
                    <a:pt x="210" y="3273"/>
                  </a:cubicBezTo>
                  <a:cubicBezTo>
                    <a:pt x="210" y="4622"/>
                    <a:pt x="1074" y="5303"/>
                    <a:pt x="2986" y="5853"/>
                  </a:cubicBezTo>
                  <a:cubicBezTo>
                    <a:pt x="4531" y="6271"/>
                    <a:pt x="4976" y="6861"/>
                    <a:pt x="4976" y="7699"/>
                  </a:cubicBezTo>
                  <a:cubicBezTo>
                    <a:pt x="4976" y="8641"/>
                    <a:pt x="4321" y="9178"/>
                    <a:pt x="3143" y="9178"/>
                  </a:cubicBezTo>
                  <a:cubicBezTo>
                    <a:pt x="2082" y="9178"/>
                    <a:pt x="1389" y="8667"/>
                    <a:pt x="1179" y="7633"/>
                  </a:cubicBezTo>
                  <a:lnTo>
                    <a:pt x="1" y="7633"/>
                  </a:lnTo>
                  <a:cubicBezTo>
                    <a:pt x="158" y="8929"/>
                    <a:pt x="996" y="9885"/>
                    <a:pt x="2567" y="10055"/>
                  </a:cubicBezTo>
                  <a:lnTo>
                    <a:pt x="2567" y="11233"/>
                  </a:lnTo>
                  <a:lnTo>
                    <a:pt x="3601" y="11233"/>
                  </a:lnTo>
                  <a:lnTo>
                    <a:pt x="3601" y="10068"/>
                  </a:lnTo>
                  <a:cubicBezTo>
                    <a:pt x="5172" y="9911"/>
                    <a:pt x="6154" y="8995"/>
                    <a:pt x="6154" y="7581"/>
                  </a:cubicBezTo>
                  <a:cubicBezTo>
                    <a:pt x="6154" y="6298"/>
                    <a:pt x="5526" y="5394"/>
                    <a:pt x="3326" y="4740"/>
                  </a:cubicBezTo>
                  <a:cubicBezTo>
                    <a:pt x="1873" y="4321"/>
                    <a:pt x="1389" y="4007"/>
                    <a:pt x="1389" y="3169"/>
                  </a:cubicBezTo>
                  <a:cubicBezTo>
                    <a:pt x="1389" y="2501"/>
                    <a:pt x="1794" y="1859"/>
                    <a:pt x="2947" y="1859"/>
                  </a:cubicBezTo>
                  <a:cubicBezTo>
                    <a:pt x="4230" y="1859"/>
                    <a:pt x="4583" y="2527"/>
                    <a:pt x="4714" y="3103"/>
                  </a:cubicBezTo>
                  <a:lnTo>
                    <a:pt x="5918" y="3103"/>
                  </a:lnTo>
                  <a:cubicBezTo>
                    <a:pt x="5814" y="2226"/>
                    <a:pt x="5290" y="1152"/>
                    <a:pt x="3523" y="969"/>
                  </a:cubicBezTo>
                  <a:lnTo>
                    <a:pt x="352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42">
              <a:extLst>
                <a:ext uri="{FF2B5EF4-FFF2-40B4-BE49-F238E27FC236}">
                  <a16:creationId xmlns:a16="http://schemas.microsoft.com/office/drawing/2014/main" id="{0178D7D7-7F4D-EE48-922F-0769A673957E}"/>
                </a:ext>
              </a:extLst>
            </p:cNvPr>
            <p:cNvSpPr/>
            <p:nvPr/>
          </p:nvSpPr>
          <p:spPr>
            <a:xfrm>
              <a:off x="6085197" y="1608975"/>
              <a:ext cx="160075" cy="286425"/>
            </a:xfrm>
            <a:custGeom>
              <a:avLst/>
              <a:gdLst/>
              <a:ahLst/>
              <a:cxnLst/>
              <a:rect l="l" t="t" r="r" b="b"/>
              <a:pathLst>
                <a:path w="6403" h="11457" extrusionOk="0">
                  <a:moveTo>
                    <a:pt x="3562" y="210"/>
                  </a:moveTo>
                  <a:lnTo>
                    <a:pt x="3562" y="1166"/>
                  </a:lnTo>
                  <a:lnTo>
                    <a:pt x="3653" y="1179"/>
                  </a:lnTo>
                  <a:cubicBezTo>
                    <a:pt x="5290" y="1349"/>
                    <a:pt x="5814" y="2292"/>
                    <a:pt x="5945" y="3103"/>
                  </a:cubicBezTo>
                  <a:lnTo>
                    <a:pt x="4937" y="3103"/>
                  </a:lnTo>
                  <a:cubicBezTo>
                    <a:pt x="4727" y="2279"/>
                    <a:pt x="4125" y="1873"/>
                    <a:pt x="3091" y="1873"/>
                  </a:cubicBezTo>
                  <a:cubicBezTo>
                    <a:pt x="2056" y="1873"/>
                    <a:pt x="1441" y="2396"/>
                    <a:pt x="1441" y="3287"/>
                  </a:cubicBezTo>
                  <a:cubicBezTo>
                    <a:pt x="1441" y="4216"/>
                    <a:pt x="2030" y="4543"/>
                    <a:pt x="3431" y="4949"/>
                  </a:cubicBezTo>
                  <a:cubicBezTo>
                    <a:pt x="5395" y="5525"/>
                    <a:pt x="6193" y="6324"/>
                    <a:pt x="6193" y="7699"/>
                  </a:cubicBezTo>
                  <a:cubicBezTo>
                    <a:pt x="6193" y="9047"/>
                    <a:pt x="5264" y="9937"/>
                    <a:pt x="3719" y="10081"/>
                  </a:cubicBezTo>
                  <a:lnTo>
                    <a:pt x="3627" y="10095"/>
                  </a:lnTo>
                  <a:lnTo>
                    <a:pt x="3627" y="11247"/>
                  </a:lnTo>
                  <a:lnTo>
                    <a:pt x="2789" y="11247"/>
                  </a:lnTo>
                  <a:lnTo>
                    <a:pt x="2789" y="10081"/>
                  </a:lnTo>
                  <a:lnTo>
                    <a:pt x="2698" y="10068"/>
                  </a:lnTo>
                  <a:cubicBezTo>
                    <a:pt x="1310" y="9911"/>
                    <a:pt x="446" y="9126"/>
                    <a:pt x="236" y="7856"/>
                  </a:cubicBezTo>
                  <a:lnTo>
                    <a:pt x="1218" y="7856"/>
                  </a:lnTo>
                  <a:cubicBezTo>
                    <a:pt x="1467" y="8864"/>
                    <a:pt x="2174" y="9401"/>
                    <a:pt x="3274" y="9401"/>
                  </a:cubicBezTo>
                  <a:cubicBezTo>
                    <a:pt x="4504" y="9401"/>
                    <a:pt x="5211" y="8825"/>
                    <a:pt x="5211" y="7817"/>
                  </a:cubicBezTo>
                  <a:cubicBezTo>
                    <a:pt x="5211" y="6848"/>
                    <a:pt x="4609" y="6272"/>
                    <a:pt x="3156" y="5866"/>
                  </a:cubicBezTo>
                  <a:cubicBezTo>
                    <a:pt x="1179" y="5303"/>
                    <a:pt x="446" y="4635"/>
                    <a:pt x="446" y="3391"/>
                  </a:cubicBezTo>
                  <a:cubicBezTo>
                    <a:pt x="446" y="2187"/>
                    <a:pt x="1297" y="1336"/>
                    <a:pt x="2658" y="1179"/>
                  </a:cubicBezTo>
                  <a:lnTo>
                    <a:pt x="2750" y="1166"/>
                  </a:lnTo>
                  <a:lnTo>
                    <a:pt x="2750" y="210"/>
                  </a:lnTo>
                  <a:close/>
                  <a:moveTo>
                    <a:pt x="2528" y="1"/>
                  </a:moveTo>
                  <a:lnTo>
                    <a:pt x="2528" y="982"/>
                  </a:lnTo>
                  <a:cubicBezTo>
                    <a:pt x="1114" y="1192"/>
                    <a:pt x="236" y="2095"/>
                    <a:pt x="236" y="3391"/>
                  </a:cubicBezTo>
                  <a:cubicBezTo>
                    <a:pt x="236" y="4936"/>
                    <a:pt x="1375" y="5565"/>
                    <a:pt x="3091" y="6062"/>
                  </a:cubicBezTo>
                  <a:cubicBezTo>
                    <a:pt x="4766" y="6533"/>
                    <a:pt x="5002" y="7188"/>
                    <a:pt x="5002" y="7817"/>
                  </a:cubicBezTo>
                  <a:cubicBezTo>
                    <a:pt x="5002" y="8707"/>
                    <a:pt x="4387" y="9191"/>
                    <a:pt x="3274" y="9191"/>
                  </a:cubicBezTo>
                  <a:cubicBezTo>
                    <a:pt x="2240" y="9191"/>
                    <a:pt x="1611" y="8707"/>
                    <a:pt x="1402" y="7738"/>
                  </a:cubicBezTo>
                  <a:lnTo>
                    <a:pt x="1375" y="7646"/>
                  </a:lnTo>
                  <a:lnTo>
                    <a:pt x="1" y="7646"/>
                  </a:lnTo>
                  <a:lnTo>
                    <a:pt x="14" y="7764"/>
                  </a:lnTo>
                  <a:cubicBezTo>
                    <a:pt x="197" y="9165"/>
                    <a:pt x="1127" y="10068"/>
                    <a:pt x="2593" y="10265"/>
                  </a:cubicBezTo>
                  <a:lnTo>
                    <a:pt x="2593" y="11456"/>
                  </a:lnTo>
                  <a:lnTo>
                    <a:pt x="3824" y="11456"/>
                  </a:lnTo>
                  <a:lnTo>
                    <a:pt x="3837" y="10304"/>
                  </a:lnTo>
                  <a:cubicBezTo>
                    <a:pt x="5447" y="10121"/>
                    <a:pt x="6403" y="9152"/>
                    <a:pt x="6403" y="7725"/>
                  </a:cubicBezTo>
                  <a:cubicBezTo>
                    <a:pt x="6403" y="6232"/>
                    <a:pt x="5565" y="5381"/>
                    <a:pt x="3496" y="4779"/>
                  </a:cubicBezTo>
                  <a:cubicBezTo>
                    <a:pt x="2004" y="4334"/>
                    <a:pt x="1637" y="4046"/>
                    <a:pt x="1637" y="3300"/>
                  </a:cubicBezTo>
                  <a:cubicBezTo>
                    <a:pt x="1637" y="2933"/>
                    <a:pt x="1781" y="2082"/>
                    <a:pt x="3091" y="2082"/>
                  </a:cubicBezTo>
                  <a:cubicBezTo>
                    <a:pt x="4046" y="2082"/>
                    <a:pt x="4596" y="2462"/>
                    <a:pt x="4766" y="3234"/>
                  </a:cubicBezTo>
                  <a:lnTo>
                    <a:pt x="4779" y="3313"/>
                  </a:lnTo>
                  <a:lnTo>
                    <a:pt x="6180" y="3313"/>
                  </a:lnTo>
                  <a:lnTo>
                    <a:pt x="6167" y="3195"/>
                  </a:lnTo>
                  <a:cubicBezTo>
                    <a:pt x="6076" y="2462"/>
                    <a:pt x="5630" y="1218"/>
                    <a:pt x="3771" y="982"/>
                  </a:cubicBezTo>
                  <a:lnTo>
                    <a:pt x="37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2" name="Google Shape;742;p42">
            <a:extLst>
              <a:ext uri="{FF2B5EF4-FFF2-40B4-BE49-F238E27FC236}">
                <a16:creationId xmlns:a16="http://schemas.microsoft.com/office/drawing/2014/main" id="{42ECA15D-2F4F-7345-1D8C-4536D88309EE}"/>
              </a:ext>
            </a:extLst>
          </p:cNvPr>
          <p:cNvGrpSpPr/>
          <p:nvPr/>
        </p:nvGrpSpPr>
        <p:grpSpPr>
          <a:xfrm rot="21279094">
            <a:off x="36024" y="150867"/>
            <a:ext cx="1082690" cy="839815"/>
            <a:chOff x="4159225" y="1883250"/>
            <a:chExt cx="669675" cy="519450"/>
          </a:xfrm>
        </p:grpSpPr>
        <p:sp>
          <p:nvSpPr>
            <p:cNvPr id="743" name="Google Shape;743;p42">
              <a:extLst>
                <a:ext uri="{FF2B5EF4-FFF2-40B4-BE49-F238E27FC236}">
                  <a16:creationId xmlns:a16="http://schemas.microsoft.com/office/drawing/2014/main" id="{1D2B1819-09D9-B3ED-D76D-ACD25C1C3D6D}"/>
                </a:ext>
              </a:extLst>
            </p:cNvPr>
            <p:cNvSpPr/>
            <p:nvPr/>
          </p:nvSpPr>
          <p:spPr>
            <a:xfrm>
              <a:off x="4159225" y="2173250"/>
              <a:ext cx="229450" cy="229450"/>
            </a:xfrm>
            <a:custGeom>
              <a:avLst/>
              <a:gdLst/>
              <a:ahLst/>
              <a:cxnLst/>
              <a:rect l="l" t="t" r="r" b="b"/>
              <a:pathLst>
                <a:path w="9178" h="9178" extrusionOk="0">
                  <a:moveTo>
                    <a:pt x="5512" y="0"/>
                  </a:moveTo>
                  <a:lnTo>
                    <a:pt x="4439" y="2252"/>
                  </a:lnTo>
                  <a:lnTo>
                    <a:pt x="3103" y="144"/>
                  </a:lnTo>
                  <a:lnTo>
                    <a:pt x="3287" y="2632"/>
                  </a:lnTo>
                  <a:lnTo>
                    <a:pt x="1074" y="1493"/>
                  </a:lnTo>
                  <a:lnTo>
                    <a:pt x="2488" y="3548"/>
                  </a:lnTo>
                  <a:lnTo>
                    <a:pt x="0" y="3653"/>
                  </a:lnTo>
                  <a:lnTo>
                    <a:pt x="2252" y="4727"/>
                  </a:lnTo>
                  <a:lnTo>
                    <a:pt x="144" y="6075"/>
                  </a:lnTo>
                  <a:lnTo>
                    <a:pt x="2632" y="5879"/>
                  </a:lnTo>
                  <a:lnTo>
                    <a:pt x="2632" y="5879"/>
                  </a:lnTo>
                  <a:lnTo>
                    <a:pt x="1480" y="8091"/>
                  </a:lnTo>
                  <a:lnTo>
                    <a:pt x="3535" y="6690"/>
                  </a:lnTo>
                  <a:lnTo>
                    <a:pt x="3653" y="9178"/>
                  </a:lnTo>
                  <a:lnTo>
                    <a:pt x="4727" y="6926"/>
                  </a:lnTo>
                  <a:lnTo>
                    <a:pt x="6075" y="9034"/>
                  </a:lnTo>
                  <a:lnTo>
                    <a:pt x="5879" y="6546"/>
                  </a:lnTo>
                  <a:lnTo>
                    <a:pt x="8091" y="7685"/>
                  </a:lnTo>
                  <a:lnTo>
                    <a:pt x="6677" y="5630"/>
                  </a:lnTo>
                  <a:lnTo>
                    <a:pt x="9178" y="5525"/>
                  </a:lnTo>
                  <a:lnTo>
                    <a:pt x="6926" y="4452"/>
                  </a:lnTo>
                  <a:lnTo>
                    <a:pt x="9021" y="3103"/>
                  </a:lnTo>
                  <a:lnTo>
                    <a:pt x="9021" y="3103"/>
                  </a:lnTo>
                  <a:lnTo>
                    <a:pt x="6533" y="3300"/>
                  </a:lnTo>
                  <a:lnTo>
                    <a:pt x="7685" y="1087"/>
                  </a:lnTo>
                  <a:lnTo>
                    <a:pt x="5630" y="2501"/>
                  </a:lnTo>
                  <a:lnTo>
                    <a:pt x="551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42">
              <a:extLst>
                <a:ext uri="{FF2B5EF4-FFF2-40B4-BE49-F238E27FC236}">
                  <a16:creationId xmlns:a16="http://schemas.microsoft.com/office/drawing/2014/main" id="{014FC730-D4DF-569A-9DB2-1B83C96237CD}"/>
                </a:ext>
              </a:extLst>
            </p:cNvPr>
            <p:cNvSpPr/>
            <p:nvPr/>
          </p:nvSpPr>
          <p:spPr>
            <a:xfrm>
              <a:off x="4331050" y="1887850"/>
              <a:ext cx="494600" cy="391800"/>
            </a:xfrm>
            <a:custGeom>
              <a:avLst/>
              <a:gdLst/>
              <a:ahLst/>
              <a:cxnLst/>
              <a:rect l="l" t="t" r="r" b="b"/>
              <a:pathLst>
                <a:path w="19784" h="15672" extrusionOk="0">
                  <a:moveTo>
                    <a:pt x="1" y="0"/>
                  </a:moveTo>
                  <a:lnTo>
                    <a:pt x="1" y="15671"/>
                  </a:lnTo>
                  <a:lnTo>
                    <a:pt x="19783" y="15671"/>
                  </a:lnTo>
                  <a:lnTo>
                    <a:pt x="197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42">
              <a:extLst>
                <a:ext uri="{FF2B5EF4-FFF2-40B4-BE49-F238E27FC236}">
                  <a16:creationId xmlns:a16="http://schemas.microsoft.com/office/drawing/2014/main" id="{08681D81-3698-8F70-B48B-610826943FAD}"/>
                </a:ext>
              </a:extLst>
            </p:cNvPr>
            <p:cNvSpPr/>
            <p:nvPr/>
          </p:nvSpPr>
          <p:spPr>
            <a:xfrm>
              <a:off x="4306825" y="1886200"/>
              <a:ext cx="494925" cy="391800"/>
            </a:xfrm>
            <a:custGeom>
              <a:avLst/>
              <a:gdLst/>
              <a:ahLst/>
              <a:cxnLst/>
              <a:rect l="l" t="t" r="r" b="b"/>
              <a:pathLst>
                <a:path w="19797" h="15672" extrusionOk="0">
                  <a:moveTo>
                    <a:pt x="1" y="1"/>
                  </a:moveTo>
                  <a:lnTo>
                    <a:pt x="1" y="15672"/>
                  </a:lnTo>
                  <a:lnTo>
                    <a:pt x="19796" y="15672"/>
                  </a:lnTo>
                  <a:lnTo>
                    <a:pt x="1979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42">
              <a:extLst>
                <a:ext uri="{FF2B5EF4-FFF2-40B4-BE49-F238E27FC236}">
                  <a16:creationId xmlns:a16="http://schemas.microsoft.com/office/drawing/2014/main" id="{F93D214E-BDE3-A795-F2D4-26DB97865220}"/>
                </a:ext>
              </a:extLst>
            </p:cNvPr>
            <p:cNvSpPr/>
            <p:nvPr/>
          </p:nvSpPr>
          <p:spPr>
            <a:xfrm>
              <a:off x="4303900" y="2079650"/>
              <a:ext cx="525000" cy="7875"/>
            </a:xfrm>
            <a:custGeom>
              <a:avLst/>
              <a:gdLst/>
              <a:ahLst/>
              <a:cxnLst/>
              <a:rect l="l" t="t" r="r" b="b"/>
              <a:pathLst>
                <a:path w="21000" h="315" extrusionOk="0">
                  <a:moveTo>
                    <a:pt x="0" y="0"/>
                  </a:moveTo>
                  <a:lnTo>
                    <a:pt x="0" y="209"/>
                  </a:lnTo>
                  <a:lnTo>
                    <a:pt x="21000" y="314"/>
                  </a:lnTo>
                  <a:lnTo>
                    <a:pt x="21000" y="105"/>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42">
              <a:extLst>
                <a:ext uri="{FF2B5EF4-FFF2-40B4-BE49-F238E27FC236}">
                  <a16:creationId xmlns:a16="http://schemas.microsoft.com/office/drawing/2014/main" id="{80278853-6795-60C0-A707-A22296759A92}"/>
                </a:ext>
              </a:extLst>
            </p:cNvPr>
            <p:cNvSpPr/>
            <p:nvPr/>
          </p:nvSpPr>
          <p:spPr>
            <a:xfrm>
              <a:off x="4552975" y="1883250"/>
              <a:ext cx="4925" cy="408500"/>
            </a:xfrm>
            <a:custGeom>
              <a:avLst/>
              <a:gdLst/>
              <a:ahLst/>
              <a:cxnLst/>
              <a:rect l="l" t="t" r="r" b="b"/>
              <a:pathLst>
                <a:path w="197" h="16340" extrusionOk="0">
                  <a:moveTo>
                    <a:pt x="0" y="1"/>
                  </a:moveTo>
                  <a:lnTo>
                    <a:pt x="0" y="16340"/>
                  </a:lnTo>
                  <a:lnTo>
                    <a:pt x="197" y="16340"/>
                  </a:lnTo>
                  <a:lnTo>
                    <a:pt x="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42">
              <a:extLst>
                <a:ext uri="{FF2B5EF4-FFF2-40B4-BE49-F238E27FC236}">
                  <a16:creationId xmlns:a16="http://schemas.microsoft.com/office/drawing/2014/main" id="{01E0649F-957A-A0CB-941E-5EC0941BD2C8}"/>
                </a:ext>
              </a:extLst>
            </p:cNvPr>
            <p:cNvSpPr/>
            <p:nvPr/>
          </p:nvSpPr>
          <p:spPr>
            <a:xfrm>
              <a:off x="4528425" y="2071775"/>
              <a:ext cx="50900" cy="55025"/>
            </a:xfrm>
            <a:custGeom>
              <a:avLst/>
              <a:gdLst/>
              <a:ahLst/>
              <a:cxnLst/>
              <a:rect l="l" t="t" r="r" b="b"/>
              <a:pathLst>
                <a:path w="2036" h="2201" extrusionOk="0">
                  <a:moveTo>
                    <a:pt x="1061" y="1"/>
                  </a:moveTo>
                  <a:lnTo>
                    <a:pt x="969" y="328"/>
                  </a:lnTo>
                  <a:cubicBezTo>
                    <a:pt x="773" y="970"/>
                    <a:pt x="445" y="1559"/>
                    <a:pt x="0" y="2056"/>
                  </a:cubicBezTo>
                  <a:lnTo>
                    <a:pt x="157" y="2200"/>
                  </a:lnTo>
                  <a:cubicBezTo>
                    <a:pt x="550" y="1755"/>
                    <a:pt x="864" y="1231"/>
                    <a:pt x="1074" y="669"/>
                  </a:cubicBezTo>
                  <a:cubicBezTo>
                    <a:pt x="1283" y="1153"/>
                    <a:pt x="1545" y="1611"/>
                    <a:pt x="1859" y="2030"/>
                  </a:cubicBezTo>
                  <a:cubicBezTo>
                    <a:pt x="1886" y="2082"/>
                    <a:pt x="1925" y="2109"/>
                    <a:pt x="1977" y="2122"/>
                  </a:cubicBezTo>
                  <a:lnTo>
                    <a:pt x="2017" y="1925"/>
                  </a:lnTo>
                  <a:cubicBezTo>
                    <a:pt x="2025" y="1925"/>
                    <a:pt x="2034" y="1931"/>
                    <a:pt x="2035" y="1931"/>
                  </a:cubicBezTo>
                  <a:cubicBezTo>
                    <a:pt x="2035" y="1931"/>
                    <a:pt x="2034" y="1930"/>
                    <a:pt x="2030" y="1925"/>
                  </a:cubicBezTo>
                  <a:cubicBezTo>
                    <a:pt x="1689" y="1428"/>
                    <a:pt x="1349" y="904"/>
                    <a:pt x="1166" y="328"/>
                  </a:cubicBezTo>
                  <a:lnTo>
                    <a:pt x="10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42">
              <a:extLst>
                <a:ext uri="{FF2B5EF4-FFF2-40B4-BE49-F238E27FC236}">
                  <a16:creationId xmlns:a16="http://schemas.microsoft.com/office/drawing/2014/main" id="{5F72EF9F-5631-6A5D-94E1-F01F13556A6E}"/>
                </a:ext>
              </a:extLst>
            </p:cNvPr>
            <p:cNvSpPr/>
            <p:nvPr/>
          </p:nvSpPr>
          <p:spPr>
            <a:xfrm>
              <a:off x="4553625" y="2018400"/>
              <a:ext cx="76275" cy="63875"/>
            </a:xfrm>
            <a:custGeom>
              <a:avLst/>
              <a:gdLst/>
              <a:ahLst/>
              <a:cxnLst/>
              <a:rect l="l" t="t" r="r" b="b"/>
              <a:pathLst>
                <a:path w="3051" h="2555" extrusionOk="0">
                  <a:moveTo>
                    <a:pt x="2287" y="201"/>
                  </a:moveTo>
                  <a:cubicBezTo>
                    <a:pt x="2390" y="201"/>
                    <a:pt x="2491" y="234"/>
                    <a:pt x="2580" y="316"/>
                  </a:cubicBezTo>
                  <a:cubicBezTo>
                    <a:pt x="2841" y="552"/>
                    <a:pt x="2658" y="971"/>
                    <a:pt x="2514" y="1154"/>
                  </a:cubicBezTo>
                  <a:cubicBezTo>
                    <a:pt x="2056" y="1769"/>
                    <a:pt x="1100" y="2345"/>
                    <a:pt x="302" y="2345"/>
                  </a:cubicBezTo>
                  <a:lnTo>
                    <a:pt x="262" y="2345"/>
                  </a:lnTo>
                  <a:cubicBezTo>
                    <a:pt x="341" y="2254"/>
                    <a:pt x="432" y="2123"/>
                    <a:pt x="537" y="1939"/>
                  </a:cubicBezTo>
                  <a:cubicBezTo>
                    <a:pt x="577" y="1887"/>
                    <a:pt x="603" y="1835"/>
                    <a:pt x="629" y="1822"/>
                  </a:cubicBezTo>
                  <a:cubicBezTo>
                    <a:pt x="734" y="1664"/>
                    <a:pt x="838" y="1520"/>
                    <a:pt x="930" y="1376"/>
                  </a:cubicBezTo>
                  <a:cubicBezTo>
                    <a:pt x="1061" y="1180"/>
                    <a:pt x="1205" y="984"/>
                    <a:pt x="1349" y="800"/>
                  </a:cubicBezTo>
                  <a:cubicBezTo>
                    <a:pt x="1388" y="761"/>
                    <a:pt x="1427" y="709"/>
                    <a:pt x="1480" y="643"/>
                  </a:cubicBezTo>
                  <a:cubicBezTo>
                    <a:pt x="1570" y="553"/>
                    <a:pt x="1945" y="201"/>
                    <a:pt x="2287" y="201"/>
                  </a:cubicBezTo>
                  <a:close/>
                  <a:moveTo>
                    <a:pt x="2297" y="1"/>
                  </a:moveTo>
                  <a:cubicBezTo>
                    <a:pt x="1969" y="1"/>
                    <a:pt x="1613" y="235"/>
                    <a:pt x="1336" y="512"/>
                  </a:cubicBezTo>
                  <a:cubicBezTo>
                    <a:pt x="1283" y="565"/>
                    <a:pt x="1231" y="617"/>
                    <a:pt x="1179" y="683"/>
                  </a:cubicBezTo>
                  <a:cubicBezTo>
                    <a:pt x="1035" y="866"/>
                    <a:pt x="904" y="1062"/>
                    <a:pt x="773" y="1259"/>
                  </a:cubicBezTo>
                  <a:cubicBezTo>
                    <a:pt x="668" y="1403"/>
                    <a:pt x="563" y="1547"/>
                    <a:pt x="459" y="1691"/>
                  </a:cubicBezTo>
                  <a:cubicBezTo>
                    <a:pt x="446" y="1717"/>
                    <a:pt x="406" y="1769"/>
                    <a:pt x="367" y="1835"/>
                  </a:cubicBezTo>
                  <a:cubicBezTo>
                    <a:pt x="262" y="2018"/>
                    <a:pt x="144" y="2175"/>
                    <a:pt x="0" y="2332"/>
                  </a:cubicBezTo>
                  <a:cubicBezTo>
                    <a:pt x="7" y="2326"/>
                    <a:pt x="14" y="2322"/>
                    <a:pt x="20" y="2322"/>
                  </a:cubicBezTo>
                  <a:cubicBezTo>
                    <a:pt x="27" y="2322"/>
                    <a:pt x="33" y="2326"/>
                    <a:pt x="40" y="2332"/>
                  </a:cubicBezTo>
                  <a:lnTo>
                    <a:pt x="0" y="2529"/>
                  </a:lnTo>
                  <a:cubicBezTo>
                    <a:pt x="105" y="2542"/>
                    <a:pt x="197" y="2555"/>
                    <a:pt x="302" y="2555"/>
                  </a:cubicBezTo>
                  <a:cubicBezTo>
                    <a:pt x="1192" y="2555"/>
                    <a:pt x="2187" y="1939"/>
                    <a:pt x="2684" y="1285"/>
                  </a:cubicBezTo>
                  <a:cubicBezTo>
                    <a:pt x="2933" y="958"/>
                    <a:pt x="3051" y="460"/>
                    <a:pt x="2724" y="172"/>
                  </a:cubicBezTo>
                  <a:cubicBezTo>
                    <a:pt x="2595" y="52"/>
                    <a:pt x="2449" y="1"/>
                    <a:pt x="22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42">
              <a:extLst>
                <a:ext uri="{FF2B5EF4-FFF2-40B4-BE49-F238E27FC236}">
                  <a16:creationId xmlns:a16="http://schemas.microsoft.com/office/drawing/2014/main" id="{CC75A20C-52B0-2F04-BEF0-F2AC312E4308}"/>
                </a:ext>
              </a:extLst>
            </p:cNvPr>
            <p:cNvSpPr/>
            <p:nvPr/>
          </p:nvSpPr>
          <p:spPr>
            <a:xfrm>
              <a:off x="4486850" y="2007775"/>
              <a:ext cx="72375" cy="76475"/>
            </a:xfrm>
            <a:custGeom>
              <a:avLst/>
              <a:gdLst/>
              <a:ahLst/>
              <a:cxnLst/>
              <a:rect l="l" t="t" r="r" b="b"/>
              <a:pathLst>
                <a:path w="2895" h="3059" extrusionOk="0">
                  <a:moveTo>
                    <a:pt x="821" y="200"/>
                  </a:moveTo>
                  <a:cubicBezTo>
                    <a:pt x="1018" y="200"/>
                    <a:pt x="1221" y="285"/>
                    <a:pt x="1362" y="401"/>
                  </a:cubicBezTo>
                  <a:cubicBezTo>
                    <a:pt x="1611" y="636"/>
                    <a:pt x="1807" y="924"/>
                    <a:pt x="1925" y="1252"/>
                  </a:cubicBezTo>
                  <a:cubicBezTo>
                    <a:pt x="1991" y="1396"/>
                    <a:pt x="2069" y="1540"/>
                    <a:pt x="2161" y="1710"/>
                  </a:cubicBezTo>
                  <a:cubicBezTo>
                    <a:pt x="2357" y="2063"/>
                    <a:pt x="2527" y="2443"/>
                    <a:pt x="2645" y="2836"/>
                  </a:cubicBezTo>
                  <a:cubicBezTo>
                    <a:pt x="2462" y="2783"/>
                    <a:pt x="2292" y="2718"/>
                    <a:pt x="2122" y="2626"/>
                  </a:cubicBezTo>
                  <a:cubicBezTo>
                    <a:pt x="2043" y="2574"/>
                    <a:pt x="1964" y="2535"/>
                    <a:pt x="1899" y="2508"/>
                  </a:cubicBezTo>
                  <a:cubicBezTo>
                    <a:pt x="1336" y="2273"/>
                    <a:pt x="655" y="1906"/>
                    <a:pt x="367" y="1291"/>
                  </a:cubicBezTo>
                  <a:cubicBezTo>
                    <a:pt x="210" y="964"/>
                    <a:pt x="210" y="505"/>
                    <a:pt x="498" y="296"/>
                  </a:cubicBezTo>
                  <a:cubicBezTo>
                    <a:pt x="594" y="229"/>
                    <a:pt x="706" y="200"/>
                    <a:pt x="821" y="200"/>
                  </a:cubicBezTo>
                  <a:close/>
                  <a:moveTo>
                    <a:pt x="835" y="0"/>
                  </a:moveTo>
                  <a:cubicBezTo>
                    <a:pt x="680" y="0"/>
                    <a:pt x="527" y="41"/>
                    <a:pt x="393" y="139"/>
                  </a:cubicBezTo>
                  <a:cubicBezTo>
                    <a:pt x="1" y="401"/>
                    <a:pt x="1" y="977"/>
                    <a:pt x="184" y="1383"/>
                  </a:cubicBezTo>
                  <a:cubicBezTo>
                    <a:pt x="498" y="2063"/>
                    <a:pt x="1218" y="2443"/>
                    <a:pt x="1820" y="2705"/>
                  </a:cubicBezTo>
                  <a:cubicBezTo>
                    <a:pt x="1886" y="2731"/>
                    <a:pt x="1951" y="2757"/>
                    <a:pt x="2030" y="2810"/>
                  </a:cubicBezTo>
                  <a:cubicBezTo>
                    <a:pt x="2252" y="2940"/>
                    <a:pt x="2501" y="3019"/>
                    <a:pt x="2750" y="3058"/>
                  </a:cubicBezTo>
                  <a:lnTo>
                    <a:pt x="2789" y="3058"/>
                  </a:lnTo>
                  <a:lnTo>
                    <a:pt x="2894" y="3045"/>
                  </a:lnTo>
                  <a:lnTo>
                    <a:pt x="2881" y="2940"/>
                  </a:lnTo>
                  <a:cubicBezTo>
                    <a:pt x="2763" y="2469"/>
                    <a:pt x="2580" y="2024"/>
                    <a:pt x="2344" y="1605"/>
                  </a:cubicBezTo>
                  <a:cubicBezTo>
                    <a:pt x="2266" y="1461"/>
                    <a:pt x="2187" y="1304"/>
                    <a:pt x="2122" y="1160"/>
                  </a:cubicBezTo>
                  <a:cubicBezTo>
                    <a:pt x="1991" y="806"/>
                    <a:pt x="1781" y="492"/>
                    <a:pt x="1506" y="244"/>
                  </a:cubicBezTo>
                  <a:cubicBezTo>
                    <a:pt x="1323" y="100"/>
                    <a:pt x="1077" y="0"/>
                    <a:pt x="8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1" name="Google Shape;751;p42">
            <a:extLst>
              <a:ext uri="{FF2B5EF4-FFF2-40B4-BE49-F238E27FC236}">
                <a16:creationId xmlns:a16="http://schemas.microsoft.com/office/drawing/2014/main" id="{C26AAB25-F836-135C-5869-96B7FBCBBC5F}"/>
              </a:ext>
            </a:extLst>
          </p:cNvPr>
          <p:cNvGrpSpPr/>
          <p:nvPr/>
        </p:nvGrpSpPr>
        <p:grpSpPr>
          <a:xfrm>
            <a:off x="8165317" y="170710"/>
            <a:ext cx="870083" cy="870083"/>
            <a:chOff x="2429425" y="1984725"/>
            <a:chExt cx="239600" cy="239600"/>
          </a:xfrm>
        </p:grpSpPr>
        <p:sp>
          <p:nvSpPr>
            <p:cNvPr id="752" name="Google Shape;752;p42">
              <a:extLst>
                <a:ext uri="{FF2B5EF4-FFF2-40B4-BE49-F238E27FC236}">
                  <a16:creationId xmlns:a16="http://schemas.microsoft.com/office/drawing/2014/main" id="{31BBBA05-4271-1940-0DD5-2E34B4ED2A85}"/>
                </a:ext>
              </a:extLst>
            </p:cNvPr>
            <p:cNvSpPr/>
            <p:nvPr/>
          </p:nvSpPr>
          <p:spPr>
            <a:xfrm>
              <a:off x="2429425" y="1984725"/>
              <a:ext cx="239600" cy="239600"/>
            </a:xfrm>
            <a:custGeom>
              <a:avLst/>
              <a:gdLst/>
              <a:ahLst/>
              <a:cxnLst/>
              <a:rect l="l" t="t" r="r" b="b"/>
              <a:pathLst>
                <a:path w="9584" h="9584" extrusionOk="0">
                  <a:moveTo>
                    <a:pt x="3771" y="0"/>
                  </a:moveTo>
                  <a:lnTo>
                    <a:pt x="3679" y="2606"/>
                  </a:lnTo>
                  <a:lnTo>
                    <a:pt x="1519" y="1152"/>
                  </a:lnTo>
                  <a:lnTo>
                    <a:pt x="2736" y="3457"/>
                  </a:lnTo>
                  <a:lnTo>
                    <a:pt x="131" y="3273"/>
                  </a:lnTo>
                  <a:lnTo>
                    <a:pt x="2344" y="4661"/>
                  </a:lnTo>
                  <a:lnTo>
                    <a:pt x="0" y="5813"/>
                  </a:lnTo>
                  <a:lnTo>
                    <a:pt x="2606" y="5905"/>
                  </a:lnTo>
                  <a:lnTo>
                    <a:pt x="1152" y="8065"/>
                  </a:lnTo>
                  <a:lnTo>
                    <a:pt x="1152" y="8065"/>
                  </a:lnTo>
                  <a:lnTo>
                    <a:pt x="3457" y="6847"/>
                  </a:lnTo>
                  <a:lnTo>
                    <a:pt x="3273" y="9453"/>
                  </a:lnTo>
                  <a:lnTo>
                    <a:pt x="4661" y="7240"/>
                  </a:lnTo>
                  <a:lnTo>
                    <a:pt x="5813" y="9584"/>
                  </a:lnTo>
                  <a:lnTo>
                    <a:pt x="5905" y="6978"/>
                  </a:lnTo>
                  <a:lnTo>
                    <a:pt x="8065" y="8432"/>
                  </a:lnTo>
                  <a:lnTo>
                    <a:pt x="6847" y="6127"/>
                  </a:lnTo>
                  <a:lnTo>
                    <a:pt x="9453" y="6311"/>
                  </a:lnTo>
                  <a:lnTo>
                    <a:pt x="7240" y="4923"/>
                  </a:lnTo>
                  <a:lnTo>
                    <a:pt x="9584" y="3771"/>
                  </a:lnTo>
                  <a:lnTo>
                    <a:pt x="6978" y="3679"/>
                  </a:lnTo>
                  <a:lnTo>
                    <a:pt x="8432" y="1519"/>
                  </a:lnTo>
                  <a:lnTo>
                    <a:pt x="6127" y="2737"/>
                  </a:lnTo>
                  <a:lnTo>
                    <a:pt x="6127" y="2737"/>
                  </a:lnTo>
                  <a:lnTo>
                    <a:pt x="6311" y="131"/>
                  </a:lnTo>
                  <a:lnTo>
                    <a:pt x="4923" y="2344"/>
                  </a:lnTo>
                  <a:lnTo>
                    <a:pt x="377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42">
              <a:extLst>
                <a:ext uri="{FF2B5EF4-FFF2-40B4-BE49-F238E27FC236}">
                  <a16:creationId xmlns:a16="http://schemas.microsoft.com/office/drawing/2014/main" id="{98AD4EBE-D406-6F27-41F9-F2BE568946ED}"/>
                </a:ext>
              </a:extLst>
            </p:cNvPr>
            <p:cNvSpPr/>
            <p:nvPr/>
          </p:nvSpPr>
          <p:spPr>
            <a:xfrm>
              <a:off x="2543993" y="2064079"/>
              <a:ext cx="17050" cy="80875"/>
            </a:xfrm>
            <a:custGeom>
              <a:avLst/>
              <a:gdLst/>
              <a:ahLst/>
              <a:cxnLst/>
              <a:rect l="l" t="t" r="r" b="b"/>
              <a:pathLst>
                <a:path w="682" h="3235" extrusionOk="0">
                  <a:moveTo>
                    <a:pt x="66" y="1"/>
                  </a:moveTo>
                  <a:lnTo>
                    <a:pt x="131" y="2266"/>
                  </a:lnTo>
                  <a:lnTo>
                    <a:pt x="459" y="2266"/>
                  </a:lnTo>
                  <a:lnTo>
                    <a:pt x="524" y="1"/>
                  </a:lnTo>
                  <a:close/>
                  <a:moveTo>
                    <a:pt x="288" y="2645"/>
                  </a:moveTo>
                  <a:cubicBezTo>
                    <a:pt x="131" y="2645"/>
                    <a:pt x="0" y="2789"/>
                    <a:pt x="13" y="2946"/>
                  </a:cubicBezTo>
                  <a:cubicBezTo>
                    <a:pt x="0" y="3103"/>
                    <a:pt x="131" y="3234"/>
                    <a:pt x="288" y="3234"/>
                  </a:cubicBezTo>
                  <a:cubicBezTo>
                    <a:pt x="681" y="3234"/>
                    <a:pt x="681" y="2645"/>
                    <a:pt x="288" y="264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TextBox 6">
            <a:extLst>
              <a:ext uri="{FF2B5EF4-FFF2-40B4-BE49-F238E27FC236}">
                <a16:creationId xmlns:a16="http://schemas.microsoft.com/office/drawing/2014/main" id="{16F8DB48-424F-7F23-AC98-CA63632B4CC8}"/>
              </a:ext>
            </a:extLst>
          </p:cNvPr>
          <p:cNvSpPr txBox="1"/>
          <p:nvPr/>
        </p:nvSpPr>
        <p:spPr>
          <a:xfrm>
            <a:off x="1514315" y="781610"/>
            <a:ext cx="6650450" cy="33239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n-US">
                <a:latin typeface="Roboto"/>
              </a:rPr>
              <a:t>Both in-store and online sales followed similar monthly trends in 2021, </a:t>
            </a:r>
            <a:r>
              <a:rPr lang="en-US" b="1">
                <a:latin typeface="Roboto"/>
              </a:rPr>
              <a:t>suggesting shared</a:t>
            </a:r>
            <a:r>
              <a:rPr lang="en-US">
                <a:latin typeface="Roboto"/>
              </a:rPr>
              <a:t> seasonal influences (e.g., promotions, holidays).</a:t>
            </a:r>
          </a:p>
          <a:p>
            <a:pPr marL="285750" indent="-285750">
              <a:buChar char="•"/>
            </a:pPr>
            <a:endParaRPr lang="en-US">
              <a:latin typeface="Roboto"/>
            </a:endParaRPr>
          </a:p>
          <a:p>
            <a:pPr marL="285750" indent="-285750">
              <a:buChar char="•"/>
            </a:pPr>
            <a:r>
              <a:rPr lang="en-US">
                <a:latin typeface="Roboto"/>
              </a:rPr>
              <a:t>In-store sales consistently </a:t>
            </a:r>
            <a:r>
              <a:rPr lang="en-US" b="1">
                <a:latin typeface="Roboto"/>
              </a:rPr>
              <a:t>outperformed</a:t>
            </a:r>
            <a:r>
              <a:rPr lang="en-US">
                <a:latin typeface="Roboto"/>
              </a:rPr>
              <a:t> online sales, indicating a stronger customer preference or operational presence in physical retail.</a:t>
            </a:r>
          </a:p>
          <a:p>
            <a:pPr marL="285750" indent="-285750">
              <a:buChar char="•"/>
            </a:pPr>
            <a:endParaRPr lang="en-US">
              <a:latin typeface="Roboto"/>
            </a:endParaRPr>
          </a:p>
          <a:p>
            <a:pPr marL="285750" indent="-285750">
              <a:buChar char="•"/>
            </a:pPr>
            <a:r>
              <a:rPr lang="en-US">
                <a:latin typeface="Roboto"/>
              </a:rPr>
              <a:t>The gap between the two channels remained narrow throughout the year, highlighting the importance of maintaining a </a:t>
            </a:r>
            <a:r>
              <a:rPr lang="en-US" b="1">
                <a:latin typeface="Roboto"/>
              </a:rPr>
              <a:t>balanced omnichannel</a:t>
            </a:r>
            <a:r>
              <a:rPr lang="en-US">
                <a:latin typeface="Roboto"/>
              </a:rPr>
              <a:t> strategy.</a:t>
            </a:r>
          </a:p>
          <a:p>
            <a:pPr marL="285750" indent="-285750">
              <a:buChar char="•"/>
            </a:pPr>
            <a:endParaRPr lang="en-US">
              <a:latin typeface="Roboto"/>
            </a:endParaRPr>
          </a:p>
          <a:p>
            <a:pPr marL="285750" indent="-285750">
              <a:buChar char="•"/>
            </a:pPr>
            <a:r>
              <a:rPr lang="en-US">
                <a:latin typeface="Roboto"/>
              </a:rPr>
              <a:t>When a projected growth rate (e.g., 5% or 10%) is applied, both channels show proportional increases, with peak months seeing the highest projected gains.</a:t>
            </a:r>
          </a:p>
          <a:p>
            <a:pPr marL="285750" indent="-285750">
              <a:buChar char="•"/>
            </a:pPr>
            <a:endParaRPr lang="en-US">
              <a:latin typeface="Roboto"/>
            </a:endParaRPr>
          </a:p>
          <a:p>
            <a:pPr marL="285750" indent="-285750">
              <a:buChar char="•"/>
            </a:pPr>
            <a:r>
              <a:rPr lang="en-US">
                <a:latin typeface="Roboto"/>
              </a:rPr>
              <a:t>This suggests that future growth is likely to scale with existing sales patterns, reinforcing the value of using historical data for forecasting.</a:t>
            </a:r>
          </a:p>
          <a:p>
            <a:pPr algn="l"/>
            <a:endParaRPr lang="en-US">
              <a:latin typeface="Roboto"/>
            </a:endParaRPr>
          </a:p>
        </p:txBody>
      </p:sp>
      <p:sp>
        <p:nvSpPr>
          <p:cNvPr id="8" name="TextBox 7">
            <a:extLst>
              <a:ext uri="{FF2B5EF4-FFF2-40B4-BE49-F238E27FC236}">
                <a16:creationId xmlns:a16="http://schemas.microsoft.com/office/drawing/2014/main" id="{FED160A6-0637-49CC-4104-AF982D2B5FB5}"/>
              </a:ext>
            </a:extLst>
          </p:cNvPr>
          <p:cNvSpPr txBox="1"/>
          <p:nvPr/>
        </p:nvSpPr>
        <p:spPr>
          <a:xfrm>
            <a:off x="2932018" y="227799"/>
            <a:ext cx="516255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chemeClr val="accent2"/>
                </a:solidFill>
                <a:latin typeface="Roboto"/>
              </a:rPr>
              <a:t>Conclusion: Answer to Question 1</a:t>
            </a:r>
          </a:p>
        </p:txBody>
      </p:sp>
    </p:spTree>
    <p:extLst>
      <p:ext uri="{BB962C8B-B14F-4D97-AF65-F5344CB8AC3E}">
        <p14:creationId xmlns:p14="http://schemas.microsoft.com/office/powerpoint/2010/main" val="16016906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01">
          <a:extLst>
            <a:ext uri="{FF2B5EF4-FFF2-40B4-BE49-F238E27FC236}">
              <a16:creationId xmlns:a16="http://schemas.microsoft.com/office/drawing/2014/main" id="{1F09DD94-4B34-710F-4313-554FC43EF68A}"/>
            </a:ext>
          </a:extLst>
        </p:cNvPr>
        <p:cNvGrpSpPr/>
        <p:nvPr/>
      </p:nvGrpSpPr>
      <p:grpSpPr>
        <a:xfrm>
          <a:off x="0" y="0"/>
          <a:ext cx="0" cy="0"/>
          <a:chOff x="0" y="0"/>
          <a:chExt cx="0" cy="0"/>
        </a:xfrm>
      </p:grpSpPr>
      <p:sp>
        <p:nvSpPr>
          <p:cNvPr id="1003" name="Google Shape;1003;p38">
            <a:extLst>
              <a:ext uri="{FF2B5EF4-FFF2-40B4-BE49-F238E27FC236}">
                <a16:creationId xmlns:a16="http://schemas.microsoft.com/office/drawing/2014/main" id="{10C786CC-B0B3-0141-7751-E9096B107D38}"/>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29</a:t>
            </a:fld>
            <a:endParaRPr b="1">
              <a:latin typeface="Open Sans"/>
              <a:ea typeface="Open Sans"/>
              <a:cs typeface="Open Sans"/>
              <a:sym typeface="Open Sans"/>
            </a:endParaRPr>
          </a:p>
        </p:txBody>
      </p:sp>
      <p:sp>
        <p:nvSpPr>
          <p:cNvPr id="3" name="Rectangle 2">
            <a:extLst>
              <a:ext uri="{FF2B5EF4-FFF2-40B4-BE49-F238E27FC236}">
                <a16:creationId xmlns:a16="http://schemas.microsoft.com/office/drawing/2014/main" id="{F1EBBAB4-9B05-51EA-420F-97DFB85D1946}"/>
              </a:ext>
            </a:extLst>
          </p:cNvPr>
          <p:cNvSpPr/>
          <p:nvPr/>
        </p:nvSpPr>
        <p:spPr>
          <a:xfrm>
            <a:off x="1425805" y="1192656"/>
            <a:ext cx="6534509" cy="2102688"/>
          </a:xfrm>
          <a:prstGeom prst="rect">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2" name="Google Shape;1002;p38">
            <a:extLst>
              <a:ext uri="{FF2B5EF4-FFF2-40B4-BE49-F238E27FC236}">
                <a16:creationId xmlns:a16="http://schemas.microsoft.com/office/drawing/2014/main" id="{2BCB2277-0D60-20FA-711A-6D1592D7EE1B}"/>
              </a:ext>
            </a:extLst>
          </p:cNvPr>
          <p:cNvSpPr txBox="1">
            <a:spLocks noGrp="1"/>
          </p:cNvSpPr>
          <p:nvPr>
            <p:ph type="title"/>
          </p:nvPr>
        </p:nvSpPr>
        <p:spPr>
          <a:xfrm>
            <a:off x="1741943" y="1417490"/>
            <a:ext cx="5760427" cy="1014803"/>
          </a:xfrm>
          <a:prstGeom prst="rect">
            <a:avLst/>
          </a:prstGeom>
        </p:spPr>
        <p:txBody>
          <a:bodyPr spcFirstLastPara="1" wrap="square" lIns="91425" tIns="91425" rIns="91425" bIns="91425" anchor="t" anchorCtr="0">
            <a:noAutofit/>
          </a:bodyPr>
          <a:lstStyle/>
          <a:p>
            <a:pPr algn="ctr"/>
            <a:r>
              <a:rPr lang="en" sz="4800">
                <a:solidFill>
                  <a:schemeClr val="bg1"/>
                </a:solidFill>
                <a:latin typeface="Lexend"/>
              </a:rPr>
              <a:t>BUSINESS UNDERSTANDING</a:t>
            </a:r>
          </a:p>
        </p:txBody>
      </p:sp>
      <p:sp>
        <p:nvSpPr>
          <p:cNvPr id="4" name="TextBox 3">
            <a:extLst>
              <a:ext uri="{FF2B5EF4-FFF2-40B4-BE49-F238E27FC236}">
                <a16:creationId xmlns:a16="http://schemas.microsoft.com/office/drawing/2014/main" id="{A9FC7A26-F73A-F9CB-BED1-A93CBAE28F1F}"/>
              </a:ext>
            </a:extLst>
          </p:cNvPr>
          <p:cNvSpPr txBox="1"/>
          <p:nvPr/>
        </p:nvSpPr>
        <p:spPr>
          <a:xfrm>
            <a:off x="3319778" y="3388006"/>
            <a:ext cx="407598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solidFill>
                  <a:schemeClr val="accent2"/>
                </a:solidFill>
                <a:latin typeface="Lexend"/>
              </a:rPr>
              <a:t>LOW LEVEL</a:t>
            </a:r>
          </a:p>
        </p:txBody>
      </p:sp>
    </p:spTree>
    <p:extLst>
      <p:ext uri="{BB962C8B-B14F-4D97-AF65-F5344CB8AC3E}">
        <p14:creationId xmlns:p14="http://schemas.microsoft.com/office/powerpoint/2010/main" val="750407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86">
          <a:extLst>
            <a:ext uri="{FF2B5EF4-FFF2-40B4-BE49-F238E27FC236}">
              <a16:creationId xmlns:a16="http://schemas.microsoft.com/office/drawing/2014/main" id="{6C94CFE5-6494-DC42-9EA4-05BC1795EA74}"/>
            </a:ext>
          </a:extLst>
        </p:cNvPr>
        <p:cNvGrpSpPr/>
        <p:nvPr/>
      </p:nvGrpSpPr>
      <p:grpSpPr>
        <a:xfrm>
          <a:off x="0" y="0"/>
          <a:ext cx="0" cy="0"/>
          <a:chOff x="0" y="0"/>
          <a:chExt cx="0" cy="0"/>
        </a:xfrm>
      </p:grpSpPr>
      <p:grpSp>
        <p:nvGrpSpPr>
          <p:cNvPr id="636" name="Google Shape;636;p39">
            <a:extLst>
              <a:ext uri="{FF2B5EF4-FFF2-40B4-BE49-F238E27FC236}">
                <a16:creationId xmlns:a16="http://schemas.microsoft.com/office/drawing/2014/main" id="{DC899A55-2154-F69E-D51C-FE533AFD714A}"/>
              </a:ext>
            </a:extLst>
          </p:cNvPr>
          <p:cNvGrpSpPr/>
          <p:nvPr/>
        </p:nvGrpSpPr>
        <p:grpSpPr>
          <a:xfrm>
            <a:off x="239496" y="1447289"/>
            <a:ext cx="2158642" cy="1865532"/>
            <a:chOff x="452825" y="2798300"/>
            <a:chExt cx="1105975" cy="955850"/>
          </a:xfrm>
        </p:grpSpPr>
        <p:sp>
          <p:nvSpPr>
            <p:cNvPr id="637" name="Google Shape;637;p39">
              <a:extLst>
                <a:ext uri="{FF2B5EF4-FFF2-40B4-BE49-F238E27FC236}">
                  <a16:creationId xmlns:a16="http://schemas.microsoft.com/office/drawing/2014/main" id="{EDDA419F-0FB7-7856-F598-09BE490F6E74}"/>
                </a:ext>
              </a:extLst>
            </p:cNvPr>
            <p:cNvSpPr/>
            <p:nvPr/>
          </p:nvSpPr>
          <p:spPr>
            <a:xfrm>
              <a:off x="605350" y="2893325"/>
              <a:ext cx="237000" cy="187550"/>
            </a:xfrm>
            <a:custGeom>
              <a:avLst/>
              <a:gdLst/>
              <a:ahLst/>
              <a:cxnLst/>
              <a:rect l="l" t="t" r="r" b="b"/>
              <a:pathLst>
                <a:path w="9480" h="7502" extrusionOk="0">
                  <a:moveTo>
                    <a:pt x="5093" y="0"/>
                  </a:moveTo>
                  <a:lnTo>
                    <a:pt x="0" y="26"/>
                  </a:lnTo>
                  <a:lnTo>
                    <a:pt x="0" y="262"/>
                  </a:lnTo>
                  <a:lnTo>
                    <a:pt x="5093" y="236"/>
                  </a:lnTo>
                  <a:lnTo>
                    <a:pt x="5119" y="236"/>
                  </a:lnTo>
                  <a:cubicBezTo>
                    <a:pt x="6874" y="236"/>
                    <a:pt x="8275" y="1453"/>
                    <a:pt x="8484" y="3155"/>
                  </a:cubicBezTo>
                  <a:lnTo>
                    <a:pt x="9244" y="7502"/>
                  </a:lnTo>
                  <a:lnTo>
                    <a:pt x="9479" y="7463"/>
                  </a:lnTo>
                  <a:lnTo>
                    <a:pt x="8720" y="3116"/>
                  </a:lnTo>
                  <a:cubicBezTo>
                    <a:pt x="8510" y="1309"/>
                    <a:pt x="6992" y="0"/>
                    <a:pt x="51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9">
              <a:extLst>
                <a:ext uri="{FF2B5EF4-FFF2-40B4-BE49-F238E27FC236}">
                  <a16:creationId xmlns:a16="http://schemas.microsoft.com/office/drawing/2014/main" id="{6AE21102-60D7-2B29-4243-E3A344E5E792}"/>
                </a:ext>
              </a:extLst>
            </p:cNvPr>
            <p:cNvSpPr/>
            <p:nvPr/>
          </p:nvSpPr>
          <p:spPr>
            <a:xfrm>
              <a:off x="1285150" y="2817050"/>
              <a:ext cx="273650" cy="273650"/>
            </a:xfrm>
            <a:custGeom>
              <a:avLst/>
              <a:gdLst/>
              <a:ahLst/>
              <a:cxnLst/>
              <a:rect l="l" t="t" r="r" b="b"/>
              <a:pathLst>
                <a:path w="10946" h="10946" extrusionOk="0">
                  <a:moveTo>
                    <a:pt x="4308" y="1"/>
                  </a:moveTo>
                  <a:lnTo>
                    <a:pt x="4203" y="2973"/>
                  </a:lnTo>
                  <a:lnTo>
                    <a:pt x="1729" y="1310"/>
                  </a:lnTo>
                  <a:lnTo>
                    <a:pt x="3130" y="3941"/>
                  </a:lnTo>
                  <a:lnTo>
                    <a:pt x="3130" y="3941"/>
                  </a:lnTo>
                  <a:lnTo>
                    <a:pt x="158" y="3732"/>
                  </a:lnTo>
                  <a:lnTo>
                    <a:pt x="158" y="3732"/>
                  </a:lnTo>
                  <a:lnTo>
                    <a:pt x="2685" y="5316"/>
                  </a:lnTo>
                  <a:lnTo>
                    <a:pt x="1" y="6625"/>
                  </a:lnTo>
                  <a:lnTo>
                    <a:pt x="2986" y="6743"/>
                  </a:lnTo>
                  <a:lnTo>
                    <a:pt x="1323" y="9217"/>
                  </a:lnTo>
                  <a:lnTo>
                    <a:pt x="3955" y="7817"/>
                  </a:lnTo>
                  <a:lnTo>
                    <a:pt x="3745" y="10789"/>
                  </a:lnTo>
                  <a:lnTo>
                    <a:pt x="5329" y="8262"/>
                  </a:lnTo>
                  <a:lnTo>
                    <a:pt x="6639" y="10946"/>
                  </a:lnTo>
                  <a:lnTo>
                    <a:pt x="6743" y="7961"/>
                  </a:lnTo>
                  <a:lnTo>
                    <a:pt x="9218" y="9623"/>
                  </a:lnTo>
                  <a:lnTo>
                    <a:pt x="9218" y="9623"/>
                  </a:lnTo>
                  <a:lnTo>
                    <a:pt x="7817" y="6992"/>
                  </a:lnTo>
                  <a:lnTo>
                    <a:pt x="10802" y="7201"/>
                  </a:lnTo>
                  <a:lnTo>
                    <a:pt x="8275" y="5617"/>
                  </a:lnTo>
                  <a:lnTo>
                    <a:pt x="10946" y="4308"/>
                  </a:lnTo>
                  <a:lnTo>
                    <a:pt x="7974" y="4203"/>
                  </a:lnTo>
                  <a:lnTo>
                    <a:pt x="9637" y="1729"/>
                  </a:lnTo>
                  <a:lnTo>
                    <a:pt x="9637" y="1729"/>
                  </a:lnTo>
                  <a:lnTo>
                    <a:pt x="7005" y="3117"/>
                  </a:lnTo>
                  <a:lnTo>
                    <a:pt x="7005" y="3117"/>
                  </a:lnTo>
                  <a:lnTo>
                    <a:pt x="7202" y="145"/>
                  </a:lnTo>
                  <a:lnTo>
                    <a:pt x="5617" y="2671"/>
                  </a:lnTo>
                  <a:lnTo>
                    <a:pt x="430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9">
              <a:extLst>
                <a:ext uri="{FF2B5EF4-FFF2-40B4-BE49-F238E27FC236}">
                  <a16:creationId xmlns:a16="http://schemas.microsoft.com/office/drawing/2014/main" id="{D4BAFF8B-E1CB-2B42-7361-0DA2B6786581}"/>
                </a:ext>
              </a:extLst>
            </p:cNvPr>
            <p:cNvSpPr/>
            <p:nvPr/>
          </p:nvSpPr>
          <p:spPr>
            <a:xfrm>
              <a:off x="1390824" y="2910151"/>
              <a:ext cx="73325" cy="83425"/>
            </a:xfrm>
            <a:custGeom>
              <a:avLst/>
              <a:gdLst/>
              <a:ahLst/>
              <a:cxnLst/>
              <a:rect l="l" t="t" r="r" b="b"/>
              <a:pathLst>
                <a:path w="2933" h="3337" extrusionOk="0">
                  <a:moveTo>
                    <a:pt x="1682" y="1"/>
                  </a:moveTo>
                  <a:cubicBezTo>
                    <a:pt x="1511" y="1"/>
                    <a:pt x="1337" y="33"/>
                    <a:pt x="1178" y="102"/>
                  </a:cubicBezTo>
                  <a:cubicBezTo>
                    <a:pt x="825" y="220"/>
                    <a:pt x="537" y="482"/>
                    <a:pt x="393" y="835"/>
                  </a:cubicBezTo>
                  <a:cubicBezTo>
                    <a:pt x="275" y="1123"/>
                    <a:pt x="249" y="1451"/>
                    <a:pt x="314" y="1765"/>
                  </a:cubicBezTo>
                  <a:lnTo>
                    <a:pt x="0" y="1883"/>
                  </a:lnTo>
                  <a:lnTo>
                    <a:pt x="92" y="2105"/>
                  </a:lnTo>
                  <a:lnTo>
                    <a:pt x="367" y="2000"/>
                  </a:lnTo>
                  <a:cubicBezTo>
                    <a:pt x="380" y="2079"/>
                    <a:pt x="406" y="2144"/>
                    <a:pt x="432" y="2223"/>
                  </a:cubicBezTo>
                  <a:cubicBezTo>
                    <a:pt x="445" y="2236"/>
                    <a:pt x="458" y="2262"/>
                    <a:pt x="458" y="2288"/>
                  </a:cubicBezTo>
                  <a:lnTo>
                    <a:pt x="197" y="2393"/>
                  </a:lnTo>
                  <a:lnTo>
                    <a:pt x="288" y="2616"/>
                  </a:lnTo>
                  <a:lnTo>
                    <a:pt x="576" y="2511"/>
                  </a:lnTo>
                  <a:cubicBezTo>
                    <a:pt x="707" y="2799"/>
                    <a:pt x="930" y="3035"/>
                    <a:pt x="1205" y="3179"/>
                  </a:cubicBezTo>
                  <a:cubicBezTo>
                    <a:pt x="1399" y="3283"/>
                    <a:pt x="1614" y="3337"/>
                    <a:pt x="1829" y="3337"/>
                  </a:cubicBezTo>
                  <a:cubicBezTo>
                    <a:pt x="1991" y="3337"/>
                    <a:pt x="2152" y="3306"/>
                    <a:pt x="2304" y="3244"/>
                  </a:cubicBezTo>
                  <a:cubicBezTo>
                    <a:pt x="2553" y="3152"/>
                    <a:pt x="2776" y="2995"/>
                    <a:pt x="2933" y="2786"/>
                  </a:cubicBezTo>
                  <a:lnTo>
                    <a:pt x="2750" y="2524"/>
                  </a:lnTo>
                  <a:cubicBezTo>
                    <a:pt x="2606" y="2681"/>
                    <a:pt x="2435" y="2812"/>
                    <a:pt x="2239" y="2891"/>
                  </a:cubicBezTo>
                  <a:cubicBezTo>
                    <a:pt x="2122" y="2934"/>
                    <a:pt x="2000" y="2956"/>
                    <a:pt x="1879" y="2956"/>
                  </a:cubicBezTo>
                  <a:cubicBezTo>
                    <a:pt x="1741" y="2956"/>
                    <a:pt x="1605" y="2927"/>
                    <a:pt x="1480" y="2864"/>
                  </a:cubicBezTo>
                  <a:cubicBezTo>
                    <a:pt x="1270" y="2747"/>
                    <a:pt x="1100" y="2563"/>
                    <a:pt x="982" y="2354"/>
                  </a:cubicBezTo>
                  <a:lnTo>
                    <a:pt x="2304" y="1856"/>
                  </a:lnTo>
                  <a:lnTo>
                    <a:pt x="2213" y="1634"/>
                  </a:lnTo>
                  <a:lnTo>
                    <a:pt x="864" y="2144"/>
                  </a:lnTo>
                  <a:lnTo>
                    <a:pt x="838" y="2053"/>
                  </a:lnTo>
                  <a:cubicBezTo>
                    <a:pt x="812" y="1987"/>
                    <a:pt x="786" y="1922"/>
                    <a:pt x="773" y="1856"/>
                  </a:cubicBezTo>
                  <a:lnTo>
                    <a:pt x="2108" y="1346"/>
                  </a:lnTo>
                  <a:lnTo>
                    <a:pt x="2029" y="1123"/>
                  </a:lnTo>
                  <a:lnTo>
                    <a:pt x="720" y="1608"/>
                  </a:lnTo>
                  <a:cubicBezTo>
                    <a:pt x="681" y="1372"/>
                    <a:pt x="694" y="1136"/>
                    <a:pt x="786" y="914"/>
                  </a:cubicBezTo>
                  <a:cubicBezTo>
                    <a:pt x="877" y="678"/>
                    <a:pt x="1074" y="508"/>
                    <a:pt x="1309" y="416"/>
                  </a:cubicBezTo>
                  <a:cubicBezTo>
                    <a:pt x="1434" y="372"/>
                    <a:pt x="1565" y="345"/>
                    <a:pt x="1693" y="345"/>
                  </a:cubicBezTo>
                  <a:cubicBezTo>
                    <a:pt x="1754" y="345"/>
                    <a:pt x="1814" y="351"/>
                    <a:pt x="1872" y="364"/>
                  </a:cubicBezTo>
                  <a:lnTo>
                    <a:pt x="1846" y="10"/>
                  </a:lnTo>
                  <a:cubicBezTo>
                    <a:pt x="1792" y="4"/>
                    <a:pt x="1737" y="1"/>
                    <a:pt x="16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9">
              <a:extLst>
                <a:ext uri="{FF2B5EF4-FFF2-40B4-BE49-F238E27FC236}">
                  <a16:creationId xmlns:a16="http://schemas.microsoft.com/office/drawing/2014/main" id="{65D12D9D-1BDD-9706-07AB-1ABDDAB8D045}"/>
                </a:ext>
              </a:extLst>
            </p:cNvPr>
            <p:cNvSpPr/>
            <p:nvPr/>
          </p:nvSpPr>
          <p:spPr>
            <a:xfrm>
              <a:off x="761475" y="3154175"/>
              <a:ext cx="539750" cy="271700"/>
            </a:xfrm>
            <a:custGeom>
              <a:avLst/>
              <a:gdLst/>
              <a:ahLst/>
              <a:cxnLst/>
              <a:rect l="l" t="t" r="r" b="b"/>
              <a:pathLst>
                <a:path w="21590" h="10868" extrusionOk="0">
                  <a:moveTo>
                    <a:pt x="0" y="1"/>
                  </a:moveTo>
                  <a:lnTo>
                    <a:pt x="1074" y="10867"/>
                  </a:lnTo>
                  <a:lnTo>
                    <a:pt x="21472" y="9558"/>
                  </a:lnTo>
                  <a:lnTo>
                    <a:pt x="21589"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9">
              <a:extLst>
                <a:ext uri="{FF2B5EF4-FFF2-40B4-BE49-F238E27FC236}">
                  <a16:creationId xmlns:a16="http://schemas.microsoft.com/office/drawing/2014/main" id="{A3DA31D9-D9DD-76F9-3710-C384DA78F226}"/>
                </a:ext>
              </a:extLst>
            </p:cNvPr>
            <p:cNvSpPr/>
            <p:nvPr/>
          </p:nvSpPr>
          <p:spPr>
            <a:xfrm>
              <a:off x="849525" y="2817050"/>
              <a:ext cx="420275" cy="450075"/>
            </a:xfrm>
            <a:custGeom>
              <a:avLst/>
              <a:gdLst/>
              <a:ahLst/>
              <a:cxnLst/>
              <a:rect l="l" t="t" r="r" b="b"/>
              <a:pathLst>
                <a:path w="16811" h="18003" extrusionOk="0">
                  <a:moveTo>
                    <a:pt x="8864" y="1"/>
                  </a:moveTo>
                  <a:lnTo>
                    <a:pt x="0" y="3850"/>
                  </a:lnTo>
                  <a:lnTo>
                    <a:pt x="5001" y="18002"/>
                  </a:lnTo>
                  <a:lnTo>
                    <a:pt x="14847" y="13721"/>
                  </a:lnTo>
                  <a:lnTo>
                    <a:pt x="16811" y="12857"/>
                  </a:lnTo>
                  <a:lnTo>
                    <a:pt x="88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9">
              <a:extLst>
                <a:ext uri="{FF2B5EF4-FFF2-40B4-BE49-F238E27FC236}">
                  <a16:creationId xmlns:a16="http://schemas.microsoft.com/office/drawing/2014/main" id="{31F76D00-568D-620F-939B-992709EDC732}"/>
                </a:ext>
              </a:extLst>
            </p:cNvPr>
            <p:cNvSpPr/>
            <p:nvPr/>
          </p:nvSpPr>
          <p:spPr>
            <a:xfrm>
              <a:off x="800425" y="2820975"/>
              <a:ext cx="420275" cy="467750"/>
            </a:xfrm>
            <a:custGeom>
              <a:avLst/>
              <a:gdLst/>
              <a:ahLst/>
              <a:cxnLst/>
              <a:rect l="l" t="t" r="r" b="b"/>
              <a:pathLst>
                <a:path w="16811" h="18710" extrusionOk="0">
                  <a:moveTo>
                    <a:pt x="10461" y="1"/>
                  </a:moveTo>
                  <a:lnTo>
                    <a:pt x="0" y="4557"/>
                  </a:lnTo>
                  <a:lnTo>
                    <a:pt x="4988" y="18709"/>
                  </a:lnTo>
                  <a:lnTo>
                    <a:pt x="16811" y="13564"/>
                  </a:lnTo>
                  <a:lnTo>
                    <a:pt x="104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9">
              <a:extLst>
                <a:ext uri="{FF2B5EF4-FFF2-40B4-BE49-F238E27FC236}">
                  <a16:creationId xmlns:a16="http://schemas.microsoft.com/office/drawing/2014/main" id="{544D580F-E75D-D904-8E87-F8EFDEB05A43}"/>
                </a:ext>
              </a:extLst>
            </p:cNvPr>
            <p:cNvSpPr/>
            <p:nvPr/>
          </p:nvSpPr>
          <p:spPr>
            <a:xfrm>
              <a:off x="832825" y="2798300"/>
              <a:ext cx="200000" cy="133650"/>
            </a:xfrm>
            <a:custGeom>
              <a:avLst/>
              <a:gdLst/>
              <a:ahLst/>
              <a:cxnLst/>
              <a:rect l="l" t="t" r="r" b="b"/>
              <a:pathLst>
                <a:path w="8000" h="5346" extrusionOk="0">
                  <a:moveTo>
                    <a:pt x="4537" y="0"/>
                  </a:moveTo>
                  <a:cubicBezTo>
                    <a:pt x="3986" y="0"/>
                    <a:pt x="3435" y="116"/>
                    <a:pt x="2920" y="345"/>
                  </a:cubicBezTo>
                  <a:cubicBezTo>
                    <a:pt x="930" y="1209"/>
                    <a:pt x="0" y="3448"/>
                    <a:pt x="812" y="5346"/>
                  </a:cubicBezTo>
                  <a:lnTo>
                    <a:pt x="1113" y="5215"/>
                  </a:lnTo>
                  <a:cubicBezTo>
                    <a:pt x="367" y="3474"/>
                    <a:pt x="1231" y="1418"/>
                    <a:pt x="3051" y="633"/>
                  </a:cubicBezTo>
                  <a:cubicBezTo>
                    <a:pt x="3523" y="418"/>
                    <a:pt x="4030" y="313"/>
                    <a:pt x="4539" y="313"/>
                  </a:cubicBezTo>
                  <a:cubicBezTo>
                    <a:pt x="4961" y="313"/>
                    <a:pt x="5383" y="386"/>
                    <a:pt x="5787" y="528"/>
                  </a:cubicBezTo>
                  <a:cubicBezTo>
                    <a:pt x="6638" y="842"/>
                    <a:pt x="7345" y="1497"/>
                    <a:pt x="7712" y="2335"/>
                  </a:cubicBezTo>
                  <a:lnTo>
                    <a:pt x="8000" y="2204"/>
                  </a:lnTo>
                  <a:cubicBezTo>
                    <a:pt x="7607" y="1287"/>
                    <a:pt x="6835" y="580"/>
                    <a:pt x="5892" y="240"/>
                  </a:cubicBezTo>
                  <a:cubicBezTo>
                    <a:pt x="5453" y="80"/>
                    <a:pt x="4995" y="0"/>
                    <a:pt x="45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9">
              <a:extLst>
                <a:ext uri="{FF2B5EF4-FFF2-40B4-BE49-F238E27FC236}">
                  <a16:creationId xmlns:a16="http://schemas.microsoft.com/office/drawing/2014/main" id="{0134D5E2-CC84-5A5D-0EE6-207748A5187C}"/>
                </a:ext>
              </a:extLst>
            </p:cNvPr>
            <p:cNvSpPr/>
            <p:nvPr/>
          </p:nvSpPr>
          <p:spPr>
            <a:xfrm>
              <a:off x="1022650" y="2958050"/>
              <a:ext cx="393125" cy="430825"/>
            </a:xfrm>
            <a:custGeom>
              <a:avLst/>
              <a:gdLst/>
              <a:ahLst/>
              <a:cxnLst/>
              <a:rect l="l" t="t" r="r" b="b"/>
              <a:pathLst>
                <a:path w="15725" h="17233" extrusionOk="0">
                  <a:moveTo>
                    <a:pt x="7692" y="0"/>
                  </a:moveTo>
                  <a:cubicBezTo>
                    <a:pt x="7019" y="0"/>
                    <a:pt x="6339" y="91"/>
                    <a:pt x="5670" y="278"/>
                  </a:cubicBezTo>
                  <a:cubicBezTo>
                    <a:pt x="2724" y="1090"/>
                    <a:pt x="577" y="3617"/>
                    <a:pt x="224" y="6654"/>
                  </a:cubicBezTo>
                  <a:lnTo>
                    <a:pt x="224" y="6667"/>
                  </a:lnTo>
                  <a:cubicBezTo>
                    <a:pt x="80" y="7806"/>
                    <a:pt x="106" y="8985"/>
                    <a:pt x="66" y="10097"/>
                  </a:cubicBezTo>
                  <a:cubicBezTo>
                    <a:pt x="1" y="12480"/>
                    <a:pt x="53" y="14863"/>
                    <a:pt x="237" y="17233"/>
                  </a:cubicBezTo>
                  <a:cubicBezTo>
                    <a:pt x="1035" y="16146"/>
                    <a:pt x="2004" y="15190"/>
                    <a:pt x="3091" y="14392"/>
                  </a:cubicBezTo>
                  <a:cubicBezTo>
                    <a:pt x="3300" y="14208"/>
                    <a:pt x="3549" y="14090"/>
                    <a:pt x="3824" y="14064"/>
                  </a:cubicBezTo>
                  <a:cubicBezTo>
                    <a:pt x="3831" y="14064"/>
                    <a:pt x="3838" y="14064"/>
                    <a:pt x="3845" y="14064"/>
                  </a:cubicBezTo>
                  <a:cubicBezTo>
                    <a:pt x="4667" y="14064"/>
                    <a:pt x="5730" y="14825"/>
                    <a:pt x="6626" y="14941"/>
                  </a:cubicBezTo>
                  <a:cubicBezTo>
                    <a:pt x="6982" y="14992"/>
                    <a:pt x="7338" y="15017"/>
                    <a:pt x="7691" y="15017"/>
                  </a:cubicBezTo>
                  <a:cubicBezTo>
                    <a:pt x="10334" y="15017"/>
                    <a:pt x="12817" y="13622"/>
                    <a:pt x="14180" y="11289"/>
                  </a:cubicBezTo>
                  <a:cubicBezTo>
                    <a:pt x="15725" y="8657"/>
                    <a:pt x="15502" y="5345"/>
                    <a:pt x="13630" y="2923"/>
                  </a:cubicBezTo>
                  <a:cubicBezTo>
                    <a:pt x="12193" y="1051"/>
                    <a:pt x="9982" y="0"/>
                    <a:pt x="769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9">
              <a:extLst>
                <a:ext uri="{FF2B5EF4-FFF2-40B4-BE49-F238E27FC236}">
                  <a16:creationId xmlns:a16="http://schemas.microsoft.com/office/drawing/2014/main" id="{0D4DA3DE-43F1-6653-7F22-422E8E5AEEF1}"/>
                </a:ext>
              </a:extLst>
            </p:cNvPr>
            <p:cNvSpPr/>
            <p:nvPr/>
          </p:nvSpPr>
          <p:spPr>
            <a:xfrm>
              <a:off x="1132300" y="3095600"/>
              <a:ext cx="205575" cy="26200"/>
            </a:xfrm>
            <a:custGeom>
              <a:avLst/>
              <a:gdLst/>
              <a:ahLst/>
              <a:cxnLst/>
              <a:rect l="l" t="t" r="r" b="b"/>
              <a:pathLst>
                <a:path w="8223" h="1048" extrusionOk="0">
                  <a:moveTo>
                    <a:pt x="8223" y="1047"/>
                  </a:moveTo>
                  <a:lnTo>
                    <a:pt x="1"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9">
              <a:extLst>
                <a:ext uri="{FF2B5EF4-FFF2-40B4-BE49-F238E27FC236}">
                  <a16:creationId xmlns:a16="http://schemas.microsoft.com/office/drawing/2014/main" id="{1298DA70-774B-8A62-7045-D3D2992E8238}"/>
                </a:ext>
              </a:extLst>
            </p:cNvPr>
            <p:cNvSpPr/>
            <p:nvPr/>
          </p:nvSpPr>
          <p:spPr>
            <a:xfrm>
              <a:off x="1132975" y="3106050"/>
              <a:ext cx="205900" cy="30800"/>
            </a:xfrm>
            <a:custGeom>
              <a:avLst/>
              <a:gdLst/>
              <a:ahLst/>
              <a:cxnLst/>
              <a:rect l="l" t="t" r="r" b="b"/>
              <a:pathLst>
                <a:path w="8236" h="1232" extrusionOk="0">
                  <a:moveTo>
                    <a:pt x="13" y="1"/>
                  </a:moveTo>
                  <a:lnTo>
                    <a:pt x="0" y="158"/>
                  </a:lnTo>
                  <a:lnTo>
                    <a:pt x="8209" y="1232"/>
                  </a:lnTo>
                  <a:lnTo>
                    <a:pt x="8235" y="1075"/>
                  </a:lnTo>
                  <a:lnTo>
                    <a:pt x="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9">
              <a:extLst>
                <a:ext uri="{FF2B5EF4-FFF2-40B4-BE49-F238E27FC236}">
                  <a16:creationId xmlns:a16="http://schemas.microsoft.com/office/drawing/2014/main" id="{52B068BF-8644-E191-36B3-15FE6A4C3EC3}"/>
                </a:ext>
              </a:extLst>
            </p:cNvPr>
            <p:cNvSpPr/>
            <p:nvPr/>
          </p:nvSpPr>
          <p:spPr>
            <a:xfrm>
              <a:off x="1125775" y="3146000"/>
              <a:ext cx="205875" cy="26200"/>
            </a:xfrm>
            <a:custGeom>
              <a:avLst/>
              <a:gdLst/>
              <a:ahLst/>
              <a:cxnLst/>
              <a:rect l="l" t="t" r="r" b="b"/>
              <a:pathLst>
                <a:path w="8235" h="1048" extrusionOk="0">
                  <a:moveTo>
                    <a:pt x="8235" y="1048"/>
                  </a:moveTo>
                  <a:lnTo>
                    <a:pt x="0"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9">
              <a:extLst>
                <a:ext uri="{FF2B5EF4-FFF2-40B4-BE49-F238E27FC236}">
                  <a16:creationId xmlns:a16="http://schemas.microsoft.com/office/drawing/2014/main" id="{FEB2D73D-A200-814E-2829-A6816092AEF5}"/>
                </a:ext>
              </a:extLst>
            </p:cNvPr>
            <p:cNvSpPr/>
            <p:nvPr/>
          </p:nvSpPr>
          <p:spPr>
            <a:xfrm>
              <a:off x="1125775" y="3144350"/>
              <a:ext cx="206225" cy="30150"/>
            </a:xfrm>
            <a:custGeom>
              <a:avLst/>
              <a:gdLst/>
              <a:ahLst/>
              <a:cxnLst/>
              <a:rect l="l" t="t" r="r" b="b"/>
              <a:pathLst>
                <a:path w="8249" h="1206" extrusionOk="0">
                  <a:moveTo>
                    <a:pt x="13" y="1"/>
                  </a:moveTo>
                  <a:lnTo>
                    <a:pt x="0" y="158"/>
                  </a:lnTo>
                  <a:lnTo>
                    <a:pt x="8222" y="1205"/>
                  </a:lnTo>
                  <a:lnTo>
                    <a:pt x="8248" y="1035"/>
                  </a:lnTo>
                  <a:lnTo>
                    <a:pt x="1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9">
              <a:extLst>
                <a:ext uri="{FF2B5EF4-FFF2-40B4-BE49-F238E27FC236}">
                  <a16:creationId xmlns:a16="http://schemas.microsoft.com/office/drawing/2014/main" id="{252499ED-F89C-97DA-6966-8CE25FC0AF91}"/>
                </a:ext>
              </a:extLst>
            </p:cNvPr>
            <p:cNvSpPr/>
            <p:nvPr/>
          </p:nvSpPr>
          <p:spPr>
            <a:xfrm>
              <a:off x="1260950" y="3078250"/>
              <a:ext cx="71050" cy="317825"/>
            </a:xfrm>
            <a:custGeom>
              <a:avLst/>
              <a:gdLst/>
              <a:ahLst/>
              <a:cxnLst/>
              <a:rect l="l" t="t" r="r" b="b"/>
              <a:pathLst>
                <a:path w="2842" h="12713" extrusionOk="0">
                  <a:moveTo>
                    <a:pt x="2684" y="0"/>
                  </a:moveTo>
                  <a:lnTo>
                    <a:pt x="0" y="12673"/>
                  </a:lnTo>
                  <a:lnTo>
                    <a:pt x="157" y="12713"/>
                  </a:lnTo>
                  <a:lnTo>
                    <a:pt x="2841" y="26"/>
                  </a:lnTo>
                  <a:lnTo>
                    <a:pt x="268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9">
              <a:extLst>
                <a:ext uri="{FF2B5EF4-FFF2-40B4-BE49-F238E27FC236}">
                  <a16:creationId xmlns:a16="http://schemas.microsoft.com/office/drawing/2014/main" id="{A9C91E19-56D2-5B30-0AF2-BFECF18FCC6D}"/>
                </a:ext>
              </a:extLst>
            </p:cNvPr>
            <p:cNvSpPr/>
            <p:nvPr/>
          </p:nvSpPr>
          <p:spPr>
            <a:xfrm>
              <a:off x="481300" y="2933575"/>
              <a:ext cx="1013350" cy="500800"/>
            </a:xfrm>
            <a:custGeom>
              <a:avLst/>
              <a:gdLst/>
              <a:ahLst/>
              <a:cxnLst/>
              <a:rect l="l" t="t" r="r" b="b"/>
              <a:pathLst>
                <a:path w="40534" h="20032" extrusionOk="0">
                  <a:moveTo>
                    <a:pt x="5106" y="0"/>
                  </a:moveTo>
                  <a:lnTo>
                    <a:pt x="0" y="27"/>
                  </a:lnTo>
                  <a:lnTo>
                    <a:pt x="0" y="275"/>
                  </a:lnTo>
                  <a:lnTo>
                    <a:pt x="5106" y="236"/>
                  </a:lnTo>
                  <a:lnTo>
                    <a:pt x="5120" y="236"/>
                  </a:lnTo>
                  <a:cubicBezTo>
                    <a:pt x="6874" y="236"/>
                    <a:pt x="8288" y="1467"/>
                    <a:pt x="8484" y="3156"/>
                  </a:cubicBezTo>
                  <a:lnTo>
                    <a:pt x="8825" y="6062"/>
                  </a:lnTo>
                  <a:lnTo>
                    <a:pt x="38793" y="5879"/>
                  </a:lnTo>
                  <a:cubicBezTo>
                    <a:pt x="38806" y="5878"/>
                    <a:pt x="38819" y="5878"/>
                    <a:pt x="38832" y="5878"/>
                  </a:cubicBezTo>
                  <a:cubicBezTo>
                    <a:pt x="39288" y="5878"/>
                    <a:pt x="39703" y="6099"/>
                    <a:pt x="39958" y="6468"/>
                  </a:cubicBezTo>
                  <a:cubicBezTo>
                    <a:pt x="40233" y="6874"/>
                    <a:pt x="40285" y="7384"/>
                    <a:pt x="40102" y="7830"/>
                  </a:cubicBezTo>
                  <a:lnTo>
                    <a:pt x="36528" y="16994"/>
                  </a:lnTo>
                  <a:cubicBezTo>
                    <a:pt x="36266" y="17649"/>
                    <a:pt x="35637" y="18081"/>
                    <a:pt x="34930" y="18094"/>
                  </a:cubicBezTo>
                  <a:lnTo>
                    <a:pt x="10658" y="19770"/>
                  </a:lnTo>
                  <a:lnTo>
                    <a:pt x="9152" y="6808"/>
                  </a:lnTo>
                  <a:lnTo>
                    <a:pt x="8916" y="6835"/>
                  </a:lnTo>
                  <a:lnTo>
                    <a:pt x="10448" y="20031"/>
                  </a:lnTo>
                  <a:lnTo>
                    <a:pt x="34930" y="18343"/>
                  </a:lnTo>
                  <a:cubicBezTo>
                    <a:pt x="35742" y="18329"/>
                    <a:pt x="36462" y="17832"/>
                    <a:pt x="36750" y="17073"/>
                  </a:cubicBezTo>
                  <a:lnTo>
                    <a:pt x="40324" y="7908"/>
                  </a:lnTo>
                  <a:cubicBezTo>
                    <a:pt x="40534" y="7397"/>
                    <a:pt x="40482" y="6795"/>
                    <a:pt x="40167" y="6337"/>
                  </a:cubicBezTo>
                  <a:cubicBezTo>
                    <a:pt x="39853" y="5892"/>
                    <a:pt x="39343" y="5630"/>
                    <a:pt x="38793" y="5630"/>
                  </a:cubicBezTo>
                  <a:lnTo>
                    <a:pt x="38780" y="5630"/>
                  </a:lnTo>
                  <a:lnTo>
                    <a:pt x="9034" y="5813"/>
                  </a:lnTo>
                  <a:lnTo>
                    <a:pt x="8720" y="3116"/>
                  </a:lnTo>
                  <a:cubicBezTo>
                    <a:pt x="8510" y="1310"/>
                    <a:pt x="6992" y="0"/>
                    <a:pt x="51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9">
              <a:extLst>
                <a:ext uri="{FF2B5EF4-FFF2-40B4-BE49-F238E27FC236}">
                  <a16:creationId xmlns:a16="http://schemas.microsoft.com/office/drawing/2014/main" id="{ADCA57E8-0166-46B1-5D50-7614667ACF5C}"/>
                </a:ext>
              </a:extLst>
            </p:cNvPr>
            <p:cNvSpPr/>
            <p:nvPr/>
          </p:nvSpPr>
          <p:spPr>
            <a:xfrm>
              <a:off x="745425" y="3440900"/>
              <a:ext cx="574125" cy="235025"/>
            </a:xfrm>
            <a:custGeom>
              <a:avLst/>
              <a:gdLst/>
              <a:ahLst/>
              <a:cxnLst/>
              <a:rect l="l" t="t" r="r" b="b"/>
              <a:pathLst>
                <a:path w="22965" h="9401" extrusionOk="0">
                  <a:moveTo>
                    <a:pt x="237" y="0"/>
                  </a:moveTo>
                  <a:lnTo>
                    <a:pt x="1" y="40"/>
                  </a:lnTo>
                  <a:lnTo>
                    <a:pt x="1114" y="7397"/>
                  </a:lnTo>
                  <a:cubicBezTo>
                    <a:pt x="1296" y="8554"/>
                    <a:pt x="2277" y="9401"/>
                    <a:pt x="3431" y="9401"/>
                  </a:cubicBezTo>
                  <a:cubicBezTo>
                    <a:pt x="3440" y="9401"/>
                    <a:pt x="3448" y="9401"/>
                    <a:pt x="3457" y="9400"/>
                  </a:cubicBezTo>
                  <a:lnTo>
                    <a:pt x="3536" y="9400"/>
                  </a:lnTo>
                  <a:cubicBezTo>
                    <a:pt x="6794" y="9295"/>
                    <a:pt x="13408" y="9275"/>
                    <a:pt x="18009" y="9275"/>
                  </a:cubicBezTo>
                  <a:cubicBezTo>
                    <a:pt x="20841" y="9275"/>
                    <a:pt x="22910" y="9283"/>
                    <a:pt x="22965" y="9283"/>
                  </a:cubicBezTo>
                  <a:lnTo>
                    <a:pt x="22965" y="9047"/>
                  </a:lnTo>
                  <a:cubicBezTo>
                    <a:pt x="22910" y="9047"/>
                    <a:pt x="20841" y="9039"/>
                    <a:pt x="18009" y="9039"/>
                  </a:cubicBezTo>
                  <a:cubicBezTo>
                    <a:pt x="13408" y="9039"/>
                    <a:pt x="6794" y="9059"/>
                    <a:pt x="3536" y="9165"/>
                  </a:cubicBezTo>
                  <a:cubicBezTo>
                    <a:pt x="3509" y="9166"/>
                    <a:pt x="3483" y="9166"/>
                    <a:pt x="3457" y="9166"/>
                  </a:cubicBezTo>
                  <a:cubicBezTo>
                    <a:pt x="2404" y="9166"/>
                    <a:pt x="1516" y="8406"/>
                    <a:pt x="1362" y="7371"/>
                  </a:cubicBezTo>
                  <a:lnTo>
                    <a:pt x="2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9">
              <a:extLst>
                <a:ext uri="{FF2B5EF4-FFF2-40B4-BE49-F238E27FC236}">
                  <a16:creationId xmlns:a16="http://schemas.microsoft.com/office/drawing/2014/main" id="{ED9B6EA7-23D4-7429-2B6B-33610CD03F86}"/>
                </a:ext>
              </a:extLst>
            </p:cNvPr>
            <p:cNvSpPr/>
            <p:nvPr/>
          </p:nvSpPr>
          <p:spPr>
            <a:xfrm>
              <a:off x="845925" y="3624825"/>
              <a:ext cx="125375" cy="129325"/>
            </a:xfrm>
            <a:custGeom>
              <a:avLst/>
              <a:gdLst/>
              <a:ahLst/>
              <a:cxnLst/>
              <a:rect l="l" t="t" r="r" b="b"/>
              <a:pathLst>
                <a:path w="5015" h="5173" extrusionOk="0">
                  <a:moveTo>
                    <a:pt x="2440" y="1"/>
                  </a:moveTo>
                  <a:cubicBezTo>
                    <a:pt x="2426" y="1"/>
                    <a:pt x="2411" y="1"/>
                    <a:pt x="2396" y="1"/>
                  </a:cubicBezTo>
                  <a:cubicBezTo>
                    <a:pt x="1048" y="27"/>
                    <a:pt x="0" y="1192"/>
                    <a:pt x="66" y="2619"/>
                  </a:cubicBezTo>
                  <a:cubicBezTo>
                    <a:pt x="130" y="4031"/>
                    <a:pt x="1258" y="5173"/>
                    <a:pt x="2587" y="5173"/>
                  </a:cubicBezTo>
                  <a:cubicBezTo>
                    <a:pt x="2602" y="5173"/>
                    <a:pt x="2617" y="5173"/>
                    <a:pt x="2632" y="5172"/>
                  </a:cubicBezTo>
                  <a:cubicBezTo>
                    <a:pt x="3967" y="5146"/>
                    <a:pt x="5014" y="3981"/>
                    <a:pt x="4949" y="2554"/>
                  </a:cubicBezTo>
                  <a:cubicBezTo>
                    <a:pt x="4884" y="1156"/>
                    <a:pt x="3757" y="1"/>
                    <a:pt x="244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9">
              <a:extLst>
                <a:ext uri="{FF2B5EF4-FFF2-40B4-BE49-F238E27FC236}">
                  <a16:creationId xmlns:a16="http://schemas.microsoft.com/office/drawing/2014/main" id="{7F0B8B76-60ED-39A2-E9C1-534FD131FC3C}"/>
                </a:ext>
              </a:extLst>
            </p:cNvPr>
            <p:cNvSpPr/>
            <p:nvPr/>
          </p:nvSpPr>
          <p:spPr>
            <a:xfrm>
              <a:off x="891750" y="3672300"/>
              <a:ext cx="34050" cy="34400"/>
            </a:xfrm>
            <a:custGeom>
              <a:avLst/>
              <a:gdLst/>
              <a:ahLst/>
              <a:cxnLst/>
              <a:rect l="l" t="t" r="r" b="b"/>
              <a:pathLst>
                <a:path w="1362" h="1376" extrusionOk="0">
                  <a:moveTo>
                    <a:pt x="655" y="0"/>
                  </a:moveTo>
                  <a:cubicBezTo>
                    <a:pt x="288" y="13"/>
                    <a:pt x="0" y="328"/>
                    <a:pt x="26" y="694"/>
                  </a:cubicBezTo>
                  <a:cubicBezTo>
                    <a:pt x="39" y="1061"/>
                    <a:pt x="340" y="1362"/>
                    <a:pt x="720" y="1375"/>
                  </a:cubicBezTo>
                  <a:cubicBezTo>
                    <a:pt x="1087" y="1362"/>
                    <a:pt x="1362" y="1048"/>
                    <a:pt x="1335" y="681"/>
                  </a:cubicBezTo>
                  <a:cubicBezTo>
                    <a:pt x="1322" y="302"/>
                    <a:pt x="1021" y="0"/>
                    <a:pt x="6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9">
              <a:extLst>
                <a:ext uri="{FF2B5EF4-FFF2-40B4-BE49-F238E27FC236}">
                  <a16:creationId xmlns:a16="http://schemas.microsoft.com/office/drawing/2014/main" id="{9F88AB0B-F513-AE09-996C-7482C23E9210}"/>
                </a:ext>
              </a:extLst>
            </p:cNvPr>
            <p:cNvSpPr/>
            <p:nvPr/>
          </p:nvSpPr>
          <p:spPr>
            <a:xfrm>
              <a:off x="1131000" y="3621550"/>
              <a:ext cx="125375" cy="129325"/>
            </a:xfrm>
            <a:custGeom>
              <a:avLst/>
              <a:gdLst/>
              <a:ahLst/>
              <a:cxnLst/>
              <a:rect l="l" t="t" r="r" b="b"/>
              <a:pathLst>
                <a:path w="5015" h="5173" extrusionOk="0">
                  <a:moveTo>
                    <a:pt x="2428" y="1"/>
                  </a:moveTo>
                  <a:cubicBezTo>
                    <a:pt x="2413" y="1"/>
                    <a:pt x="2398" y="1"/>
                    <a:pt x="2383" y="1"/>
                  </a:cubicBezTo>
                  <a:cubicBezTo>
                    <a:pt x="1048" y="27"/>
                    <a:pt x="0" y="1193"/>
                    <a:pt x="66" y="2620"/>
                  </a:cubicBezTo>
                  <a:cubicBezTo>
                    <a:pt x="131" y="4038"/>
                    <a:pt x="1270" y="5173"/>
                    <a:pt x="2609" y="5173"/>
                  </a:cubicBezTo>
                  <a:cubicBezTo>
                    <a:pt x="2617" y="5173"/>
                    <a:pt x="2624" y="5173"/>
                    <a:pt x="2632" y="5173"/>
                  </a:cubicBezTo>
                  <a:cubicBezTo>
                    <a:pt x="3967" y="5159"/>
                    <a:pt x="5015" y="3981"/>
                    <a:pt x="4949" y="2554"/>
                  </a:cubicBezTo>
                  <a:cubicBezTo>
                    <a:pt x="4885" y="1156"/>
                    <a:pt x="3757" y="1"/>
                    <a:pt x="24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9">
              <a:extLst>
                <a:ext uri="{FF2B5EF4-FFF2-40B4-BE49-F238E27FC236}">
                  <a16:creationId xmlns:a16="http://schemas.microsoft.com/office/drawing/2014/main" id="{F0365586-53F4-0D31-367C-EB4DAC5A10DE}"/>
                </a:ext>
              </a:extLst>
            </p:cNvPr>
            <p:cNvSpPr/>
            <p:nvPr/>
          </p:nvSpPr>
          <p:spPr>
            <a:xfrm>
              <a:off x="1176500" y="3669025"/>
              <a:ext cx="34375" cy="34400"/>
            </a:xfrm>
            <a:custGeom>
              <a:avLst/>
              <a:gdLst/>
              <a:ahLst/>
              <a:cxnLst/>
              <a:rect l="l" t="t" r="r" b="b"/>
              <a:pathLst>
                <a:path w="1375" h="1376" extrusionOk="0">
                  <a:moveTo>
                    <a:pt x="655" y="0"/>
                  </a:moveTo>
                  <a:cubicBezTo>
                    <a:pt x="288" y="14"/>
                    <a:pt x="0" y="328"/>
                    <a:pt x="40" y="694"/>
                  </a:cubicBezTo>
                  <a:cubicBezTo>
                    <a:pt x="40" y="1074"/>
                    <a:pt x="341" y="1375"/>
                    <a:pt x="720" y="1375"/>
                  </a:cubicBezTo>
                  <a:cubicBezTo>
                    <a:pt x="1087" y="1362"/>
                    <a:pt x="1375" y="1048"/>
                    <a:pt x="1336" y="681"/>
                  </a:cubicBezTo>
                  <a:cubicBezTo>
                    <a:pt x="1323" y="315"/>
                    <a:pt x="1021" y="14"/>
                    <a:pt x="6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9">
              <a:extLst>
                <a:ext uri="{FF2B5EF4-FFF2-40B4-BE49-F238E27FC236}">
                  <a16:creationId xmlns:a16="http://schemas.microsoft.com/office/drawing/2014/main" id="{C70BF827-D2D5-B033-CD79-0A120713C5F4}"/>
                </a:ext>
              </a:extLst>
            </p:cNvPr>
            <p:cNvSpPr/>
            <p:nvPr/>
          </p:nvSpPr>
          <p:spPr>
            <a:xfrm>
              <a:off x="1115950" y="3078900"/>
              <a:ext cx="34725" cy="326350"/>
            </a:xfrm>
            <a:custGeom>
              <a:avLst/>
              <a:gdLst/>
              <a:ahLst/>
              <a:cxnLst/>
              <a:rect l="l" t="t" r="r" b="b"/>
              <a:pathLst>
                <a:path w="1389" h="13054" extrusionOk="0">
                  <a:moveTo>
                    <a:pt x="1218" y="0"/>
                  </a:moveTo>
                  <a:lnTo>
                    <a:pt x="0" y="13040"/>
                  </a:lnTo>
                  <a:lnTo>
                    <a:pt x="157" y="13053"/>
                  </a:lnTo>
                  <a:lnTo>
                    <a:pt x="1388" y="13"/>
                  </a:lnTo>
                  <a:lnTo>
                    <a:pt x="12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9">
              <a:extLst>
                <a:ext uri="{FF2B5EF4-FFF2-40B4-BE49-F238E27FC236}">
                  <a16:creationId xmlns:a16="http://schemas.microsoft.com/office/drawing/2014/main" id="{059F3E45-4D50-7E76-07FA-0BB41B466FD0}"/>
                </a:ext>
              </a:extLst>
            </p:cNvPr>
            <p:cNvSpPr/>
            <p:nvPr/>
          </p:nvSpPr>
          <p:spPr>
            <a:xfrm>
              <a:off x="973900" y="3080525"/>
              <a:ext cx="3950" cy="334875"/>
            </a:xfrm>
            <a:custGeom>
              <a:avLst/>
              <a:gdLst/>
              <a:ahLst/>
              <a:cxnLst/>
              <a:rect l="l" t="t" r="r" b="b"/>
              <a:pathLst>
                <a:path w="158" h="13395" extrusionOk="0">
                  <a:moveTo>
                    <a:pt x="0" y="1"/>
                  </a:moveTo>
                  <a:lnTo>
                    <a:pt x="0" y="13394"/>
                  </a:lnTo>
                  <a:lnTo>
                    <a:pt x="157" y="13394"/>
                  </a:lnTo>
                  <a:lnTo>
                    <a:pt x="1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9">
              <a:extLst>
                <a:ext uri="{FF2B5EF4-FFF2-40B4-BE49-F238E27FC236}">
                  <a16:creationId xmlns:a16="http://schemas.microsoft.com/office/drawing/2014/main" id="{0D8972AF-BC9B-614E-249D-86FC8EF1887C}"/>
                </a:ext>
              </a:extLst>
            </p:cNvPr>
            <p:cNvSpPr/>
            <p:nvPr/>
          </p:nvSpPr>
          <p:spPr>
            <a:xfrm>
              <a:off x="802375" y="3081525"/>
              <a:ext cx="27850" cy="341400"/>
            </a:xfrm>
            <a:custGeom>
              <a:avLst/>
              <a:gdLst/>
              <a:ahLst/>
              <a:cxnLst/>
              <a:rect l="l" t="t" r="r" b="b"/>
              <a:pathLst>
                <a:path w="1114" h="13656" extrusionOk="0">
                  <a:moveTo>
                    <a:pt x="158" y="0"/>
                  </a:moveTo>
                  <a:lnTo>
                    <a:pt x="1" y="13"/>
                  </a:lnTo>
                  <a:lnTo>
                    <a:pt x="957" y="13655"/>
                  </a:lnTo>
                  <a:lnTo>
                    <a:pt x="1114" y="13642"/>
                  </a:lnTo>
                  <a:lnTo>
                    <a:pt x="1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9">
              <a:extLst>
                <a:ext uri="{FF2B5EF4-FFF2-40B4-BE49-F238E27FC236}">
                  <a16:creationId xmlns:a16="http://schemas.microsoft.com/office/drawing/2014/main" id="{5363DA50-BF1F-6DD9-BBA6-ABFB154F91FB}"/>
                </a:ext>
              </a:extLst>
            </p:cNvPr>
            <p:cNvSpPr/>
            <p:nvPr/>
          </p:nvSpPr>
          <p:spPr>
            <a:xfrm>
              <a:off x="732350" y="3320125"/>
              <a:ext cx="679500" cy="8200"/>
            </a:xfrm>
            <a:custGeom>
              <a:avLst/>
              <a:gdLst/>
              <a:ahLst/>
              <a:cxnLst/>
              <a:rect l="l" t="t" r="r" b="b"/>
              <a:pathLst>
                <a:path w="27180" h="328" extrusionOk="0">
                  <a:moveTo>
                    <a:pt x="27180" y="0"/>
                  </a:moveTo>
                  <a:lnTo>
                    <a:pt x="0" y="157"/>
                  </a:lnTo>
                  <a:lnTo>
                    <a:pt x="0" y="328"/>
                  </a:lnTo>
                  <a:lnTo>
                    <a:pt x="27180" y="157"/>
                  </a:lnTo>
                  <a:lnTo>
                    <a:pt x="2718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9">
              <a:extLst>
                <a:ext uri="{FF2B5EF4-FFF2-40B4-BE49-F238E27FC236}">
                  <a16:creationId xmlns:a16="http://schemas.microsoft.com/office/drawing/2014/main" id="{1822186B-6D43-2234-1D32-0589109DC6FB}"/>
                </a:ext>
              </a:extLst>
            </p:cNvPr>
            <p:cNvSpPr/>
            <p:nvPr/>
          </p:nvSpPr>
          <p:spPr>
            <a:xfrm>
              <a:off x="716950" y="3198025"/>
              <a:ext cx="738750" cy="8550"/>
            </a:xfrm>
            <a:custGeom>
              <a:avLst/>
              <a:gdLst/>
              <a:ahLst/>
              <a:cxnLst/>
              <a:rect l="l" t="t" r="r" b="b"/>
              <a:pathLst>
                <a:path w="29550" h="342" extrusionOk="0">
                  <a:moveTo>
                    <a:pt x="29550" y="1"/>
                  </a:moveTo>
                  <a:lnTo>
                    <a:pt x="1" y="171"/>
                  </a:lnTo>
                  <a:lnTo>
                    <a:pt x="1" y="341"/>
                  </a:lnTo>
                  <a:lnTo>
                    <a:pt x="29550" y="158"/>
                  </a:lnTo>
                  <a:lnTo>
                    <a:pt x="2955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9">
              <a:extLst>
                <a:ext uri="{FF2B5EF4-FFF2-40B4-BE49-F238E27FC236}">
                  <a16:creationId xmlns:a16="http://schemas.microsoft.com/office/drawing/2014/main" id="{1D09560F-C107-37BF-EE58-1120AB42AFD6}"/>
                </a:ext>
              </a:extLst>
            </p:cNvPr>
            <p:cNvSpPr/>
            <p:nvPr/>
          </p:nvSpPr>
          <p:spPr>
            <a:xfrm>
              <a:off x="452825" y="2930300"/>
              <a:ext cx="124725" cy="32100"/>
            </a:xfrm>
            <a:custGeom>
              <a:avLst/>
              <a:gdLst/>
              <a:ahLst/>
              <a:cxnLst/>
              <a:rect l="l" t="t" r="r" b="b"/>
              <a:pathLst>
                <a:path w="4989" h="1284" extrusionOk="0">
                  <a:moveTo>
                    <a:pt x="642" y="1"/>
                  </a:moveTo>
                  <a:cubicBezTo>
                    <a:pt x="289" y="1"/>
                    <a:pt x="0" y="289"/>
                    <a:pt x="0" y="642"/>
                  </a:cubicBezTo>
                  <a:cubicBezTo>
                    <a:pt x="0" y="996"/>
                    <a:pt x="289" y="1284"/>
                    <a:pt x="642" y="1284"/>
                  </a:cubicBezTo>
                  <a:lnTo>
                    <a:pt x="4347" y="1284"/>
                  </a:lnTo>
                  <a:cubicBezTo>
                    <a:pt x="4701" y="1284"/>
                    <a:pt x="4989" y="996"/>
                    <a:pt x="4989" y="642"/>
                  </a:cubicBezTo>
                  <a:cubicBezTo>
                    <a:pt x="4989" y="289"/>
                    <a:pt x="4701" y="1"/>
                    <a:pt x="43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9">
              <a:extLst>
                <a:ext uri="{FF2B5EF4-FFF2-40B4-BE49-F238E27FC236}">
                  <a16:creationId xmlns:a16="http://schemas.microsoft.com/office/drawing/2014/main" id="{13A80405-D6F2-C427-B4E6-B965D6171C5B}"/>
                </a:ext>
              </a:extLst>
            </p:cNvPr>
            <p:cNvSpPr/>
            <p:nvPr/>
          </p:nvSpPr>
          <p:spPr>
            <a:xfrm>
              <a:off x="552325" y="2888400"/>
              <a:ext cx="124725" cy="32100"/>
            </a:xfrm>
            <a:custGeom>
              <a:avLst/>
              <a:gdLst/>
              <a:ahLst/>
              <a:cxnLst/>
              <a:rect l="l" t="t" r="r" b="b"/>
              <a:pathLst>
                <a:path w="4989" h="1284" extrusionOk="0">
                  <a:moveTo>
                    <a:pt x="642" y="1"/>
                  </a:moveTo>
                  <a:cubicBezTo>
                    <a:pt x="289" y="1"/>
                    <a:pt x="0" y="289"/>
                    <a:pt x="0" y="655"/>
                  </a:cubicBezTo>
                  <a:cubicBezTo>
                    <a:pt x="0" y="996"/>
                    <a:pt x="289" y="1284"/>
                    <a:pt x="642" y="1284"/>
                  </a:cubicBezTo>
                  <a:lnTo>
                    <a:pt x="4347" y="1284"/>
                  </a:lnTo>
                  <a:cubicBezTo>
                    <a:pt x="4687" y="1284"/>
                    <a:pt x="4976" y="996"/>
                    <a:pt x="4989" y="655"/>
                  </a:cubicBezTo>
                  <a:cubicBezTo>
                    <a:pt x="4989" y="289"/>
                    <a:pt x="4701" y="1"/>
                    <a:pt x="43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Rectangle 5">
            <a:extLst>
              <a:ext uri="{FF2B5EF4-FFF2-40B4-BE49-F238E27FC236}">
                <a16:creationId xmlns:a16="http://schemas.microsoft.com/office/drawing/2014/main" id="{C2B2C3B5-3F07-293E-593A-E1F274AC7076}"/>
              </a:ext>
            </a:extLst>
          </p:cNvPr>
          <p:cNvSpPr/>
          <p:nvPr/>
        </p:nvSpPr>
        <p:spPr>
          <a:xfrm>
            <a:off x="3375628" y="4126996"/>
            <a:ext cx="5549991" cy="844428"/>
          </a:xfrm>
          <a:prstGeom prst="rect">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4000">
                <a:latin typeface="Lexend"/>
                <a:cs typeface="Arial"/>
              </a:rPr>
              <a:t>Business Question</a:t>
            </a:r>
          </a:p>
        </p:txBody>
      </p:sp>
      <p:sp>
        <p:nvSpPr>
          <p:cNvPr id="8" name="TextBox 7">
            <a:extLst>
              <a:ext uri="{FF2B5EF4-FFF2-40B4-BE49-F238E27FC236}">
                <a16:creationId xmlns:a16="http://schemas.microsoft.com/office/drawing/2014/main" id="{EE84386C-9ABF-32EA-1E1F-36ABFD31DF4E}"/>
              </a:ext>
            </a:extLst>
          </p:cNvPr>
          <p:cNvSpPr txBox="1"/>
          <p:nvPr/>
        </p:nvSpPr>
        <p:spPr>
          <a:xfrm>
            <a:off x="3087329" y="1045352"/>
            <a:ext cx="5830945"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000">
              <a:latin typeface="Lexend"/>
            </a:endParaRPr>
          </a:p>
          <a:p>
            <a:pPr marL="342900" indent="-342900">
              <a:buAutoNum type="arabicPeriod"/>
            </a:pPr>
            <a:endParaRPr lang="en-US" sz="2000">
              <a:latin typeface="Lexend"/>
            </a:endParaRPr>
          </a:p>
          <a:p>
            <a:r>
              <a:rPr lang="en-US" sz="2000">
                <a:latin typeface="Lexend"/>
              </a:rPr>
              <a:t>2. Which customer segment is generating the highest sales revenue in each region, and how is that trend changing monthly?</a:t>
            </a:r>
          </a:p>
          <a:p>
            <a:pPr marL="342900" indent="-342900">
              <a:buAutoNum type="arabicPeriod"/>
            </a:pPr>
            <a:endParaRPr lang="en-US" sz="2000">
              <a:latin typeface="Lexend"/>
            </a:endParaRPr>
          </a:p>
        </p:txBody>
      </p:sp>
    </p:spTree>
    <p:extLst>
      <p:ext uri="{BB962C8B-B14F-4D97-AF65-F5344CB8AC3E}">
        <p14:creationId xmlns:p14="http://schemas.microsoft.com/office/powerpoint/2010/main" val="33143646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01">
          <a:extLst>
            <a:ext uri="{FF2B5EF4-FFF2-40B4-BE49-F238E27FC236}">
              <a16:creationId xmlns:a16="http://schemas.microsoft.com/office/drawing/2014/main" id="{1D96A1BE-D281-3332-DCF3-2E42E90876F7}"/>
            </a:ext>
          </a:extLst>
        </p:cNvPr>
        <p:cNvGrpSpPr/>
        <p:nvPr/>
      </p:nvGrpSpPr>
      <p:grpSpPr>
        <a:xfrm>
          <a:off x="0" y="0"/>
          <a:ext cx="0" cy="0"/>
          <a:chOff x="0" y="0"/>
          <a:chExt cx="0" cy="0"/>
        </a:xfrm>
      </p:grpSpPr>
      <p:sp>
        <p:nvSpPr>
          <p:cNvPr id="1003" name="Google Shape;1003;p38">
            <a:extLst>
              <a:ext uri="{FF2B5EF4-FFF2-40B4-BE49-F238E27FC236}">
                <a16:creationId xmlns:a16="http://schemas.microsoft.com/office/drawing/2014/main" id="{6E421B9A-F404-5575-5CCF-5C31C5230385}"/>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31</a:t>
            </a:fld>
            <a:endParaRPr b="1">
              <a:latin typeface="Open Sans"/>
              <a:ea typeface="Open Sans"/>
              <a:cs typeface="Open Sans"/>
              <a:sym typeface="Open Sans"/>
            </a:endParaRPr>
          </a:p>
        </p:txBody>
      </p:sp>
      <p:sp>
        <p:nvSpPr>
          <p:cNvPr id="3" name="Rectangle 2">
            <a:extLst>
              <a:ext uri="{FF2B5EF4-FFF2-40B4-BE49-F238E27FC236}">
                <a16:creationId xmlns:a16="http://schemas.microsoft.com/office/drawing/2014/main" id="{FEC6088F-BE99-08A8-3235-94BE8B1084FA}"/>
              </a:ext>
            </a:extLst>
          </p:cNvPr>
          <p:cNvSpPr/>
          <p:nvPr/>
        </p:nvSpPr>
        <p:spPr>
          <a:xfrm>
            <a:off x="1449817" y="1192656"/>
            <a:ext cx="6534509" cy="2102688"/>
          </a:xfrm>
          <a:prstGeom prst="rect">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2" name="Google Shape;1002;p38">
            <a:extLst>
              <a:ext uri="{FF2B5EF4-FFF2-40B4-BE49-F238E27FC236}">
                <a16:creationId xmlns:a16="http://schemas.microsoft.com/office/drawing/2014/main" id="{BD70DD50-4E3B-91D4-B040-CD6224A94056}"/>
              </a:ext>
            </a:extLst>
          </p:cNvPr>
          <p:cNvSpPr txBox="1">
            <a:spLocks noGrp="1"/>
          </p:cNvSpPr>
          <p:nvPr>
            <p:ph type="title"/>
          </p:nvPr>
        </p:nvSpPr>
        <p:spPr>
          <a:xfrm>
            <a:off x="1765955" y="1417490"/>
            <a:ext cx="5760427" cy="1014803"/>
          </a:xfrm>
          <a:prstGeom prst="rect">
            <a:avLst/>
          </a:prstGeom>
        </p:spPr>
        <p:txBody>
          <a:bodyPr spcFirstLastPara="1" wrap="square" lIns="91425" tIns="91425" rIns="91425" bIns="91425" anchor="t" anchorCtr="0">
            <a:noAutofit/>
          </a:bodyPr>
          <a:lstStyle/>
          <a:p>
            <a:pPr algn="ctr"/>
            <a:r>
              <a:rPr lang="en" sz="4800">
                <a:solidFill>
                  <a:schemeClr val="bg1"/>
                </a:solidFill>
                <a:latin typeface="Lexend"/>
              </a:rPr>
              <a:t>DATA UNDERSTANDING</a:t>
            </a:r>
          </a:p>
        </p:txBody>
      </p:sp>
      <p:sp>
        <p:nvSpPr>
          <p:cNvPr id="4" name="TextBox 3">
            <a:extLst>
              <a:ext uri="{FF2B5EF4-FFF2-40B4-BE49-F238E27FC236}">
                <a16:creationId xmlns:a16="http://schemas.microsoft.com/office/drawing/2014/main" id="{88AFDF09-0440-67E8-C30E-E8323AE8CD17}"/>
              </a:ext>
            </a:extLst>
          </p:cNvPr>
          <p:cNvSpPr txBox="1"/>
          <p:nvPr/>
        </p:nvSpPr>
        <p:spPr>
          <a:xfrm>
            <a:off x="3343790" y="3388006"/>
            <a:ext cx="4075981"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solidFill>
                  <a:schemeClr val="accent2"/>
                </a:solidFill>
                <a:latin typeface="Lexend"/>
              </a:rPr>
              <a:t>LOW LEVEL</a:t>
            </a:r>
          </a:p>
        </p:txBody>
      </p:sp>
    </p:spTree>
    <p:extLst>
      <p:ext uri="{BB962C8B-B14F-4D97-AF65-F5344CB8AC3E}">
        <p14:creationId xmlns:p14="http://schemas.microsoft.com/office/powerpoint/2010/main" val="36542707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22">
          <a:extLst>
            <a:ext uri="{FF2B5EF4-FFF2-40B4-BE49-F238E27FC236}">
              <a16:creationId xmlns:a16="http://schemas.microsoft.com/office/drawing/2014/main" id="{0FAE2EEC-C86D-0D6D-3AC4-47077A9BB921}"/>
            </a:ext>
          </a:extLst>
        </p:cNvPr>
        <p:cNvGrpSpPr/>
        <p:nvPr/>
      </p:nvGrpSpPr>
      <p:grpSpPr>
        <a:xfrm>
          <a:off x="0" y="0"/>
          <a:ext cx="0" cy="0"/>
          <a:chOff x="0" y="0"/>
          <a:chExt cx="0" cy="0"/>
        </a:xfrm>
      </p:grpSpPr>
      <p:sp>
        <p:nvSpPr>
          <p:cNvPr id="726" name="Google Shape;726;p42">
            <a:extLst>
              <a:ext uri="{FF2B5EF4-FFF2-40B4-BE49-F238E27FC236}">
                <a16:creationId xmlns:a16="http://schemas.microsoft.com/office/drawing/2014/main" id="{2FFB22DC-33EE-F2F6-6609-982B5F44F307}"/>
              </a:ext>
            </a:extLst>
          </p:cNvPr>
          <p:cNvSpPr txBox="1">
            <a:spLocks noGrp="1"/>
          </p:cNvSpPr>
          <p:nvPr>
            <p:ph type="subTitle" idx="1"/>
          </p:nvPr>
        </p:nvSpPr>
        <p:spPr>
          <a:xfrm>
            <a:off x="4188020" y="2129440"/>
            <a:ext cx="4807344" cy="1078348"/>
          </a:xfrm>
          <a:prstGeom prst="rect">
            <a:avLst/>
          </a:prstGeom>
        </p:spPr>
        <p:txBody>
          <a:bodyPr spcFirstLastPara="1" wrap="square" lIns="91425" tIns="91425" rIns="91425" bIns="91425" anchor="t" anchorCtr="0">
            <a:noAutofit/>
          </a:bodyPr>
          <a:lstStyle/>
          <a:p>
            <a:pPr marL="0" indent="0" algn="l"/>
            <a:endParaRPr lang="en" b="1">
              <a:solidFill>
                <a:schemeClr val="bg2"/>
              </a:solidFill>
              <a:ea typeface="Roboto"/>
              <a:cs typeface="Roboto"/>
            </a:endParaRPr>
          </a:p>
          <a:p>
            <a:pPr marL="0" indent="0" algn="l"/>
            <a:r>
              <a:rPr lang="en" b="1">
                <a:solidFill>
                  <a:schemeClr val="accent3"/>
                </a:solidFill>
                <a:latin typeface="Lexend"/>
                <a:ea typeface="Roboto"/>
                <a:cs typeface="Roboto"/>
              </a:rPr>
              <a:t>Data Set 2</a:t>
            </a:r>
            <a:endParaRPr lang="en">
              <a:solidFill>
                <a:schemeClr val="accent3"/>
              </a:solidFill>
            </a:endParaRPr>
          </a:p>
          <a:p>
            <a:pPr marL="0" indent="0" algn="l"/>
            <a:r>
              <a:rPr lang="en" sz="1400">
                <a:solidFill>
                  <a:schemeClr val="accent3"/>
                </a:solidFill>
                <a:ea typeface="Roboto"/>
                <a:cs typeface="Roboto"/>
                <a:hlinkClick r:id="rId3">
                  <a:extLst>
                    <a:ext uri="{A12FA001-AC4F-418D-AE19-62706E023703}">
                      <ahyp:hlinkClr xmlns:ahyp="http://schemas.microsoft.com/office/drawing/2018/hyperlinkcolor" val="tx"/>
                    </a:ext>
                  </a:extLst>
                </a:hlinkClick>
              </a:rPr>
              <a:t>Superstore Dataset</a:t>
            </a:r>
            <a:endParaRPr lang="en" sz="1400" b="1">
              <a:solidFill>
                <a:schemeClr val="accent3"/>
              </a:solidFill>
              <a:latin typeface="Lexend"/>
              <a:ea typeface="Roboto"/>
              <a:cs typeface="Roboto"/>
            </a:endParaRPr>
          </a:p>
          <a:p>
            <a:pPr marL="0" indent="0" algn="l"/>
            <a:endParaRPr lang="en" sz="1400" b="1">
              <a:solidFill>
                <a:schemeClr val="bg2"/>
              </a:solidFill>
              <a:latin typeface="Lexend"/>
              <a:ea typeface="Roboto"/>
              <a:cs typeface="Roboto"/>
            </a:endParaRPr>
          </a:p>
          <a:p>
            <a:pPr marL="0" indent="0" algn="l"/>
            <a:endParaRPr lang="en" sz="1400" b="1">
              <a:solidFill>
                <a:schemeClr val="bg2"/>
              </a:solidFill>
              <a:latin typeface="Lexend"/>
              <a:ea typeface="Roboto"/>
              <a:cs typeface="Roboto"/>
            </a:endParaRPr>
          </a:p>
          <a:p>
            <a:pPr marL="0" indent="0" algn="l"/>
            <a:endParaRPr lang="en" sz="1400" b="1">
              <a:solidFill>
                <a:schemeClr val="bg2"/>
              </a:solidFill>
              <a:latin typeface="Lexend"/>
              <a:ea typeface="Roboto"/>
              <a:cs typeface="Roboto"/>
            </a:endParaRPr>
          </a:p>
          <a:p>
            <a:pPr marL="0" indent="0" algn="l"/>
            <a:endParaRPr lang="en" sz="1400" b="1">
              <a:solidFill>
                <a:schemeClr val="bg2"/>
              </a:solidFill>
              <a:latin typeface="Lexend"/>
              <a:ea typeface="Roboto"/>
              <a:cs typeface="Roboto"/>
            </a:endParaRPr>
          </a:p>
          <a:p>
            <a:pPr marL="0" indent="0" algn="l"/>
            <a:endParaRPr lang="en" sz="1400" b="1">
              <a:solidFill>
                <a:schemeClr val="bg2"/>
              </a:solidFill>
              <a:latin typeface="Lexend"/>
              <a:ea typeface="Roboto"/>
              <a:cs typeface="Roboto"/>
            </a:endParaRPr>
          </a:p>
          <a:p>
            <a:pPr marL="0" indent="0" algn="l"/>
            <a:endParaRPr lang="en" sz="1400" b="1">
              <a:solidFill>
                <a:schemeClr val="bg2"/>
              </a:solidFill>
              <a:latin typeface="Lexend"/>
              <a:ea typeface="Roboto"/>
              <a:cs typeface="Roboto"/>
            </a:endParaRPr>
          </a:p>
          <a:p>
            <a:pPr marL="0" indent="0" algn="l"/>
            <a:endParaRPr lang="en" sz="1100" b="1">
              <a:solidFill>
                <a:schemeClr val="bg2"/>
              </a:solidFill>
              <a:latin typeface="Lexend"/>
              <a:ea typeface="Roboto"/>
              <a:cs typeface="Roboto"/>
            </a:endParaRPr>
          </a:p>
        </p:txBody>
      </p:sp>
      <p:pic>
        <p:nvPicPr>
          <p:cNvPr id="8" name="Picture 7" descr="Banking Information - Personal and Business Banking Tips | Bankrate.com | Bankrate.com, Boost ...">
            <a:extLst>
              <a:ext uri="{FF2B5EF4-FFF2-40B4-BE49-F238E27FC236}">
                <a16:creationId xmlns:a16="http://schemas.microsoft.com/office/drawing/2014/main" id="{1F372D01-7AEC-574D-72A9-7D4B7C29EA05}"/>
              </a:ext>
            </a:extLst>
          </p:cNvPr>
          <p:cNvPicPr>
            <a:picLocks noChangeAspect="1"/>
          </p:cNvPicPr>
          <p:nvPr/>
        </p:nvPicPr>
        <p:blipFill>
          <a:blip r:embed="rId4"/>
          <a:stretch>
            <a:fillRect/>
          </a:stretch>
        </p:blipFill>
        <p:spPr>
          <a:xfrm>
            <a:off x="521" y="0"/>
            <a:ext cx="3552825" cy="5143500"/>
          </a:xfrm>
          <a:prstGeom prst="rect">
            <a:avLst/>
          </a:prstGeom>
        </p:spPr>
      </p:pic>
    </p:spTree>
    <p:extLst>
      <p:ext uri="{BB962C8B-B14F-4D97-AF65-F5344CB8AC3E}">
        <p14:creationId xmlns:p14="http://schemas.microsoft.com/office/powerpoint/2010/main" val="37848432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78">
          <a:extLst>
            <a:ext uri="{FF2B5EF4-FFF2-40B4-BE49-F238E27FC236}">
              <a16:creationId xmlns:a16="http://schemas.microsoft.com/office/drawing/2014/main" id="{63693088-571B-DA69-8E9F-F90B980AA81E}"/>
            </a:ext>
          </a:extLst>
        </p:cNvPr>
        <p:cNvGrpSpPr/>
        <p:nvPr/>
      </p:nvGrpSpPr>
      <p:grpSpPr>
        <a:xfrm>
          <a:off x="0" y="0"/>
          <a:ext cx="0" cy="0"/>
          <a:chOff x="0" y="0"/>
          <a:chExt cx="0" cy="0"/>
        </a:xfrm>
      </p:grpSpPr>
      <p:sp>
        <p:nvSpPr>
          <p:cNvPr id="980" name="Google Shape;980;p46">
            <a:extLst>
              <a:ext uri="{FF2B5EF4-FFF2-40B4-BE49-F238E27FC236}">
                <a16:creationId xmlns:a16="http://schemas.microsoft.com/office/drawing/2014/main" id="{A2494A82-B362-2679-101B-13F17A54E965}"/>
              </a:ext>
            </a:extLst>
          </p:cNvPr>
          <p:cNvSpPr txBox="1">
            <a:spLocks noGrp="1"/>
          </p:cNvSpPr>
          <p:nvPr>
            <p:ph type="title"/>
          </p:nvPr>
        </p:nvSpPr>
        <p:spPr>
          <a:xfrm>
            <a:off x="2341" y="176570"/>
            <a:ext cx="3162955" cy="697745"/>
          </a:xfrm>
          <a:prstGeom prst="rect">
            <a:avLst/>
          </a:prstGeom>
        </p:spPr>
        <p:txBody>
          <a:bodyPr spcFirstLastPara="1" wrap="square" lIns="91425" tIns="91425" rIns="91425" bIns="91425" anchor="t" anchorCtr="0">
            <a:noAutofit/>
          </a:bodyPr>
          <a:lstStyle/>
          <a:p>
            <a:r>
              <a:rPr lang="en">
                <a:solidFill>
                  <a:schemeClr val="accent2"/>
                </a:solidFill>
                <a:latin typeface="Lexend"/>
              </a:rPr>
              <a:t>Dataset 2</a:t>
            </a:r>
          </a:p>
        </p:txBody>
      </p:sp>
      <p:grpSp>
        <p:nvGrpSpPr>
          <p:cNvPr id="987" name="Google Shape;987;p46">
            <a:extLst>
              <a:ext uri="{FF2B5EF4-FFF2-40B4-BE49-F238E27FC236}">
                <a16:creationId xmlns:a16="http://schemas.microsoft.com/office/drawing/2014/main" id="{06E4BB70-3DAE-4AD0-99C6-3380299E6C75}"/>
              </a:ext>
            </a:extLst>
          </p:cNvPr>
          <p:cNvGrpSpPr/>
          <p:nvPr/>
        </p:nvGrpSpPr>
        <p:grpSpPr>
          <a:xfrm>
            <a:off x="155977" y="1536562"/>
            <a:ext cx="2358677" cy="3561840"/>
            <a:chOff x="5148178" y="1237583"/>
            <a:chExt cx="2006019" cy="3029290"/>
          </a:xfrm>
        </p:grpSpPr>
        <p:sp>
          <p:nvSpPr>
            <p:cNvPr id="988" name="Google Shape;988;p46">
              <a:extLst>
                <a:ext uri="{FF2B5EF4-FFF2-40B4-BE49-F238E27FC236}">
                  <a16:creationId xmlns:a16="http://schemas.microsoft.com/office/drawing/2014/main" id="{A50E27FA-8B1F-038B-AF20-AAEBAB67E708}"/>
                </a:ext>
              </a:extLst>
            </p:cNvPr>
            <p:cNvSpPr/>
            <p:nvPr/>
          </p:nvSpPr>
          <p:spPr>
            <a:xfrm>
              <a:off x="5148178" y="1237583"/>
              <a:ext cx="1269204" cy="2746869"/>
            </a:xfrm>
            <a:custGeom>
              <a:avLst/>
              <a:gdLst/>
              <a:ahLst/>
              <a:cxnLst/>
              <a:rect l="l" t="t" r="r" b="b"/>
              <a:pathLst>
                <a:path w="23270" h="50362" extrusionOk="0">
                  <a:moveTo>
                    <a:pt x="1413" y="1"/>
                  </a:moveTo>
                  <a:cubicBezTo>
                    <a:pt x="638" y="1"/>
                    <a:pt x="1" y="638"/>
                    <a:pt x="1" y="1425"/>
                  </a:cubicBezTo>
                  <a:lnTo>
                    <a:pt x="1" y="48950"/>
                  </a:lnTo>
                  <a:cubicBezTo>
                    <a:pt x="1" y="49737"/>
                    <a:pt x="638" y="50362"/>
                    <a:pt x="1413" y="50362"/>
                  </a:cubicBezTo>
                  <a:lnTo>
                    <a:pt x="21857" y="50362"/>
                  </a:lnTo>
                  <a:cubicBezTo>
                    <a:pt x="22632" y="50362"/>
                    <a:pt x="23270" y="49737"/>
                    <a:pt x="23270" y="48950"/>
                  </a:cubicBezTo>
                  <a:lnTo>
                    <a:pt x="23270" y="1425"/>
                  </a:lnTo>
                  <a:cubicBezTo>
                    <a:pt x="23270" y="638"/>
                    <a:pt x="22632" y="1"/>
                    <a:pt x="21857"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46">
              <a:extLst>
                <a:ext uri="{FF2B5EF4-FFF2-40B4-BE49-F238E27FC236}">
                  <a16:creationId xmlns:a16="http://schemas.microsoft.com/office/drawing/2014/main" id="{12D8CCEC-93E2-DF19-300D-E65D915BA824}"/>
                </a:ext>
              </a:extLst>
            </p:cNvPr>
            <p:cNvSpPr/>
            <p:nvPr/>
          </p:nvSpPr>
          <p:spPr>
            <a:xfrm>
              <a:off x="5178176" y="1417518"/>
              <a:ext cx="1209207" cy="2387707"/>
            </a:xfrm>
            <a:custGeom>
              <a:avLst/>
              <a:gdLst/>
              <a:ahLst/>
              <a:cxnLst/>
              <a:rect l="l" t="t" r="r" b="b"/>
              <a:pathLst>
                <a:path w="22170" h="43777" extrusionOk="0">
                  <a:moveTo>
                    <a:pt x="1" y="1"/>
                  </a:moveTo>
                  <a:lnTo>
                    <a:pt x="1" y="43776"/>
                  </a:lnTo>
                  <a:lnTo>
                    <a:pt x="22170" y="43776"/>
                  </a:lnTo>
                  <a:lnTo>
                    <a:pt x="22170" y="1"/>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46">
              <a:extLst>
                <a:ext uri="{FF2B5EF4-FFF2-40B4-BE49-F238E27FC236}">
                  <a16:creationId xmlns:a16="http://schemas.microsoft.com/office/drawing/2014/main" id="{8C83E0F1-C9D9-15F9-41D7-3E46CF1DDD5B}"/>
                </a:ext>
              </a:extLst>
            </p:cNvPr>
            <p:cNvSpPr/>
            <p:nvPr/>
          </p:nvSpPr>
          <p:spPr>
            <a:xfrm>
              <a:off x="5608953" y="3897184"/>
              <a:ext cx="347654" cy="55"/>
            </a:xfrm>
            <a:custGeom>
              <a:avLst/>
              <a:gdLst/>
              <a:ahLst/>
              <a:cxnLst/>
              <a:rect l="l" t="t" r="r" b="b"/>
              <a:pathLst>
                <a:path w="6374" h="1" extrusionOk="0">
                  <a:moveTo>
                    <a:pt x="0" y="0"/>
                  </a:moveTo>
                  <a:lnTo>
                    <a:pt x="6374"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46">
              <a:extLst>
                <a:ext uri="{FF2B5EF4-FFF2-40B4-BE49-F238E27FC236}">
                  <a16:creationId xmlns:a16="http://schemas.microsoft.com/office/drawing/2014/main" id="{04BFF4FF-719B-B477-F86A-4F4C5895B7A2}"/>
                </a:ext>
              </a:extLst>
            </p:cNvPr>
            <p:cNvSpPr/>
            <p:nvPr/>
          </p:nvSpPr>
          <p:spPr>
            <a:xfrm>
              <a:off x="5608953" y="3894457"/>
              <a:ext cx="347654" cy="5509"/>
            </a:xfrm>
            <a:custGeom>
              <a:avLst/>
              <a:gdLst/>
              <a:ahLst/>
              <a:cxnLst/>
              <a:rect l="l" t="t" r="r" b="b"/>
              <a:pathLst>
                <a:path w="6374" h="101" extrusionOk="0">
                  <a:moveTo>
                    <a:pt x="0" y="0"/>
                  </a:moveTo>
                  <a:lnTo>
                    <a:pt x="0" y="100"/>
                  </a:lnTo>
                  <a:lnTo>
                    <a:pt x="6374" y="100"/>
                  </a:lnTo>
                  <a:lnTo>
                    <a:pt x="63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46">
              <a:extLst>
                <a:ext uri="{FF2B5EF4-FFF2-40B4-BE49-F238E27FC236}">
                  <a16:creationId xmlns:a16="http://schemas.microsoft.com/office/drawing/2014/main" id="{2F51AFF0-E106-D876-2773-C196A5B99AB0}"/>
                </a:ext>
              </a:extLst>
            </p:cNvPr>
            <p:cNvSpPr/>
            <p:nvPr/>
          </p:nvSpPr>
          <p:spPr>
            <a:xfrm>
              <a:off x="5257917" y="1861222"/>
              <a:ext cx="522190" cy="439013"/>
            </a:xfrm>
            <a:custGeom>
              <a:avLst/>
              <a:gdLst/>
              <a:ahLst/>
              <a:cxnLst/>
              <a:rect l="l" t="t" r="r" b="b"/>
              <a:pathLst>
                <a:path w="9574" h="8049" extrusionOk="0">
                  <a:moveTo>
                    <a:pt x="1" y="1"/>
                  </a:moveTo>
                  <a:lnTo>
                    <a:pt x="1" y="8049"/>
                  </a:lnTo>
                  <a:lnTo>
                    <a:pt x="9573" y="8049"/>
                  </a:lnTo>
                  <a:lnTo>
                    <a:pt x="95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46">
              <a:extLst>
                <a:ext uri="{FF2B5EF4-FFF2-40B4-BE49-F238E27FC236}">
                  <a16:creationId xmlns:a16="http://schemas.microsoft.com/office/drawing/2014/main" id="{D4803F05-BF0E-4B34-21EA-CB3D81B8E862}"/>
                </a:ext>
              </a:extLst>
            </p:cNvPr>
            <p:cNvSpPr/>
            <p:nvPr/>
          </p:nvSpPr>
          <p:spPr>
            <a:xfrm>
              <a:off x="5257917" y="1699012"/>
              <a:ext cx="1045634" cy="74341"/>
            </a:xfrm>
            <a:custGeom>
              <a:avLst/>
              <a:gdLst/>
              <a:ahLst/>
              <a:cxnLst/>
              <a:rect l="l" t="t" r="r" b="b"/>
              <a:pathLst>
                <a:path w="19171" h="1363" extrusionOk="0">
                  <a:moveTo>
                    <a:pt x="1" y="1"/>
                  </a:moveTo>
                  <a:lnTo>
                    <a:pt x="1" y="1363"/>
                  </a:lnTo>
                  <a:lnTo>
                    <a:pt x="19171" y="1363"/>
                  </a:lnTo>
                  <a:lnTo>
                    <a:pt x="191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46">
              <a:extLst>
                <a:ext uri="{FF2B5EF4-FFF2-40B4-BE49-F238E27FC236}">
                  <a16:creationId xmlns:a16="http://schemas.microsoft.com/office/drawing/2014/main" id="{444A81BD-9C2B-3A7D-7138-DF7ABC102FD2}"/>
                </a:ext>
              </a:extLst>
            </p:cNvPr>
            <p:cNvSpPr/>
            <p:nvPr/>
          </p:nvSpPr>
          <p:spPr>
            <a:xfrm>
              <a:off x="5257917" y="2391538"/>
              <a:ext cx="522190" cy="439667"/>
            </a:xfrm>
            <a:custGeom>
              <a:avLst/>
              <a:gdLst/>
              <a:ahLst/>
              <a:cxnLst/>
              <a:rect l="l" t="t" r="r" b="b"/>
              <a:pathLst>
                <a:path w="9574" h="8061" extrusionOk="0">
                  <a:moveTo>
                    <a:pt x="1" y="0"/>
                  </a:moveTo>
                  <a:lnTo>
                    <a:pt x="1" y="8061"/>
                  </a:lnTo>
                  <a:lnTo>
                    <a:pt x="9573" y="8061"/>
                  </a:lnTo>
                  <a:lnTo>
                    <a:pt x="95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46">
              <a:extLst>
                <a:ext uri="{FF2B5EF4-FFF2-40B4-BE49-F238E27FC236}">
                  <a16:creationId xmlns:a16="http://schemas.microsoft.com/office/drawing/2014/main" id="{552B73BC-1D74-3EFB-0352-228CDAF8360A}"/>
                </a:ext>
              </a:extLst>
            </p:cNvPr>
            <p:cNvSpPr/>
            <p:nvPr/>
          </p:nvSpPr>
          <p:spPr>
            <a:xfrm>
              <a:off x="5257917" y="2922509"/>
              <a:ext cx="522190" cy="439013"/>
            </a:xfrm>
            <a:custGeom>
              <a:avLst/>
              <a:gdLst/>
              <a:ahLst/>
              <a:cxnLst/>
              <a:rect l="l" t="t" r="r" b="b"/>
              <a:pathLst>
                <a:path w="9574" h="8049" extrusionOk="0">
                  <a:moveTo>
                    <a:pt x="1" y="0"/>
                  </a:moveTo>
                  <a:lnTo>
                    <a:pt x="1" y="8048"/>
                  </a:lnTo>
                  <a:lnTo>
                    <a:pt x="9573" y="8048"/>
                  </a:lnTo>
                  <a:lnTo>
                    <a:pt x="95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46">
              <a:extLst>
                <a:ext uri="{FF2B5EF4-FFF2-40B4-BE49-F238E27FC236}">
                  <a16:creationId xmlns:a16="http://schemas.microsoft.com/office/drawing/2014/main" id="{D5E4EA99-9354-8B1B-0BFD-20D73C49A742}"/>
                </a:ext>
              </a:extLst>
            </p:cNvPr>
            <p:cNvSpPr/>
            <p:nvPr/>
          </p:nvSpPr>
          <p:spPr>
            <a:xfrm>
              <a:off x="5257917" y="3484788"/>
              <a:ext cx="993164" cy="43689"/>
            </a:xfrm>
            <a:custGeom>
              <a:avLst/>
              <a:gdLst/>
              <a:ahLst/>
              <a:cxnLst/>
              <a:rect l="l" t="t" r="r" b="b"/>
              <a:pathLst>
                <a:path w="18209" h="801" extrusionOk="0">
                  <a:moveTo>
                    <a:pt x="1" y="1"/>
                  </a:moveTo>
                  <a:lnTo>
                    <a:pt x="1" y="801"/>
                  </a:lnTo>
                  <a:lnTo>
                    <a:pt x="18208" y="801"/>
                  </a:lnTo>
                  <a:lnTo>
                    <a:pt x="182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46">
              <a:extLst>
                <a:ext uri="{FF2B5EF4-FFF2-40B4-BE49-F238E27FC236}">
                  <a16:creationId xmlns:a16="http://schemas.microsoft.com/office/drawing/2014/main" id="{8A955DC4-20EC-C3F8-FA18-029991C721D7}"/>
                </a:ext>
              </a:extLst>
            </p:cNvPr>
            <p:cNvSpPr/>
            <p:nvPr/>
          </p:nvSpPr>
          <p:spPr>
            <a:xfrm>
              <a:off x="5257917" y="3575438"/>
              <a:ext cx="610112" cy="43689"/>
            </a:xfrm>
            <a:custGeom>
              <a:avLst/>
              <a:gdLst/>
              <a:ahLst/>
              <a:cxnLst/>
              <a:rect l="l" t="t" r="r" b="b"/>
              <a:pathLst>
                <a:path w="11186" h="801" extrusionOk="0">
                  <a:moveTo>
                    <a:pt x="1" y="1"/>
                  </a:moveTo>
                  <a:lnTo>
                    <a:pt x="1" y="801"/>
                  </a:lnTo>
                  <a:lnTo>
                    <a:pt x="11185" y="801"/>
                  </a:lnTo>
                  <a:lnTo>
                    <a:pt x="1118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46">
              <a:extLst>
                <a:ext uri="{FF2B5EF4-FFF2-40B4-BE49-F238E27FC236}">
                  <a16:creationId xmlns:a16="http://schemas.microsoft.com/office/drawing/2014/main" id="{7CF4CDF0-1C0B-EFBB-0078-36CF154BED87}"/>
                </a:ext>
              </a:extLst>
            </p:cNvPr>
            <p:cNvSpPr/>
            <p:nvPr/>
          </p:nvSpPr>
          <p:spPr>
            <a:xfrm>
              <a:off x="5867975" y="1861222"/>
              <a:ext cx="435576" cy="439013"/>
            </a:xfrm>
            <a:custGeom>
              <a:avLst/>
              <a:gdLst/>
              <a:ahLst/>
              <a:cxnLst/>
              <a:rect l="l" t="t" r="r" b="b"/>
              <a:pathLst>
                <a:path w="7986" h="8049" extrusionOk="0">
                  <a:moveTo>
                    <a:pt x="0" y="1"/>
                  </a:moveTo>
                  <a:lnTo>
                    <a:pt x="0" y="8049"/>
                  </a:lnTo>
                  <a:lnTo>
                    <a:pt x="7986" y="8049"/>
                  </a:lnTo>
                  <a:lnTo>
                    <a:pt x="798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46">
              <a:extLst>
                <a:ext uri="{FF2B5EF4-FFF2-40B4-BE49-F238E27FC236}">
                  <a16:creationId xmlns:a16="http://schemas.microsoft.com/office/drawing/2014/main" id="{968110C9-F622-8E94-25B1-7732FB8DEB25}"/>
                </a:ext>
              </a:extLst>
            </p:cNvPr>
            <p:cNvSpPr/>
            <p:nvPr/>
          </p:nvSpPr>
          <p:spPr>
            <a:xfrm>
              <a:off x="5867975" y="2391538"/>
              <a:ext cx="435576" cy="439667"/>
            </a:xfrm>
            <a:custGeom>
              <a:avLst/>
              <a:gdLst/>
              <a:ahLst/>
              <a:cxnLst/>
              <a:rect l="l" t="t" r="r" b="b"/>
              <a:pathLst>
                <a:path w="7986" h="8061" extrusionOk="0">
                  <a:moveTo>
                    <a:pt x="0" y="0"/>
                  </a:moveTo>
                  <a:lnTo>
                    <a:pt x="0" y="8061"/>
                  </a:lnTo>
                  <a:lnTo>
                    <a:pt x="7986" y="8061"/>
                  </a:lnTo>
                  <a:lnTo>
                    <a:pt x="798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46">
              <a:extLst>
                <a:ext uri="{FF2B5EF4-FFF2-40B4-BE49-F238E27FC236}">
                  <a16:creationId xmlns:a16="http://schemas.microsoft.com/office/drawing/2014/main" id="{7E8CF9B6-D6EA-BCFF-FA47-274A9CDAD781}"/>
                </a:ext>
              </a:extLst>
            </p:cNvPr>
            <p:cNvSpPr/>
            <p:nvPr/>
          </p:nvSpPr>
          <p:spPr>
            <a:xfrm>
              <a:off x="5867975" y="2922509"/>
              <a:ext cx="435576" cy="439013"/>
            </a:xfrm>
            <a:custGeom>
              <a:avLst/>
              <a:gdLst/>
              <a:ahLst/>
              <a:cxnLst/>
              <a:rect l="l" t="t" r="r" b="b"/>
              <a:pathLst>
                <a:path w="7986" h="8049" extrusionOk="0">
                  <a:moveTo>
                    <a:pt x="0" y="0"/>
                  </a:moveTo>
                  <a:lnTo>
                    <a:pt x="0" y="8048"/>
                  </a:lnTo>
                  <a:lnTo>
                    <a:pt x="7986" y="8048"/>
                  </a:lnTo>
                  <a:lnTo>
                    <a:pt x="798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46">
              <a:extLst>
                <a:ext uri="{FF2B5EF4-FFF2-40B4-BE49-F238E27FC236}">
                  <a16:creationId xmlns:a16="http://schemas.microsoft.com/office/drawing/2014/main" id="{5648CDE0-2687-ADAA-89C4-71EA470F6ADD}"/>
                </a:ext>
              </a:extLst>
            </p:cNvPr>
            <p:cNvSpPr/>
            <p:nvPr/>
          </p:nvSpPr>
          <p:spPr>
            <a:xfrm>
              <a:off x="6486869" y="1947344"/>
              <a:ext cx="472393" cy="457612"/>
            </a:xfrm>
            <a:custGeom>
              <a:avLst/>
              <a:gdLst/>
              <a:ahLst/>
              <a:cxnLst/>
              <a:rect l="l" t="t" r="r" b="b"/>
              <a:pathLst>
                <a:path w="8661" h="8390" extrusionOk="0">
                  <a:moveTo>
                    <a:pt x="2307" y="1"/>
                  </a:moveTo>
                  <a:cubicBezTo>
                    <a:pt x="2061" y="1"/>
                    <a:pt x="1815" y="53"/>
                    <a:pt x="1587" y="159"/>
                  </a:cubicBezTo>
                  <a:cubicBezTo>
                    <a:pt x="1325" y="284"/>
                    <a:pt x="1087" y="471"/>
                    <a:pt x="912" y="696"/>
                  </a:cubicBezTo>
                  <a:cubicBezTo>
                    <a:pt x="713" y="996"/>
                    <a:pt x="600" y="1421"/>
                    <a:pt x="488" y="1759"/>
                  </a:cubicBezTo>
                  <a:cubicBezTo>
                    <a:pt x="225" y="2533"/>
                    <a:pt x="0" y="3408"/>
                    <a:pt x="150" y="4220"/>
                  </a:cubicBezTo>
                  <a:cubicBezTo>
                    <a:pt x="325" y="4983"/>
                    <a:pt x="713" y="5670"/>
                    <a:pt x="1275" y="6207"/>
                  </a:cubicBezTo>
                  <a:cubicBezTo>
                    <a:pt x="2100" y="7032"/>
                    <a:pt x="3112" y="7682"/>
                    <a:pt x="4224" y="8082"/>
                  </a:cubicBezTo>
                  <a:cubicBezTo>
                    <a:pt x="4719" y="8256"/>
                    <a:pt x="5247" y="8390"/>
                    <a:pt x="5774" y="8390"/>
                  </a:cubicBezTo>
                  <a:cubicBezTo>
                    <a:pt x="5966" y="8390"/>
                    <a:pt x="6158" y="8372"/>
                    <a:pt x="6349" y="8332"/>
                  </a:cubicBezTo>
                  <a:cubicBezTo>
                    <a:pt x="7173" y="8157"/>
                    <a:pt x="7861" y="7594"/>
                    <a:pt x="8223" y="6845"/>
                  </a:cubicBezTo>
                  <a:cubicBezTo>
                    <a:pt x="8660" y="5895"/>
                    <a:pt x="8610" y="4795"/>
                    <a:pt x="8086" y="3895"/>
                  </a:cubicBezTo>
                  <a:cubicBezTo>
                    <a:pt x="7436" y="2758"/>
                    <a:pt x="6174" y="1846"/>
                    <a:pt x="4874" y="1671"/>
                  </a:cubicBezTo>
                  <a:cubicBezTo>
                    <a:pt x="4736" y="1646"/>
                    <a:pt x="4612" y="1634"/>
                    <a:pt x="4474" y="1634"/>
                  </a:cubicBezTo>
                  <a:cubicBezTo>
                    <a:pt x="4387" y="1634"/>
                    <a:pt x="4287" y="1609"/>
                    <a:pt x="4212" y="1559"/>
                  </a:cubicBezTo>
                  <a:cubicBezTo>
                    <a:pt x="4162" y="1509"/>
                    <a:pt x="4124" y="1446"/>
                    <a:pt x="4112" y="1384"/>
                  </a:cubicBezTo>
                  <a:cubicBezTo>
                    <a:pt x="3949" y="934"/>
                    <a:pt x="3649" y="546"/>
                    <a:pt x="3262" y="284"/>
                  </a:cubicBezTo>
                  <a:cubicBezTo>
                    <a:pt x="2974" y="97"/>
                    <a:pt x="2641" y="1"/>
                    <a:pt x="23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46">
              <a:extLst>
                <a:ext uri="{FF2B5EF4-FFF2-40B4-BE49-F238E27FC236}">
                  <a16:creationId xmlns:a16="http://schemas.microsoft.com/office/drawing/2014/main" id="{75664834-B0F0-E9A9-B3AC-A28E65D361EA}"/>
                </a:ext>
              </a:extLst>
            </p:cNvPr>
            <p:cNvSpPr/>
            <p:nvPr/>
          </p:nvSpPr>
          <p:spPr>
            <a:xfrm>
              <a:off x="6340313" y="3616345"/>
              <a:ext cx="171154" cy="591023"/>
            </a:xfrm>
            <a:custGeom>
              <a:avLst/>
              <a:gdLst/>
              <a:ahLst/>
              <a:cxnLst/>
              <a:rect l="l" t="t" r="r" b="b"/>
              <a:pathLst>
                <a:path w="3138" h="10836" extrusionOk="0">
                  <a:moveTo>
                    <a:pt x="1218" y="0"/>
                  </a:moveTo>
                  <a:cubicBezTo>
                    <a:pt x="596" y="0"/>
                    <a:pt x="301" y="650"/>
                    <a:pt x="150" y="1413"/>
                  </a:cubicBezTo>
                  <a:cubicBezTo>
                    <a:pt x="50" y="2088"/>
                    <a:pt x="0" y="2775"/>
                    <a:pt x="13" y="3462"/>
                  </a:cubicBezTo>
                  <a:cubicBezTo>
                    <a:pt x="13" y="4085"/>
                    <a:pt x="794" y="10836"/>
                    <a:pt x="874" y="10836"/>
                  </a:cubicBezTo>
                  <a:cubicBezTo>
                    <a:pt x="875" y="10836"/>
                    <a:pt x="875" y="10836"/>
                    <a:pt x="875" y="10835"/>
                  </a:cubicBezTo>
                  <a:cubicBezTo>
                    <a:pt x="1563" y="10435"/>
                    <a:pt x="1762" y="9748"/>
                    <a:pt x="1975" y="9011"/>
                  </a:cubicBezTo>
                  <a:cubicBezTo>
                    <a:pt x="2450" y="7274"/>
                    <a:pt x="2937" y="5474"/>
                    <a:pt x="3050" y="3675"/>
                  </a:cubicBezTo>
                  <a:cubicBezTo>
                    <a:pt x="3137" y="2463"/>
                    <a:pt x="3062" y="713"/>
                    <a:pt x="1737" y="126"/>
                  </a:cubicBezTo>
                  <a:cubicBezTo>
                    <a:pt x="1543" y="40"/>
                    <a:pt x="1371" y="0"/>
                    <a:pt x="12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46">
              <a:extLst>
                <a:ext uri="{FF2B5EF4-FFF2-40B4-BE49-F238E27FC236}">
                  <a16:creationId xmlns:a16="http://schemas.microsoft.com/office/drawing/2014/main" id="{CDF6FF42-3676-C9D2-303B-E94EE007711E}"/>
                </a:ext>
              </a:extLst>
            </p:cNvPr>
            <p:cNvSpPr/>
            <p:nvPr/>
          </p:nvSpPr>
          <p:spPr>
            <a:xfrm>
              <a:off x="6337586" y="3613836"/>
              <a:ext cx="178627" cy="596913"/>
            </a:xfrm>
            <a:custGeom>
              <a:avLst/>
              <a:gdLst/>
              <a:ahLst/>
              <a:cxnLst/>
              <a:rect l="l" t="t" r="r" b="b"/>
              <a:pathLst>
                <a:path w="3275" h="10944" extrusionOk="0">
                  <a:moveTo>
                    <a:pt x="1263" y="97"/>
                  </a:moveTo>
                  <a:cubicBezTo>
                    <a:pt x="1425" y="97"/>
                    <a:pt x="1588" y="147"/>
                    <a:pt x="1750" y="209"/>
                  </a:cubicBezTo>
                  <a:cubicBezTo>
                    <a:pt x="2737" y="659"/>
                    <a:pt x="3162" y="1796"/>
                    <a:pt x="3037" y="3721"/>
                  </a:cubicBezTo>
                  <a:cubicBezTo>
                    <a:pt x="2912" y="5558"/>
                    <a:pt x="2412" y="7395"/>
                    <a:pt x="1962" y="9032"/>
                  </a:cubicBezTo>
                  <a:cubicBezTo>
                    <a:pt x="1775" y="9694"/>
                    <a:pt x="1588" y="10394"/>
                    <a:pt x="950" y="10806"/>
                  </a:cubicBezTo>
                  <a:cubicBezTo>
                    <a:pt x="800" y="10169"/>
                    <a:pt x="113" y="4146"/>
                    <a:pt x="113" y="3496"/>
                  </a:cubicBezTo>
                  <a:cubicBezTo>
                    <a:pt x="100" y="2821"/>
                    <a:pt x="138" y="2146"/>
                    <a:pt x="250" y="1471"/>
                  </a:cubicBezTo>
                  <a:cubicBezTo>
                    <a:pt x="375" y="784"/>
                    <a:pt x="613" y="347"/>
                    <a:pt x="925" y="172"/>
                  </a:cubicBezTo>
                  <a:cubicBezTo>
                    <a:pt x="1025" y="122"/>
                    <a:pt x="1138" y="97"/>
                    <a:pt x="1263" y="97"/>
                  </a:cubicBezTo>
                  <a:close/>
                  <a:moveTo>
                    <a:pt x="1270" y="1"/>
                  </a:moveTo>
                  <a:cubicBezTo>
                    <a:pt x="1129" y="1"/>
                    <a:pt x="998" y="32"/>
                    <a:pt x="875" y="97"/>
                  </a:cubicBezTo>
                  <a:cubicBezTo>
                    <a:pt x="538" y="272"/>
                    <a:pt x="288" y="734"/>
                    <a:pt x="150" y="1459"/>
                  </a:cubicBezTo>
                  <a:cubicBezTo>
                    <a:pt x="50" y="2134"/>
                    <a:pt x="0" y="2821"/>
                    <a:pt x="13" y="3508"/>
                  </a:cubicBezTo>
                  <a:cubicBezTo>
                    <a:pt x="13" y="3821"/>
                    <a:pt x="213" y="5720"/>
                    <a:pt x="413" y="7420"/>
                  </a:cubicBezTo>
                  <a:cubicBezTo>
                    <a:pt x="813" y="10881"/>
                    <a:pt x="875" y="10906"/>
                    <a:pt x="900" y="10931"/>
                  </a:cubicBezTo>
                  <a:lnTo>
                    <a:pt x="925" y="10944"/>
                  </a:lnTo>
                  <a:lnTo>
                    <a:pt x="950" y="10931"/>
                  </a:lnTo>
                  <a:cubicBezTo>
                    <a:pt x="1662" y="10494"/>
                    <a:pt x="1862" y="9769"/>
                    <a:pt x="2062" y="9069"/>
                  </a:cubicBezTo>
                  <a:cubicBezTo>
                    <a:pt x="2512" y="7432"/>
                    <a:pt x="3025" y="5583"/>
                    <a:pt x="3150" y="3733"/>
                  </a:cubicBezTo>
                  <a:cubicBezTo>
                    <a:pt x="3275" y="1771"/>
                    <a:pt x="2837" y="584"/>
                    <a:pt x="1800" y="122"/>
                  </a:cubicBezTo>
                  <a:cubicBezTo>
                    <a:pt x="1607" y="42"/>
                    <a:pt x="1432" y="1"/>
                    <a:pt x="1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46">
              <a:extLst>
                <a:ext uri="{FF2B5EF4-FFF2-40B4-BE49-F238E27FC236}">
                  <a16:creationId xmlns:a16="http://schemas.microsoft.com/office/drawing/2014/main" id="{6AE7B006-ABFA-94B7-0EED-A5C25339E992}"/>
                </a:ext>
              </a:extLst>
            </p:cNvPr>
            <p:cNvSpPr/>
            <p:nvPr/>
          </p:nvSpPr>
          <p:spPr>
            <a:xfrm>
              <a:off x="6809924" y="3737538"/>
              <a:ext cx="227060" cy="474847"/>
            </a:xfrm>
            <a:custGeom>
              <a:avLst/>
              <a:gdLst/>
              <a:ahLst/>
              <a:cxnLst/>
              <a:rect l="l" t="t" r="r" b="b"/>
              <a:pathLst>
                <a:path w="4163" h="8706" extrusionOk="0">
                  <a:moveTo>
                    <a:pt x="1619" y="0"/>
                  </a:moveTo>
                  <a:cubicBezTo>
                    <a:pt x="1130" y="0"/>
                    <a:pt x="632" y="395"/>
                    <a:pt x="351" y="965"/>
                  </a:cubicBezTo>
                  <a:cubicBezTo>
                    <a:pt x="326" y="1015"/>
                    <a:pt x="301" y="1078"/>
                    <a:pt x="288" y="1128"/>
                  </a:cubicBezTo>
                  <a:cubicBezTo>
                    <a:pt x="1" y="1853"/>
                    <a:pt x="76" y="2665"/>
                    <a:pt x="288" y="3415"/>
                  </a:cubicBezTo>
                  <a:cubicBezTo>
                    <a:pt x="775" y="5239"/>
                    <a:pt x="2038" y="7014"/>
                    <a:pt x="3412" y="8288"/>
                  </a:cubicBezTo>
                  <a:cubicBezTo>
                    <a:pt x="3483" y="8359"/>
                    <a:pt x="3895" y="8705"/>
                    <a:pt x="4038" y="8705"/>
                  </a:cubicBezTo>
                  <a:cubicBezTo>
                    <a:pt x="4047" y="8705"/>
                    <a:pt x="4055" y="8704"/>
                    <a:pt x="4062" y="8701"/>
                  </a:cubicBezTo>
                  <a:cubicBezTo>
                    <a:pt x="4162" y="8638"/>
                    <a:pt x="4087" y="8351"/>
                    <a:pt x="4075" y="8263"/>
                  </a:cubicBezTo>
                  <a:cubicBezTo>
                    <a:pt x="3937" y="7151"/>
                    <a:pt x="3750" y="6039"/>
                    <a:pt x="3525" y="4952"/>
                  </a:cubicBezTo>
                  <a:cubicBezTo>
                    <a:pt x="3287" y="3790"/>
                    <a:pt x="3125" y="1328"/>
                    <a:pt x="2388" y="403"/>
                  </a:cubicBezTo>
                  <a:cubicBezTo>
                    <a:pt x="2160" y="122"/>
                    <a:pt x="1891" y="0"/>
                    <a:pt x="16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46">
              <a:extLst>
                <a:ext uri="{FF2B5EF4-FFF2-40B4-BE49-F238E27FC236}">
                  <a16:creationId xmlns:a16="http://schemas.microsoft.com/office/drawing/2014/main" id="{CA8791B9-BC5F-6425-4522-8B11B8B0D33A}"/>
                </a:ext>
              </a:extLst>
            </p:cNvPr>
            <p:cNvSpPr/>
            <p:nvPr/>
          </p:nvSpPr>
          <p:spPr>
            <a:xfrm>
              <a:off x="6809270" y="3734647"/>
              <a:ext cx="229733" cy="480192"/>
            </a:xfrm>
            <a:custGeom>
              <a:avLst/>
              <a:gdLst/>
              <a:ahLst/>
              <a:cxnLst/>
              <a:rect l="l" t="t" r="r" b="b"/>
              <a:pathLst>
                <a:path w="4212" h="8804" extrusionOk="0">
                  <a:moveTo>
                    <a:pt x="1595" y="103"/>
                  </a:moveTo>
                  <a:cubicBezTo>
                    <a:pt x="1894" y="103"/>
                    <a:pt x="2176" y="250"/>
                    <a:pt x="2350" y="494"/>
                  </a:cubicBezTo>
                  <a:cubicBezTo>
                    <a:pt x="2899" y="1181"/>
                    <a:pt x="3124" y="2718"/>
                    <a:pt x="3299" y="3955"/>
                  </a:cubicBezTo>
                  <a:cubicBezTo>
                    <a:pt x="3362" y="4355"/>
                    <a:pt x="3412" y="4730"/>
                    <a:pt x="3474" y="5017"/>
                  </a:cubicBezTo>
                  <a:cubicBezTo>
                    <a:pt x="3699" y="6105"/>
                    <a:pt x="3887" y="7217"/>
                    <a:pt x="4024" y="8329"/>
                  </a:cubicBezTo>
                  <a:cubicBezTo>
                    <a:pt x="4037" y="8341"/>
                    <a:pt x="4037" y="8366"/>
                    <a:pt x="4037" y="8391"/>
                  </a:cubicBezTo>
                  <a:cubicBezTo>
                    <a:pt x="4062" y="8466"/>
                    <a:pt x="4112" y="8679"/>
                    <a:pt x="4037" y="8704"/>
                  </a:cubicBezTo>
                  <a:cubicBezTo>
                    <a:pt x="4035" y="8704"/>
                    <a:pt x="4033" y="8704"/>
                    <a:pt x="4031" y="8704"/>
                  </a:cubicBezTo>
                  <a:cubicBezTo>
                    <a:pt x="3957" y="8704"/>
                    <a:pt x="3656" y="8498"/>
                    <a:pt x="3449" y="8291"/>
                  </a:cubicBezTo>
                  <a:cubicBezTo>
                    <a:pt x="1912" y="6892"/>
                    <a:pt x="787" y="5117"/>
                    <a:pt x="338" y="3455"/>
                  </a:cubicBezTo>
                  <a:cubicBezTo>
                    <a:pt x="100" y="2543"/>
                    <a:pt x="100" y="1818"/>
                    <a:pt x="338" y="1206"/>
                  </a:cubicBezTo>
                  <a:cubicBezTo>
                    <a:pt x="363" y="1143"/>
                    <a:pt x="388" y="1093"/>
                    <a:pt x="413" y="1043"/>
                  </a:cubicBezTo>
                  <a:lnTo>
                    <a:pt x="400" y="1043"/>
                  </a:lnTo>
                  <a:cubicBezTo>
                    <a:pt x="662" y="519"/>
                    <a:pt x="1100" y="156"/>
                    <a:pt x="1525" y="106"/>
                  </a:cubicBezTo>
                  <a:cubicBezTo>
                    <a:pt x="1548" y="104"/>
                    <a:pt x="1572" y="103"/>
                    <a:pt x="1595" y="103"/>
                  </a:cubicBezTo>
                  <a:close/>
                  <a:moveTo>
                    <a:pt x="1625" y="1"/>
                  </a:moveTo>
                  <a:cubicBezTo>
                    <a:pt x="1592" y="1"/>
                    <a:pt x="1558" y="3"/>
                    <a:pt x="1525" y="6"/>
                  </a:cubicBezTo>
                  <a:cubicBezTo>
                    <a:pt x="1050" y="56"/>
                    <a:pt x="600" y="431"/>
                    <a:pt x="325" y="993"/>
                  </a:cubicBezTo>
                  <a:cubicBezTo>
                    <a:pt x="288" y="1056"/>
                    <a:pt x="263" y="1106"/>
                    <a:pt x="250" y="1168"/>
                  </a:cubicBezTo>
                  <a:cubicBezTo>
                    <a:pt x="0" y="1793"/>
                    <a:pt x="0" y="2555"/>
                    <a:pt x="250" y="3480"/>
                  </a:cubicBezTo>
                  <a:cubicBezTo>
                    <a:pt x="700" y="5167"/>
                    <a:pt x="1837" y="6954"/>
                    <a:pt x="3387" y="8379"/>
                  </a:cubicBezTo>
                  <a:cubicBezTo>
                    <a:pt x="3437" y="8416"/>
                    <a:pt x="3849" y="8804"/>
                    <a:pt x="4049" y="8804"/>
                  </a:cubicBezTo>
                  <a:cubicBezTo>
                    <a:pt x="4062" y="8804"/>
                    <a:pt x="4074" y="8804"/>
                    <a:pt x="4099" y="8791"/>
                  </a:cubicBezTo>
                  <a:cubicBezTo>
                    <a:pt x="4212" y="8729"/>
                    <a:pt x="4174" y="8504"/>
                    <a:pt x="4149" y="8366"/>
                  </a:cubicBezTo>
                  <a:cubicBezTo>
                    <a:pt x="4137" y="8341"/>
                    <a:pt x="4137" y="8329"/>
                    <a:pt x="4137" y="8304"/>
                  </a:cubicBezTo>
                  <a:cubicBezTo>
                    <a:pt x="3999" y="7204"/>
                    <a:pt x="3812" y="6080"/>
                    <a:pt x="3587" y="4992"/>
                  </a:cubicBezTo>
                  <a:cubicBezTo>
                    <a:pt x="3524" y="4705"/>
                    <a:pt x="3474" y="4330"/>
                    <a:pt x="3412" y="3943"/>
                  </a:cubicBezTo>
                  <a:cubicBezTo>
                    <a:pt x="3237" y="2680"/>
                    <a:pt x="2999" y="1131"/>
                    <a:pt x="2437" y="419"/>
                  </a:cubicBezTo>
                  <a:cubicBezTo>
                    <a:pt x="2245" y="159"/>
                    <a:pt x="1940" y="1"/>
                    <a:pt x="16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46">
              <a:extLst>
                <a:ext uri="{FF2B5EF4-FFF2-40B4-BE49-F238E27FC236}">
                  <a16:creationId xmlns:a16="http://schemas.microsoft.com/office/drawing/2014/main" id="{6F5DDC20-B30D-B5AD-46ED-78C3D3E488D7}"/>
                </a:ext>
              </a:extLst>
            </p:cNvPr>
            <p:cNvSpPr/>
            <p:nvPr/>
          </p:nvSpPr>
          <p:spPr>
            <a:xfrm>
              <a:off x="6259209" y="2550039"/>
              <a:ext cx="359271" cy="1461684"/>
            </a:xfrm>
            <a:custGeom>
              <a:avLst/>
              <a:gdLst/>
              <a:ahLst/>
              <a:cxnLst/>
              <a:rect l="l" t="t" r="r" b="b"/>
              <a:pathLst>
                <a:path w="6587" h="26799" extrusionOk="0">
                  <a:moveTo>
                    <a:pt x="4330" y="1"/>
                  </a:moveTo>
                  <a:cubicBezTo>
                    <a:pt x="2891" y="1"/>
                    <a:pt x="2155" y="2431"/>
                    <a:pt x="1900" y="3817"/>
                  </a:cubicBezTo>
                  <a:cubicBezTo>
                    <a:pt x="1050" y="8366"/>
                    <a:pt x="638" y="12628"/>
                    <a:pt x="450" y="17251"/>
                  </a:cubicBezTo>
                  <a:cubicBezTo>
                    <a:pt x="425" y="17839"/>
                    <a:pt x="238" y="26062"/>
                    <a:pt x="0" y="26074"/>
                  </a:cubicBezTo>
                  <a:cubicBezTo>
                    <a:pt x="1500" y="26511"/>
                    <a:pt x="3050" y="26761"/>
                    <a:pt x="4599" y="26799"/>
                  </a:cubicBezTo>
                  <a:cubicBezTo>
                    <a:pt x="4737" y="26799"/>
                    <a:pt x="4887" y="25774"/>
                    <a:pt x="5049" y="24299"/>
                  </a:cubicBezTo>
                  <a:cubicBezTo>
                    <a:pt x="5424" y="20775"/>
                    <a:pt x="5799" y="14715"/>
                    <a:pt x="5836" y="14002"/>
                  </a:cubicBezTo>
                  <a:cubicBezTo>
                    <a:pt x="5974" y="12078"/>
                    <a:pt x="5949" y="10066"/>
                    <a:pt x="6224" y="8154"/>
                  </a:cubicBezTo>
                  <a:cubicBezTo>
                    <a:pt x="6474" y="6554"/>
                    <a:pt x="6586" y="4942"/>
                    <a:pt x="6561" y="3330"/>
                  </a:cubicBezTo>
                  <a:cubicBezTo>
                    <a:pt x="6536" y="2343"/>
                    <a:pt x="6411" y="1256"/>
                    <a:pt x="5661" y="606"/>
                  </a:cubicBezTo>
                  <a:cubicBezTo>
                    <a:pt x="5163" y="179"/>
                    <a:pt x="4721" y="1"/>
                    <a:pt x="43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46">
              <a:extLst>
                <a:ext uri="{FF2B5EF4-FFF2-40B4-BE49-F238E27FC236}">
                  <a16:creationId xmlns:a16="http://schemas.microsoft.com/office/drawing/2014/main" id="{4C770561-B25A-1328-E0A9-452FB4F873F6}"/>
                </a:ext>
              </a:extLst>
            </p:cNvPr>
            <p:cNvSpPr/>
            <p:nvPr/>
          </p:nvSpPr>
          <p:spPr>
            <a:xfrm>
              <a:off x="6547520" y="2666051"/>
              <a:ext cx="520772" cy="1372944"/>
            </a:xfrm>
            <a:custGeom>
              <a:avLst/>
              <a:gdLst/>
              <a:ahLst/>
              <a:cxnLst/>
              <a:rect l="l" t="t" r="r" b="b"/>
              <a:pathLst>
                <a:path w="9548" h="25172" extrusionOk="0">
                  <a:moveTo>
                    <a:pt x="2573" y="0"/>
                  </a:moveTo>
                  <a:cubicBezTo>
                    <a:pt x="1902" y="0"/>
                    <a:pt x="1217" y="579"/>
                    <a:pt x="838" y="1628"/>
                  </a:cubicBezTo>
                  <a:cubicBezTo>
                    <a:pt x="0" y="3902"/>
                    <a:pt x="188" y="6414"/>
                    <a:pt x="525" y="8764"/>
                  </a:cubicBezTo>
                  <a:cubicBezTo>
                    <a:pt x="850" y="10988"/>
                    <a:pt x="1338" y="13200"/>
                    <a:pt x="1962" y="15374"/>
                  </a:cubicBezTo>
                  <a:cubicBezTo>
                    <a:pt x="2762" y="18149"/>
                    <a:pt x="4262" y="22360"/>
                    <a:pt x="5112" y="25172"/>
                  </a:cubicBezTo>
                  <a:cubicBezTo>
                    <a:pt x="6611" y="24909"/>
                    <a:pt x="8061" y="24372"/>
                    <a:pt x="9548" y="23997"/>
                  </a:cubicBezTo>
                  <a:cubicBezTo>
                    <a:pt x="8211" y="18986"/>
                    <a:pt x="6849" y="12463"/>
                    <a:pt x="5686" y="7414"/>
                  </a:cubicBezTo>
                  <a:cubicBezTo>
                    <a:pt x="5237" y="5477"/>
                    <a:pt x="4749" y="3540"/>
                    <a:pt x="4162" y="1628"/>
                  </a:cubicBezTo>
                  <a:cubicBezTo>
                    <a:pt x="3822" y="513"/>
                    <a:pt x="3204" y="0"/>
                    <a:pt x="25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46">
              <a:extLst>
                <a:ext uri="{FF2B5EF4-FFF2-40B4-BE49-F238E27FC236}">
                  <a16:creationId xmlns:a16="http://schemas.microsoft.com/office/drawing/2014/main" id="{B5102C69-6A18-5C1A-B762-24D51C65B535}"/>
                </a:ext>
              </a:extLst>
            </p:cNvPr>
            <p:cNvSpPr/>
            <p:nvPr/>
          </p:nvSpPr>
          <p:spPr>
            <a:xfrm>
              <a:off x="5741873" y="2085446"/>
              <a:ext cx="665309" cy="397451"/>
            </a:xfrm>
            <a:custGeom>
              <a:avLst/>
              <a:gdLst/>
              <a:ahLst/>
              <a:cxnLst/>
              <a:rect l="l" t="t" r="r" b="b"/>
              <a:pathLst>
                <a:path w="12198" h="7287" extrusionOk="0">
                  <a:moveTo>
                    <a:pt x="476" y="0"/>
                  </a:moveTo>
                  <a:cubicBezTo>
                    <a:pt x="472" y="0"/>
                    <a:pt x="467" y="1"/>
                    <a:pt x="463" y="1"/>
                  </a:cubicBezTo>
                  <a:cubicBezTo>
                    <a:pt x="263" y="26"/>
                    <a:pt x="638" y="851"/>
                    <a:pt x="700" y="976"/>
                  </a:cubicBezTo>
                  <a:cubicBezTo>
                    <a:pt x="673" y="972"/>
                    <a:pt x="647" y="970"/>
                    <a:pt x="620" y="970"/>
                  </a:cubicBezTo>
                  <a:cubicBezTo>
                    <a:pt x="386" y="970"/>
                    <a:pt x="165" y="1115"/>
                    <a:pt x="75" y="1351"/>
                  </a:cubicBezTo>
                  <a:cubicBezTo>
                    <a:pt x="0" y="1613"/>
                    <a:pt x="38" y="1888"/>
                    <a:pt x="175" y="2126"/>
                  </a:cubicBezTo>
                  <a:cubicBezTo>
                    <a:pt x="325" y="2351"/>
                    <a:pt x="488" y="2551"/>
                    <a:pt x="688" y="2726"/>
                  </a:cubicBezTo>
                  <a:cubicBezTo>
                    <a:pt x="1063" y="3100"/>
                    <a:pt x="1262" y="3525"/>
                    <a:pt x="1587" y="3938"/>
                  </a:cubicBezTo>
                  <a:cubicBezTo>
                    <a:pt x="3074" y="5837"/>
                    <a:pt x="5111" y="7137"/>
                    <a:pt x="7573" y="7274"/>
                  </a:cubicBezTo>
                  <a:cubicBezTo>
                    <a:pt x="7736" y="7283"/>
                    <a:pt x="7898" y="7287"/>
                    <a:pt x="8061" y="7287"/>
                  </a:cubicBezTo>
                  <a:cubicBezTo>
                    <a:pt x="8872" y="7287"/>
                    <a:pt x="9681" y="7183"/>
                    <a:pt x="10473" y="6974"/>
                  </a:cubicBezTo>
                  <a:cubicBezTo>
                    <a:pt x="10847" y="6887"/>
                    <a:pt x="11197" y="6737"/>
                    <a:pt x="11510" y="6525"/>
                  </a:cubicBezTo>
                  <a:cubicBezTo>
                    <a:pt x="11947" y="6187"/>
                    <a:pt x="12197" y="5662"/>
                    <a:pt x="12185" y="5125"/>
                  </a:cubicBezTo>
                  <a:cubicBezTo>
                    <a:pt x="12172" y="4688"/>
                    <a:pt x="11960" y="4063"/>
                    <a:pt x="11547" y="3850"/>
                  </a:cubicBezTo>
                  <a:cubicBezTo>
                    <a:pt x="11380" y="3756"/>
                    <a:pt x="11175" y="3721"/>
                    <a:pt x="10960" y="3721"/>
                  </a:cubicBezTo>
                  <a:cubicBezTo>
                    <a:pt x="10661" y="3721"/>
                    <a:pt x="10345" y="3790"/>
                    <a:pt x="10098" y="3863"/>
                  </a:cubicBezTo>
                  <a:cubicBezTo>
                    <a:pt x="9153" y="4115"/>
                    <a:pt x="8214" y="4308"/>
                    <a:pt x="7259" y="4308"/>
                  </a:cubicBezTo>
                  <a:cubicBezTo>
                    <a:pt x="6888" y="4308"/>
                    <a:pt x="6514" y="4279"/>
                    <a:pt x="6136" y="4213"/>
                  </a:cubicBezTo>
                  <a:cubicBezTo>
                    <a:pt x="4974" y="4025"/>
                    <a:pt x="3812" y="3663"/>
                    <a:pt x="2800" y="3026"/>
                  </a:cubicBezTo>
                  <a:cubicBezTo>
                    <a:pt x="2375" y="2763"/>
                    <a:pt x="1900" y="2401"/>
                    <a:pt x="1675" y="1938"/>
                  </a:cubicBezTo>
                  <a:cubicBezTo>
                    <a:pt x="1425" y="1438"/>
                    <a:pt x="1200" y="926"/>
                    <a:pt x="913" y="451"/>
                  </a:cubicBezTo>
                  <a:cubicBezTo>
                    <a:pt x="864" y="354"/>
                    <a:pt x="617" y="0"/>
                    <a:pt x="4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46">
              <a:extLst>
                <a:ext uri="{FF2B5EF4-FFF2-40B4-BE49-F238E27FC236}">
                  <a16:creationId xmlns:a16="http://schemas.microsoft.com/office/drawing/2014/main" id="{D0145044-212E-1D03-795F-2EE3657379AA}"/>
                </a:ext>
              </a:extLst>
            </p:cNvPr>
            <p:cNvSpPr/>
            <p:nvPr/>
          </p:nvSpPr>
          <p:spPr>
            <a:xfrm>
              <a:off x="5739146" y="2082010"/>
              <a:ext cx="670764" cy="403615"/>
            </a:xfrm>
            <a:custGeom>
              <a:avLst/>
              <a:gdLst/>
              <a:ahLst/>
              <a:cxnLst/>
              <a:rect l="l" t="t" r="r" b="b"/>
              <a:pathLst>
                <a:path w="12298" h="7400" extrusionOk="0">
                  <a:moveTo>
                    <a:pt x="531" y="101"/>
                  </a:moveTo>
                  <a:cubicBezTo>
                    <a:pt x="610" y="101"/>
                    <a:pt x="827" y="356"/>
                    <a:pt x="925" y="527"/>
                  </a:cubicBezTo>
                  <a:cubicBezTo>
                    <a:pt x="1138" y="877"/>
                    <a:pt x="1312" y="1264"/>
                    <a:pt x="1487" y="1626"/>
                  </a:cubicBezTo>
                  <a:cubicBezTo>
                    <a:pt x="1550" y="1751"/>
                    <a:pt x="1612" y="1889"/>
                    <a:pt x="1675" y="2014"/>
                  </a:cubicBezTo>
                  <a:cubicBezTo>
                    <a:pt x="1925" y="2526"/>
                    <a:pt x="2450" y="2889"/>
                    <a:pt x="2825" y="3126"/>
                  </a:cubicBezTo>
                  <a:cubicBezTo>
                    <a:pt x="3724" y="3701"/>
                    <a:pt x="4862" y="4101"/>
                    <a:pt x="6186" y="4326"/>
                  </a:cubicBezTo>
                  <a:cubicBezTo>
                    <a:pt x="6557" y="4387"/>
                    <a:pt x="6923" y="4413"/>
                    <a:pt x="7283" y="4413"/>
                  </a:cubicBezTo>
                  <a:cubicBezTo>
                    <a:pt x="8318" y="4413"/>
                    <a:pt x="9298" y="4195"/>
                    <a:pt x="10160" y="3963"/>
                  </a:cubicBezTo>
                  <a:cubicBezTo>
                    <a:pt x="10405" y="3897"/>
                    <a:pt x="10715" y="3826"/>
                    <a:pt x="11010" y="3826"/>
                  </a:cubicBezTo>
                  <a:cubicBezTo>
                    <a:pt x="11213" y="3826"/>
                    <a:pt x="11409" y="3859"/>
                    <a:pt x="11572" y="3951"/>
                  </a:cubicBezTo>
                  <a:cubicBezTo>
                    <a:pt x="11985" y="4163"/>
                    <a:pt x="12172" y="4801"/>
                    <a:pt x="12185" y="5175"/>
                  </a:cubicBezTo>
                  <a:cubicBezTo>
                    <a:pt x="12197" y="5713"/>
                    <a:pt x="11947" y="6225"/>
                    <a:pt x="11522" y="6550"/>
                  </a:cubicBezTo>
                  <a:cubicBezTo>
                    <a:pt x="11222" y="6763"/>
                    <a:pt x="10872" y="6912"/>
                    <a:pt x="10510" y="6987"/>
                  </a:cubicBezTo>
                  <a:cubicBezTo>
                    <a:pt x="9729" y="7196"/>
                    <a:pt x="8922" y="7300"/>
                    <a:pt x="8111" y="7300"/>
                  </a:cubicBezTo>
                  <a:cubicBezTo>
                    <a:pt x="7948" y="7300"/>
                    <a:pt x="7786" y="7296"/>
                    <a:pt x="7623" y="7287"/>
                  </a:cubicBezTo>
                  <a:cubicBezTo>
                    <a:pt x="5336" y="7162"/>
                    <a:pt x="3274" y="6013"/>
                    <a:pt x="1675" y="3963"/>
                  </a:cubicBezTo>
                  <a:cubicBezTo>
                    <a:pt x="1550" y="3813"/>
                    <a:pt x="1450" y="3651"/>
                    <a:pt x="1337" y="3488"/>
                  </a:cubicBezTo>
                  <a:cubicBezTo>
                    <a:pt x="1175" y="3226"/>
                    <a:pt x="988" y="2976"/>
                    <a:pt x="775" y="2751"/>
                  </a:cubicBezTo>
                  <a:cubicBezTo>
                    <a:pt x="575" y="2576"/>
                    <a:pt x="413" y="2376"/>
                    <a:pt x="275" y="2151"/>
                  </a:cubicBezTo>
                  <a:cubicBezTo>
                    <a:pt x="138" y="1939"/>
                    <a:pt x="100" y="1676"/>
                    <a:pt x="188" y="1426"/>
                  </a:cubicBezTo>
                  <a:cubicBezTo>
                    <a:pt x="250" y="1227"/>
                    <a:pt x="438" y="1089"/>
                    <a:pt x="663" y="1077"/>
                  </a:cubicBezTo>
                  <a:lnTo>
                    <a:pt x="750" y="1077"/>
                  </a:lnTo>
                  <a:lnTo>
                    <a:pt x="863" y="1102"/>
                  </a:lnTo>
                  <a:lnTo>
                    <a:pt x="800" y="1002"/>
                  </a:lnTo>
                  <a:cubicBezTo>
                    <a:pt x="713" y="839"/>
                    <a:pt x="450" y="239"/>
                    <a:pt x="525" y="102"/>
                  </a:cubicBezTo>
                  <a:cubicBezTo>
                    <a:pt x="527" y="102"/>
                    <a:pt x="529" y="101"/>
                    <a:pt x="531" y="101"/>
                  </a:cubicBezTo>
                  <a:close/>
                  <a:moveTo>
                    <a:pt x="527" y="1"/>
                  </a:moveTo>
                  <a:cubicBezTo>
                    <a:pt x="522" y="1"/>
                    <a:pt x="518" y="1"/>
                    <a:pt x="513" y="2"/>
                  </a:cubicBezTo>
                  <a:cubicBezTo>
                    <a:pt x="475" y="14"/>
                    <a:pt x="438" y="39"/>
                    <a:pt x="425" y="64"/>
                  </a:cubicBezTo>
                  <a:cubicBezTo>
                    <a:pt x="350" y="239"/>
                    <a:pt x="575" y="752"/>
                    <a:pt x="675" y="964"/>
                  </a:cubicBezTo>
                  <a:lnTo>
                    <a:pt x="663" y="964"/>
                  </a:lnTo>
                  <a:cubicBezTo>
                    <a:pt x="400" y="977"/>
                    <a:pt x="175" y="1152"/>
                    <a:pt x="88" y="1389"/>
                  </a:cubicBezTo>
                  <a:cubicBezTo>
                    <a:pt x="0" y="1664"/>
                    <a:pt x="38" y="1964"/>
                    <a:pt x="188" y="2201"/>
                  </a:cubicBezTo>
                  <a:cubicBezTo>
                    <a:pt x="325" y="2426"/>
                    <a:pt x="500" y="2639"/>
                    <a:pt x="700" y="2826"/>
                  </a:cubicBezTo>
                  <a:cubicBezTo>
                    <a:pt x="913" y="3039"/>
                    <a:pt x="1100" y="3288"/>
                    <a:pt x="1262" y="3551"/>
                  </a:cubicBezTo>
                  <a:cubicBezTo>
                    <a:pt x="1362" y="3701"/>
                    <a:pt x="1475" y="3876"/>
                    <a:pt x="1600" y="4026"/>
                  </a:cubicBezTo>
                  <a:cubicBezTo>
                    <a:pt x="3212" y="6100"/>
                    <a:pt x="5299" y="7250"/>
                    <a:pt x="7611" y="7387"/>
                  </a:cubicBezTo>
                  <a:cubicBezTo>
                    <a:pt x="7786" y="7400"/>
                    <a:pt x="7961" y="7400"/>
                    <a:pt x="8136" y="7400"/>
                  </a:cubicBezTo>
                  <a:cubicBezTo>
                    <a:pt x="8948" y="7400"/>
                    <a:pt x="9760" y="7287"/>
                    <a:pt x="10535" y="7075"/>
                  </a:cubicBezTo>
                  <a:cubicBezTo>
                    <a:pt x="10910" y="6987"/>
                    <a:pt x="11272" y="6837"/>
                    <a:pt x="11585" y="6613"/>
                  </a:cubicBezTo>
                  <a:cubicBezTo>
                    <a:pt x="12035" y="6275"/>
                    <a:pt x="12297" y="5738"/>
                    <a:pt x="12285" y="5163"/>
                  </a:cubicBezTo>
                  <a:cubicBezTo>
                    <a:pt x="12272" y="4688"/>
                    <a:pt x="12035" y="4063"/>
                    <a:pt x="11622" y="3851"/>
                  </a:cubicBezTo>
                  <a:cubicBezTo>
                    <a:pt x="11439" y="3752"/>
                    <a:pt x="11224" y="3716"/>
                    <a:pt x="11004" y="3716"/>
                  </a:cubicBezTo>
                  <a:cubicBezTo>
                    <a:pt x="10698" y="3716"/>
                    <a:pt x="10382" y="3785"/>
                    <a:pt x="10135" y="3851"/>
                  </a:cubicBezTo>
                  <a:cubicBezTo>
                    <a:pt x="9282" y="4083"/>
                    <a:pt x="8312" y="4301"/>
                    <a:pt x="7286" y="4301"/>
                  </a:cubicBezTo>
                  <a:cubicBezTo>
                    <a:pt x="6929" y="4301"/>
                    <a:pt x="6566" y="4274"/>
                    <a:pt x="6199" y="4213"/>
                  </a:cubicBezTo>
                  <a:cubicBezTo>
                    <a:pt x="4887" y="3988"/>
                    <a:pt x="3774" y="3601"/>
                    <a:pt x="2875" y="3039"/>
                  </a:cubicBezTo>
                  <a:cubicBezTo>
                    <a:pt x="2512" y="2801"/>
                    <a:pt x="2012" y="2451"/>
                    <a:pt x="1775" y="1964"/>
                  </a:cubicBezTo>
                  <a:cubicBezTo>
                    <a:pt x="1712" y="1839"/>
                    <a:pt x="1650" y="1701"/>
                    <a:pt x="1575" y="1564"/>
                  </a:cubicBezTo>
                  <a:cubicBezTo>
                    <a:pt x="1400" y="1214"/>
                    <a:pt x="1225" y="827"/>
                    <a:pt x="1013" y="477"/>
                  </a:cubicBezTo>
                  <a:cubicBezTo>
                    <a:pt x="1013" y="477"/>
                    <a:pt x="727" y="1"/>
                    <a:pt x="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46">
              <a:extLst>
                <a:ext uri="{FF2B5EF4-FFF2-40B4-BE49-F238E27FC236}">
                  <a16:creationId xmlns:a16="http://schemas.microsoft.com/office/drawing/2014/main" id="{F4D57E00-6FB9-0863-22AD-773EA48E317E}"/>
                </a:ext>
              </a:extLst>
            </p:cNvPr>
            <p:cNvSpPr/>
            <p:nvPr/>
          </p:nvSpPr>
          <p:spPr>
            <a:xfrm>
              <a:off x="6561810" y="2192513"/>
              <a:ext cx="2127" cy="2782"/>
            </a:xfrm>
            <a:custGeom>
              <a:avLst/>
              <a:gdLst/>
              <a:ahLst/>
              <a:cxnLst/>
              <a:rect l="l" t="t" r="r" b="b"/>
              <a:pathLst>
                <a:path w="39" h="51" extrusionOk="0">
                  <a:moveTo>
                    <a:pt x="26" y="0"/>
                  </a:moveTo>
                  <a:lnTo>
                    <a:pt x="1" y="38"/>
                  </a:lnTo>
                  <a:lnTo>
                    <a:pt x="26" y="50"/>
                  </a:lnTo>
                  <a:cubicBezTo>
                    <a:pt x="38" y="25"/>
                    <a:pt x="38" y="13"/>
                    <a:pt x="26" y="0"/>
                  </a:cubicBezTo>
                  <a:close/>
                </a:path>
              </a:pathLst>
            </a:custGeom>
            <a:solidFill>
              <a:srgbClr val="5C2A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46">
              <a:extLst>
                <a:ext uri="{FF2B5EF4-FFF2-40B4-BE49-F238E27FC236}">
                  <a16:creationId xmlns:a16="http://schemas.microsoft.com/office/drawing/2014/main" id="{CC03E44B-B48D-085B-69A0-3769277B5FC8}"/>
                </a:ext>
              </a:extLst>
            </p:cNvPr>
            <p:cNvSpPr/>
            <p:nvPr/>
          </p:nvSpPr>
          <p:spPr>
            <a:xfrm>
              <a:off x="6303497" y="2191476"/>
              <a:ext cx="272003" cy="289403"/>
            </a:xfrm>
            <a:custGeom>
              <a:avLst/>
              <a:gdLst/>
              <a:ahLst/>
              <a:cxnLst/>
              <a:rect l="l" t="t" r="r" b="b"/>
              <a:pathLst>
                <a:path w="4987" h="5306" extrusionOk="0">
                  <a:moveTo>
                    <a:pt x="4412" y="1"/>
                  </a:moveTo>
                  <a:cubicBezTo>
                    <a:pt x="4349" y="1"/>
                    <a:pt x="4287" y="7"/>
                    <a:pt x="4224" y="19"/>
                  </a:cubicBezTo>
                  <a:cubicBezTo>
                    <a:pt x="2762" y="182"/>
                    <a:pt x="1350" y="682"/>
                    <a:pt x="101" y="1469"/>
                  </a:cubicBezTo>
                  <a:cubicBezTo>
                    <a:pt x="63" y="1481"/>
                    <a:pt x="38" y="1506"/>
                    <a:pt x="13" y="1544"/>
                  </a:cubicBezTo>
                  <a:cubicBezTo>
                    <a:pt x="1" y="1569"/>
                    <a:pt x="1" y="1606"/>
                    <a:pt x="1" y="1631"/>
                  </a:cubicBezTo>
                  <a:cubicBezTo>
                    <a:pt x="26" y="2256"/>
                    <a:pt x="51" y="2869"/>
                    <a:pt x="101" y="3481"/>
                  </a:cubicBezTo>
                  <a:cubicBezTo>
                    <a:pt x="151" y="4093"/>
                    <a:pt x="213" y="4706"/>
                    <a:pt x="288" y="5305"/>
                  </a:cubicBezTo>
                  <a:cubicBezTo>
                    <a:pt x="638" y="4980"/>
                    <a:pt x="1188" y="4830"/>
                    <a:pt x="1625" y="4631"/>
                  </a:cubicBezTo>
                  <a:cubicBezTo>
                    <a:pt x="2350" y="4318"/>
                    <a:pt x="3000" y="3831"/>
                    <a:pt x="3512" y="3218"/>
                  </a:cubicBezTo>
                  <a:cubicBezTo>
                    <a:pt x="4100" y="2469"/>
                    <a:pt x="4562" y="1631"/>
                    <a:pt x="4862" y="719"/>
                  </a:cubicBezTo>
                  <a:cubicBezTo>
                    <a:pt x="4937" y="507"/>
                    <a:pt x="4987" y="232"/>
                    <a:pt x="4812" y="94"/>
                  </a:cubicBezTo>
                  <a:cubicBezTo>
                    <a:pt x="4787" y="82"/>
                    <a:pt x="4774" y="69"/>
                    <a:pt x="4749" y="57"/>
                  </a:cubicBezTo>
                  <a:cubicBezTo>
                    <a:pt x="4749" y="82"/>
                    <a:pt x="4737" y="107"/>
                    <a:pt x="4724" y="119"/>
                  </a:cubicBezTo>
                  <a:lnTo>
                    <a:pt x="4674" y="107"/>
                  </a:lnTo>
                  <a:lnTo>
                    <a:pt x="4724" y="44"/>
                  </a:lnTo>
                  <a:cubicBezTo>
                    <a:pt x="4687" y="32"/>
                    <a:pt x="4637" y="19"/>
                    <a:pt x="4599" y="19"/>
                  </a:cubicBezTo>
                  <a:cubicBezTo>
                    <a:pt x="4537" y="7"/>
                    <a:pt x="4474" y="1"/>
                    <a:pt x="44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46">
              <a:extLst>
                <a:ext uri="{FF2B5EF4-FFF2-40B4-BE49-F238E27FC236}">
                  <a16:creationId xmlns:a16="http://schemas.microsoft.com/office/drawing/2014/main" id="{462E54D3-20E2-09DC-1E31-8AF0EDCFC63C}"/>
                </a:ext>
              </a:extLst>
            </p:cNvPr>
            <p:cNvSpPr/>
            <p:nvPr/>
          </p:nvSpPr>
          <p:spPr>
            <a:xfrm>
              <a:off x="6325314" y="2191476"/>
              <a:ext cx="482647" cy="650637"/>
            </a:xfrm>
            <a:custGeom>
              <a:avLst/>
              <a:gdLst/>
              <a:ahLst/>
              <a:cxnLst/>
              <a:rect l="l" t="t" r="r" b="b"/>
              <a:pathLst>
                <a:path w="8849" h="11929" extrusionOk="0">
                  <a:moveTo>
                    <a:pt x="5195" y="0"/>
                  </a:moveTo>
                  <a:cubicBezTo>
                    <a:pt x="4649" y="0"/>
                    <a:pt x="4089" y="155"/>
                    <a:pt x="3650" y="382"/>
                  </a:cubicBezTo>
                  <a:cubicBezTo>
                    <a:pt x="2162" y="1131"/>
                    <a:pt x="1800" y="3093"/>
                    <a:pt x="1325" y="4568"/>
                  </a:cubicBezTo>
                  <a:cubicBezTo>
                    <a:pt x="763" y="6280"/>
                    <a:pt x="325" y="8030"/>
                    <a:pt x="0" y="9792"/>
                  </a:cubicBezTo>
                  <a:cubicBezTo>
                    <a:pt x="513" y="10154"/>
                    <a:pt x="1413" y="10254"/>
                    <a:pt x="2000" y="10404"/>
                  </a:cubicBezTo>
                  <a:cubicBezTo>
                    <a:pt x="2787" y="10616"/>
                    <a:pt x="3575" y="10816"/>
                    <a:pt x="4374" y="11016"/>
                  </a:cubicBezTo>
                  <a:cubicBezTo>
                    <a:pt x="4749" y="11104"/>
                    <a:pt x="7836" y="11654"/>
                    <a:pt x="8848" y="11929"/>
                  </a:cubicBezTo>
                  <a:cubicBezTo>
                    <a:pt x="8473" y="10979"/>
                    <a:pt x="8073" y="10017"/>
                    <a:pt x="8111" y="8979"/>
                  </a:cubicBezTo>
                  <a:cubicBezTo>
                    <a:pt x="8186" y="6792"/>
                    <a:pt x="8523" y="4531"/>
                    <a:pt x="7611" y="2456"/>
                  </a:cubicBezTo>
                  <a:cubicBezTo>
                    <a:pt x="7324" y="1806"/>
                    <a:pt x="6986" y="707"/>
                    <a:pt x="6361" y="307"/>
                  </a:cubicBezTo>
                  <a:cubicBezTo>
                    <a:pt x="6021" y="90"/>
                    <a:pt x="5612" y="0"/>
                    <a:pt x="51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46">
              <a:extLst>
                <a:ext uri="{FF2B5EF4-FFF2-40B4-BE49-F238E27FC236}">
                  <a16:creationId xmlns:a16="http://schemas.microsoft.com/office/drawing/2014/main" id="{46C29EC2-3D65-5891-5439-2FEA1ACC0D8C}"/>
                </a:ext>
              </a:extLst>
            </p:cNvPr>
            <p:cNvSpPr/>
            <p:nvPr/>
          </p:nvSpPr>
          <p:spPr>
            <a:xfrm>
              <a:off x="6715893" y="2325815"/>
              <a:ext cx="399469" cy="434867"/>
            </a:xfrm>
            <a:custGeom>
              <a:avLst/>
              <a:gdLst/>
              <a:ahLst/>
              <a:cxnLst/>
              <a:rect l="l" t="t" r="r" b="b"/>
              <a:pathLst>
                <a:path w="7324" h="7973" extrusionOk="0">
                  <a:moveTo>
                    <a:pt x="2213" y="1"/>
                  </a:moveTo>
                  <a:cubicBezTo>
                    <a:pt x="2167" y="1"/>
                    <a:pt x="2121" y="2"/>
                    <a:pt x="2075" y="6"/>
                  </a:cubicBezTo>
                  <a:cubicBezTo>
                    <a:pt x="1125" y="118"/>
                    <a:pt x="550" y="1118"/>
                    <a:pt x="925" y="1993"/>
                  </a:cubicBezTo>
                  <a:cubicBezTo>
                    <a:pt x="1162" y="2505"/>
                    <a:pt x="1662" y="2842"/>
                    <a:pt x="2137" y="3167"/>
                  </a:cubicBezTo>
                  <a:lnTo>
                    <a:pt x="2150" y="3167"/>
                  </a:lnTo>
                  <a:cubicBezTo>
                    <a:pt x="2824" y="3642"/>
                    <a:pt x="3462" y="4167"/>
                    <a:pt x="4049" y="4729"/>
                  </a:cubicBezTo>
                  <a:cubicBezTo>
                    <a:pt x="4424" y="5092"/>
                    <a:pt x="4137" y="5492"/>
                    <a:pt x="3812" y="5779"/>
                  </a:cubicBezTo>
                  <a:cubicBezTo>
                    <a:pt x="3291" y="6219"/>
                    <a:pt x="2417" y="6969"/>
                    <a:pt x="1666" y="6969"/>
                  </a:cubicBezTo>
                  <a:cubicBezTo>
                    <a:pt x="1605" y="6969"/>
                    <a:pt x="1546" y="6964"/>
                    <a:pt x="1487" y="6954"/>
                  </a:cubicBezTo>
                  <a:cubicBezTo>
                    <a:pt x="1262" y="6916"/>
                    <a:pt x="1062" y="6816"/>
                    <a:pt x="850" y="6766"/>
                  </a:cubicBezTo>
                  <a:cubicBezTo>
                    <a:pt x="775" y="6740"/>
                    <a:pt x="698" y="6727"/>
                    <a:pt x="622" y="6727"/>
                  </a:cubicBezTo>
                  <a:cubicBezTo>
                    <a:pt x="483" y="6727"/>
                    <a:pt x="346" y="6769"/>
                    <a:pt x="225" y="6841"/>
                  </a:cubicBezTo>
                  <a:cubicBezTo>
                    <a:pt x="13" y="7054"/>
                    <a:pt x="0" y="7391"/>
                    <a:pt x="175" y="7616"/>
                  </a:cubicBezTo>
                  <a:cubicBezTo>
                    <a:pt x="363" y="7841"/>
                    <a:pt x="637" y="7966"/>
                    <a:pt x="925" y="7966"/>
                  </a:cubicBezTo>
                  <a:cubicBezTo>
                    <a:pt x="1027" y="7971"/>
                    <a:pt x="1131" y="7973"/>
                    <a:pt x="1235" y="7973"/>
                  </a:cubicBezTo>
                  <a:cubicBezTo>
                    <a:pt x="1664" y="7973"/>
                    <a:pt x="2102" y="7939"/>
                    <a:pt x="2524" y="7928"/>
                  </a:cubicBezTo>
                  <a:cubicBezTo>
                    <a:pt x="3074" y="7916"/>
                    <a:pt x="3624" y="7816"/>
                    <a:pt x="4162" y="7654"/>
                  </a:cubicBezTo>
                  <a:cubicBezTo>
                    <a:pt x="5099" y="7341"/>
                    <a:pt x="6011" y="6829"/>
                    <a:pt x="6548" y="5967"/>
                  </a:cubicBezTo>
                  <a:cubicBezTo>
                    <a:pt x="7323" y="4679"/>
                    <a:pt x="6573" y="3530"/>
                    <a:pt x="5761" y="2492"/>
                  </a:cubicBezTo>
                  <a:cubicBezTo>
                    <a:pt x="5036" y="1580"/>
                    <a:pt x="4212" y="680"/>
                    <a:pt x="3124" y="206"/>
                  </a:cubicBezTo>
                  <a:cubicBezTo>
                    <a:pt x="2841" y="75"/>
                    <a:pt x="2528" y="1"/>
                    <a:pt x="22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46">
              <a:extLst>
                <a:ext uri="{FF2B5EF4-FFF2-40B4-BE49-F238E27FC236}">
                  <a16:creationId xmlns:a16="http://schemas.microsoft.com/office/drawing/2014/main" id="{CA8AAF71-FE8C-D720-7A61-8213FC7EC7C0}"/>
                </a:ext>
              </a:extLst>
            </p:cNvPr>
            <p:cNvSpPr/>
            <p:nvPr/>
          </p:nvSpPr>
          <p:spPr>
            <a:xfrm>
              <a:off x="6710493" y="2323087"/>
              <a:ext cx="408960" cy="440649"/>
            </a:xfrm>
            <a:custGeom>
              <a:avLst/>
              <a:gdLst/>
              <a:ahLst/>
              <a:cxnLst/>
              <a:rect l="l" t="t" r="r" b="b"/>
              <a:pathLst>
                <a:path w="7498" h="8079" extrusionOk="0">
                  <a:moveTo>
                    <a:pt x="2311" y="101"/>
                  </a:moveTo>
                  <a:cubicBezTo>
                    <a:pt x="2624" y="101"/>
                    <a:pt x="2927" y="175"/>
                    <a:pt x="3211" y="306"/>
                  </a:cubicBezTo>
                  <a:cubicBezTo>
                    <a:pt x="4311" y="780"/>
                    <a:pt x="5148" y="1718"/>
                    <a:pt x="5823" y="2580"/>
                  </a:cubicBezTo>
                  <a:cubicBezTo>
                    <a:pt x="6635" y="3617"/>
                    <a:pt x="7372" y="4729"/>
                    <a:pt x="6597" y="5992"/>
                  </a:cubicBezTo>
                  <a:cubicBezTo>
                    <a:pt x="6148" y="6729"/>
                    <a:pt x="5348" y="7291"/>
                    <a:pt x="4248" y="7654"/>
                  </a:cubicBezTo>
                  <a:cubicBezTo>
                    <a:pt x="3711" y="7829"/>
                    <a:pt x="3173" y="7916"/>
                    <a:pt x="2611" y="7929"/>
                  </a:cubicBezTo>
                  <a:cubicBezTo>
                    <a:pt x="2436" y="7929"/>
                    <a:pt x="2249" y="7941"/>
                    <a:pt x="2061" y="7954"/>
                  </a:cubicBezTo>
                  <a:cubicBezTo>
                    <a:pt x="1823" y="7962"/>
                    <a:pt x="1571" y="7971"/>
                    <a:pt x="1330" y="7971"/>
                  </a:cubicBezTo>
                  <a:cubicBezTo>
                    <a:pt x="1230" y="7971"/>
                    <a:pt x="1132" y="7970"/>
                    <a:pt x="1036" y="7966"/>
                  </a:cubicBezTo>
                  <a:cubicBezTo>
                    <a:pt x="749" y="7966"/>
                    <a:pt x="499" y="7841"/>
                    <a:pt x="312" y="7641"/>
                  </a:cubicBezTo>
                  <a:cubicBezTo>
                    <a:pt x="1" y="7342"/>
                    <a:pt x="228" y="6826"/>
                    <a:pt x="642" y="6826"/>
                  </a:cubicBezTo>
                  <a:cubicBezTo>
                    <a:pt x="661" y="6826"/>
                    <a:pt x="680" y="6827"/>
                    <a:pt x="699" y="6829"/>
                  </a:cubicBezTo>
                  <a:cubicBezTo>
                    <a:pt x="774" y="6829"/>
                    <a:pt x="861" y="6829"/>
                    <a:pt x="949" y="6854"/>
                  </a:cubicBezTo>
                  <a:cubicBezTo>
                    <a:pt x="1036" y="6879"/>
                    <a:pt x="1124" y="6904"/>
                    <a:pt x="1211" y="6929"/>
                  </a:cubicBezTo>
                  <a:cubicBezTo>
                    <a:pt x="1324" y="6979"/>
                    <a:pt x="1461" y="7016"/>
                    <a:pt x="1586" y="7041"/>
                  </a:cubicBezTo>
                  <a:cubicBezTo>
                    <a:pt x="1647" y="7052"/>
                    <a:pt x="1709" y="7056"/>
                    <a:pt x="1772" y="7056"/>
                  </a:cubicBezTo>
                  <a:cubicBezTo>
                    <a:pt x="2541" y="7056"/>
                    <a:pt x="3403" y="6317"/>
                    <a:pt x="3923" y="5867"/>
                  </a:cubicBezTo>
                  <a:lnTo>
                    <a:pt x="3948" y="5854"/>
                  </a:lnTo>
                  <a:cubicBezTo>
                    <a:pt x="4148" y="5679"/>
                    <a:pt x="4385" y="5429"/>
                    <a:pt x="4385" y="5154"/>
                  </a:cubicBezTo>
                  <a:cubicBezTo>
                    <a:pt x="4385" y="4992"/>
                    <a:pt x="4323" y="4842"/>
                    <a:pt x="4198" y="4729"/>
                  </a:cubicBezTo>
                  <a:cubicBezTo>
                    <a:pt x="3598" y="4167"/>
                    <a:pt x="2961" y="3642"/>
                    <a:pt x="2286" y="3167"/>
                  </a:cubicBezTo>
                  <a:lnTo>
                    <a:pt x="2249" y="3205"/>
                  </a:lnTo>
                  <a:lnTo>
                    <a:pt x="2274" y="3167"/>
                  </a:lnTo>
                  <a:lnTo>
                    <a:pt x="2199" y="3117"/>
                  </a:lnTo>
                  <a:cubicBezTo>
                    <a:pt x="1749" y="2817"/>
                    <a:pt x="1299" y="2505"/>
                    <a:pt x="1086" y="2018"/>
                  </a:cubicBezTo>
                  <a:cubicBezTo>
                    <a:pt x="711" y="1180"/>
                    <a:pt x="1261" y="218"/>
                    <a:pt x="2174" y="106"/>
                  </a:cubicBezTo>
                  <a:cubicBezTo>
                    <a:pt x="2220" y="102"/>
                    <a:pt x="2265" y="101"/>
                    <a:pt x="2311" y="101"/>
                  </a:cubicBezTo>
                  <a:close/>
                  <a:moveTo>
                    <a:pt x="2303" y="1"/>
                  </a:moveTo>
                  <a:cubicBezTo>
                    <a:pt x="2256" y="1"/>
                    <a:pt x="2208" y="2"/>
                    <a:pt x="2161" y="6"/>
                  </a:cubicBezTo>
                  <a:cubicBezTo>
                    <a:pt x="1186" y="118"/>
                    <a:pt x="586" y="1155"/>
                    <a:pt x="986" y="2055"/>
                  </a:cubicBezTo>
                  <a:cubicBezTo>
                    <a:pt x="1199" y="2567"/>
                    <a:pt x="1674" y="2892"/>
                    <a:pt x="2124" y="3205"/>
                  </a:cubicBezTo>
                  <a:lnTo>
                    <a:pt x="2211" y="3255"/>
                  </a:lnTo>
                  <a:lnTo>
                    <a:pt x="2236" y="3217"/>
                  </a:lnTo>
                  <a:lnTo>
                    <a:pt x="2224" y="3267"/>
                  </a:lnTo>
                  <a:cubicBezTo>
                    <a:pt x="2898" y="3730"/>
                    <a:pt x="3523" y="4255"/>
                    <a:pt x="4123" y="4829"/>
                  </a:cubicBezTo>
                  <a:cubicBezTo>
                    <a:pt x="4223" y="4917"/>
                    <a:pt x="4273" y="5042"/>
                    <a:pt x="4273" y="5167"/>
                  </a:cubicBezTo>
                  <a:cubicBezTo>
                    <a:pt x="4261" y="5404"/>
                    <a:pt x="4048" y="5642"/>
                    <a:pt x="3873" y="5792"/>
                  </a:cubicBezTo>
                  <a:lnTo>
                    <a:pt x="3848" y="5817"/>
                  </a:lnTo>
                  <a:cubicBezTo>
                    <a:pt x="3329" y="6255"/>
                    <a:pt x="2489" y="6982"/>
                    <a:pt x="1764" y="6982"/>
                  </a:cubicBezTo>
                  <a:cubicBezTo>
                    <a:pt x="1704" y="6982"/>
                    <a:pt x="1644" y="6977"/>
                    <a:pt x="1586" y="6966"/>
                  </a:cubicBezTo>
                  <a:cubicBezTo>
                    <a:pt x="1474" y="6941"/>
                    <a:pt x="1349" y="6904"/>
                    <a:pt x="1224" y="6866"/>
                  </a:cubicBezTo>
                  <a:cubicBezTo>
                    <a:pt x="1136" y="6829"/>
                    <a:pt x="1049" y="6804"/>
                    <a:pt x="961" y="6779"/>
                  </a:cubicBezTo>
                  <a:cubicBezTo>
                    <a:pt x="879" y="6751"/>
                    <a:pt x="793" y="6737"/>
                    <a:pt x="708" y="6737"/>
                  </a:cubicBezTo>
                  <a:cubicBezTo>
                    <a:pt x="560" y="6737"/>
                    <a:pt x="413" y="6779"/>
                    <a:pt x="287" y="6866"/>
                  </a:cubicBezTo>
                  <a:cubicBezTo>
                    <a:pt x="37" y="7066"/>
                    <a:pt x="49" y="7479"/>
                    <a:pt x="224" y="7704"/>
                  </a:cubicBezTo>
                  <a:cubicBezTo>
                    <a:pt x="424" y="7941"/>
                    <a:pt x="711" y="8078"/>
                    <a:pt x="1024" y="8078"/>
                  </a:cubicBezTo>
                  <a:lnTo>
                    <a:pt x="1336" y="8078"/>
                  </a:lnTo>
                  <a:cubicBezTo>
                    <a:pt x="1574" y="8078"/>
                    <a:pt x="1824" y="8066"/>
                    <a:pt x="2086" y="8053"/>
                  </a:cubicBezTo>
                  <a:cubicBezTo>
                    <a:pt x="2261" y="8041"/>
                    <a:pt x="2448" y="8028"/>
                    <a:pt x="2623" y="8028"/>
                  </a:cubicBezTo>
                  <a:cubicBezTo>
                    <a:pt x="3186" y="8016"/>
                    <a:pt x="3748" y="7916"/>
                    <a:pt x="4286" y="7741"/>
                  </a:cubicBezTo>
                  <a:cubicBezTo>
                    <a:pt x="5410" y="7379"/>
                    <a:pt x="6223" y="6804"/>
                    <a:pt x="6697" y="6042"/>
                  </a:cubicBezTo>
                  <a:cubicBezTo>
                    <a:pt x="7497" y="4729"/>
                    <a:pt x="6710" y="3530"/>
                    <a:pt x="5910" y="2517"/>
                  </a:cubicBezTo>
                  <a:cubicBezTo>
                    <a:pt x="5223" y="1643"/>
                    <a:pt x="4385" y="693"/>
                    <a:pt x="3261" y="218"/>
                  </a:cubicBezTo>
                  <a:cubicBezTo>
                    <a:pt x="2966" y="76"/>
                    <a:pt x="2633" y="1"/>
                    <a:pt x="23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46">
              <a:extLst>
                <a:ext uri="{FF2B5EF4-FFF2-40B4-BE49-F238E27FC236}">
                  <a16:creationId xmlns:a16="http://schemas.microsoft.com/office/drawing/2014/main" id="{7DD44D86-747B-3923-7A80-7949D79E78C4}"/>
                </a:ext>
              </a:extLst>
            </p:cNvPr>
            <p:cNvSpPr/>
            <p:nvPr/>
          </p:nvSpPr>
          <p:spPr>
            <a:xfrm>
              <a:off x="6582973" y="2195240"/>
              <a:ext cx="432195" cy="352508"/>
            </a:xfrm>
            <a:custGeom>
              <a:avLst/>
              <a:gdLst/>
              <a:ahLst/>
              <a:cxnLst/>
              <a:rect l="l" t="t" r="r" b="b"/>
              <a:pathLst>
                <a:path w="7924" h="6463" extrusionOk="0">
                  <a:moveTo>
                    <a:pt x="525" y="0"/>
                  </a:moveTo>
                  <a:cubicBezTo>
                    <a:pt x="525" y="763"/>
                    <a:pt x="0" y="1625"/>
                    <a:pt x="225" y="2387"/>
                  </a:cubicBezTo>
                  <a:cubicBezTo>
                    <a:pt x="450" y="3149"/>
                    <a:pt x="1062" y="3812"/>
                    <a:pt x="1600" y="4374"/>
                  </a:cubicBezTo>
                  <a:cubicBezTo>
                    <a:pt x="2437" y="5224"/>
                    <a:pt x="3837" y="5599"/>
                    <a:pt x="4737" y="6386"/>
                  </a:cubicBezTo>
                  <a:cubicBezTo>
                    <a:pt x="4783" y="6342"/>
                    <a:pt x="4803" y="6326"/>
                    <a:pt x="4809" y="6326"/>
                  </a:cubicBezTo>
                  <a:cubicBezTo>
                    <a:pt x="4826" y="6326"/>
                    <a:pt x="4722" y="6462"/>
                    <a:pt x="4785" y="6462"/>
                  </a:cubicBezTo>
                  <a:cubicBezTo>
                    <a:pt x="4800" y="6462"/>
                    <a:pt x="4824" y="6455"/>
                    <a:pt x="4861" y="6436"/>
                  </a:cubicBezTo>
                  <a:cubicBezTo>
                    <a:pt x="5149" y="6261"/>
                    <a:pt x="5436" y="6061"/>
                    <a:pt x="5711" y="5849"/>
                  </a:cubicBezTo>
                  <a:cubicBezTo>
                    <a:pt x="6274" y="5449"/>
                    <a:pt x="7373" y="4599"/>
                    <a:pt x="7923" y="4174"/>
                  </a:cubicBezTo>
                  <a:cubicBezTo>
                    <a:pt x="6374" y="1987"/>
                    <a:pt x="3274" y="275"/>
                    <a:pt x="5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46">
              <a:extLst>
                <a:ext uri="{FF2B5EF4-FFF2-40B4-BE49-F238E27FC236}">
                  <a16:creationId xmlns:a16="http://schemas.microsoft.com/office/drawing/2014/main" id="{C834B780-89EF-65A7-2900-25BF80F8614A}"/>
                </a:ext>
              </a:extLst>
            </p:cNvPr>
            <p:cNvSpPr/>
            <p:nvPr/>
          </p:nvSpPr>
          <p:spPr>
            <a:xfrm>
              <a:off x="6246937" y="4160951"/>
              <a:ext cx="190190" cy="105867"/>
            </a:xfrm>
            <a:custGeom>
              <a:avLst/>
              <a:gdLst/>
              <a:ahLst/>
              <a:cxnLst/>
              <a:rect l="l" t="t" r="r" b="b"/>
              <a:pathLst>
                <a:path w="3487" h="1941" extrusionOk="0">
                  <a:moveTo>
                    <a:pt x="2312" y="1"/>
                  </a:moveTo>
                  <a:cubicBezTo>
                    <a:pt x="2237" y="163"/>
                    <a:pt x="2162" y="338"/>
                    <a:pt x="2112" y="500"/>
                  </a:cubicBezTo>
                  <a:cubicBezTo>
                    <a:pt x="2037" y="688"/>
                    <a:pt x="1912" y="850"/>
                    <a:pt x="1762" y="988"/>
                  </a:cubicBezTo>
                  <a:cubicBezTo>
                    <a:pt x="1437" y="1263"/>
                    <a:pt x="988" y="1300"/>
                    <a:pt x="600" y="1388"/>
                  </a:cubicBezTo>
                  <a:cubicBezTo>
                    <a:pt x="450" y="1425"/>
                    <a:pt x="175" y="1463"/>
                    <a:pt x="100" y="1613"/>
                  </a:cubicBezTo>
                  <a:cubicBezTo>
                    <a:pt x="0" y="1800"/>
                    <a:pt x="188" y="1900"/>
                    <a:pt x="350" y="1900"/>
                  </a:cubicBezTo>
                  <a:lnTo>
                    <a:pt x="625" y="1913"/>
                  </a:lnTo>
                  <a:cubicBezTo>
                    <a:pt x="988" y="1931"/>
                    <a:pt x="1350" y="1941"/>
                    <a:pt x="1712" y="1941"/>
                  </a:cubicBezTo>
                  <a:cubicBezTo>
                    <a:pt x="2075" y="1941"/>
                    <a:pt x="2437" y="1931"/>
                    <a:pt x="2800" y="1913"/>
                  </a:cubicBezTo>
                  <a:cubicBezTo>
                    <a:pt x="2900" y="1913"/>
                    <a:pt x="3012" y="1888"/>
                    <a:pt x="3112" y="1850"/>
                  </a:cubicBezTo>
                  <a:cubicBezTo>
                    <a:pt x="3487" y="1675"/>
                    <a:pt x="3399" y="1113"/>
                    <a:pt x="3412" y="788"/>
                  </a:cubicBezTo>
                  <a:cubicBezTo>
                    <a:pt x="3412" y="525"/>
                    <a:pt x="3424" y="263"/>
                    <a:pt x="3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46">
              <a:extLst>
                <a:ext uri="{FF2B5EF4-FFF2-40B4-BE49-F238E27FC236}">
                  <a16:creationId xmlns:a16="http://schemas.microsoft.com/office/drawing/2014/main" id="{18BE55CA-AB71-9AA3-D2A6-20E3DD3645BB}"/>
                </a:ext>
              </a:extLst>
            </p:cNvPr>
            <p:cNvSpPr/>
            <p:nvPr/>
          </p:nvSpPr>
          <p:spPr>
            <a:xfrm>
              <a:off x="6520958" y="1982960"/>
              <a:ext cx="129975" cy="273585"/>
            </a:xfrm>
            <a:custGeom>
              <a:avLst/>
              <a:gdLst/>
              <a:ahLst/>
              <a:cxnLst/>
              <a:rect l="l" t="t" r="r" b="b"/>
              <a:pathLst>
                <a:path w="2383" h="5016" extrusionOk="0">
                  <a:moveTo>
                    <a:pt x="1235" y="1"/>
                  </a:moveTo>
                  <a:cubicBezTo>
                    <a:pt x="1176" y="1"/>
                    <a:pt x="1114" y="6"/>
                    <a:pt x="1050" y="18"/>
                  </a:cubicBezTo>
                  <a:cubicBezTo>
                    <a:pt x="487" y="118"/>
                    <a:pt x="200" y="843"/>
                    <a:pt x="75" y="1343"/>
                  </a:cubicBezTo>
                  <a:cubicBezTo>
                    <a:pt x="0" y="1693"/>
                    <a:pt x="25" y="2043"/>
                    <a:pt x="150" y="2380"/>
                  </a:cubicBezTo>
                  <a:cubicBezTo>
                    <a:pt x="287" y="2755"/>
                    <a:pt x="712" y="2980"/>
                    <a:pt x="687" y="3392"/>
                  </a:cubicBezTo>
                  <a:cubicBezTo>
                    <a:pt x="650" y="3780"/>
                    <a:pt x="587" y="4167"/>
                    <a:pt x="500" y="4542"/>
                  </a:cubicBezTo>
                  <a:cubicBezTo>
                    <a:pt x="437" y="4913"/>
                    <a:pt x="739" y="5015"/>
                    <a:pt x="1054" y="5015"/>
                  </a:cubicBezTo>
                  <a:cubicBezTo>
                    <a:pt x="1174" y="5015"/>
                    <a:pt x="1296" y="5000"/>
                    <a:pt x="1400" y="4979"/>
                  </a:cubicBezTo>
                  <a:cubicBezTo>
                    <a:pt x="1812" y="4880"/>
                    <a:pt x="2224" y="4605"/>
                    <a:pt x="2212" y="4117"/>
                  </a:cubicBezTo>
                  <a:cubicBezTo>
                    <a:pt x="2199" y="3630"/>
                    <a:pt x="2112" y="3142"/>
                    <a:pt x="2162" y="2668"/>
                  </a:cubicBezTo>
                  <a:cubicBezTo>
                    <a:pt x="2187" y="2293"/>
                    <a:pt x="2299" y="1943"/>
                    <a:pt x="2324" y="1568"/>
                  </a:cubicBezTo>
                  <a:cubicBezTo>
                    <a:pt x="2382" y="908"/>
                    <a:pt x="1989" y="1"/>
                    <a:pt x="12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46">
              <a:extLst>
                <a:ext uri="{FF2B5EF4-FFF2-40B4-BE49-F238E27FC236}">
                  <a16:creationId xmlns:a16="http://schemas.microsoft.com/office/drawing/2014/main" id="{59348BAD-5969-06D7-98B8-23957D66E02A}"/>
                </a:ext>
              </a:extLst>
            </p:cNvPr>
            <p:cNvSpPr/>
            <p:nvPr/>
          </p:nvSpPr>
          <p:spPr>
            <a:xfrm>
              <a:off x="6518231" y="1979470"/>
              <a:ext cx="134284" cy="279858"/>
            </a:xfrm>
            <a:custGeom>
              <a:avLst/>
              <a:gdLst/>
              <a:ahLst/>
              <a:cxnLst/>
              <a:rect l="l" t="t" r="r" b="b"/>
              <a:pathLst>
                <a:path w="2462" h="5131" extrusionOk="0">
                  <a:moveTo>
                    <a:pt x="1328" y="119"/>
                  </a:moveTo>
                  <a:cubicBezTo>
                    <a:pt x="1526" y="119"/>
                    <a:pt x="1722" y="204"/>
                    <a:pt x="1875" y="345"/>
                  </a:cubicBezTo>
                  <a:cubicBezTo>
                    <a:pt x="2199" y="682"/>
                    <a:pt x="2374" y="1157"/>
                    <a:pt x="2337" y="1632"/>
                  </a:cubicBezTo>
                  <a:cubicBezTo>
                    <a:pt x="2324" y="1819"/>
                    <a:pt x="2287" y="2007"/>
                    <a:pt x="2249" y="2182"/>
                  </a:cubicBezTo>
                  <a:cubicBezTo>
                    <a:pt x="2212" y="2357"/>
                    <a:pt x="2187" y="2544"/>
                    <a:pt x="2174" y="2719"/>
                  </a:cubicBezTo>
                  <a:cubicBezTo>
                    <a:pt x="2149" y="3032"/>
                    <a:pt x="2149" y="3356"/>
                    <a:pt x="2187" y="3669"/>
                  </a:cubicBezTo>
                  <a:cubicBezTo>
                    <a:pt x="2212" y="3831"/>
                    <a:pt x="2224" y="4006"/>
                    <a:pt x="2224" y="4181"/>
                  </a:cubicBezTo>
                  <a:cubicBezTo>
                    <a:pt x="2237" y="4606"/>
                    <a:pt x="1850" y="4894"/>
                    <a:pt x="1450" y="4981"/>
                  </a:cubicBezTo>
                  <a:cubicBezTo>
                    <a:pt x="1339" y="5006"/>
                    <a:pt x="1216" y="5021"/>
                    <a:pt x="1099" y="5021"/>
                  </a:cubicBezTo>
                  <a:cubicBezTo>
                    <a:pt x="925" y="5021"/>
                    <a:pt x="764" y="4988"/>
                    <a:pt x="675" y="4906"/>
                  </a:cubicBezTo>
                  <a:cubicBezTo>
                    <a:pt x="600" y="4831"/>
                    <a:pt x="575" y="4719"/>
                    <a:pt x="600" y="4619"/>
                  </a:cubicBezTo>
                  <a:cubicBezTo>
                    <a:pt x="625" y="4494"/>
                    <a:pt x="650" y="4381"/>
                    <a:pt x="675" y="4269"/>
                  </a:cubicBezTo>
                  <a:cubicBezTo>
                    <a:pt x="725" y="4006"/>
                    <a:pt x="775" y="3731"/>
                    <a:pt x="800" y="3469"/>
                  </a:cubicBezTo>
                  <a:lnTo>
                    <a:pt x="800" y="3456"/>
                  </a:lnTo>
                  <a:cubicBezTo>
                    <a:pt x="812" y="3194"/>
                    <a:pt x="662" y="3007"/>
                    <a:pt x="500" y="2819"/>
                  </a:cubicBezTo>
                  <a:cubicBezTo>
                    <a:pt x="400" y="2707"/>
                    <a:pt x="312" y="2569"/>
                    <a:pt x="250" y="2419"/>
                  </a:cubicBezTo>
                  <a:cubicBezTo>
                    <a:pt x="125" y="2107"/>
                    <a:pt x="100" y="1757"/>
                    <a:pt x="175" y="1419"/>
                  </a:cubicBezTo>
                  <a:cubicBezTo>
                    <a:pt x="250" y="1070"/>
                    <a:pt x="525" y="232"/>
                    <a:pt x="1112" y="132"/>
                  </a:cubicBezTo>
                  <a:cubicBezTo>
                    <a:pt x="1162" y="120"/>
                    <a:pt x="1225" y="120"/>
                    <a:pt x="1287" y="120"/>
                  </a:cubicBezTo>
                  <a:cubicBezTo>
                    <a:pt x="1301" y="119"/>
                    <a:pt x="1314" y="119"/>
                    <a:pt x="1328" y="119"/>
                  </a:cubicBezTo>
                  <a:close/>
                  <a:moveTo>
                    <a:pt x="1279" y="0"/>
                  </a:moveTo>
                  <a:cubicBezTo>
                    <a:pt x="1215" y="0"/>
                    <a:pt x="1151" y="7"/>
                    <a:pt x="1087" y="20"/>
                  </a:cubicBezTo>
                  <a:cubicBezTo>
                    <a:pt x="475" y="132"/>
                    <a:pt x="188" y="920"/>
                    <a:pt x="75" y="1382"/>
                  </a:cubicBezTo>
                  <a:cubicBezTo>
                    <a:pt x="0" y="1744"/>
                    <a:pt x="25" y="2107"/>
                    <a:pt x="150" y="2444"/>
                  </a:cubicBezTo>
                  <a:cubicBezTo>
                    <a:pt x="213" y="2607"/>
                    <a:pt x="312" y="2744"/>
                    <a:pt x="425" y="2869"/>
                  </a:cubicBezTo>
                  <a:cubicBezTo>
                    <a:pt x="562" y="3057"/>
                    <a:pt x="700" y="3219"/>
                    <a:pt x="687" y="3444"/>
                  </a:cubicBezTo>
                  <a:lnTo>
                    <a:pt x="737" y="3456"/>
                  </a:lnTo>
                  <a:lnTo>
                    <a:pt x="687" y="3456"/>
                  </a:lnTo>
                  <a:cubicBezTo>
                    <a:pt x="662" y="3719"/>
                    <a:pt x="625" y="3981"/>
                    <a:pt x="562" y="4244"/>
                  </a:cubicBezTo>
                  <a:cubicBezTo>
                    <a:pt x="537" y="4356"/>
                    <a:pt x="525" y="4481"/>
                    <a:pt x="500" y="4594"/>
                  </a:cubicBezTo>
                  <a:cubicBezTo>
                    <a:pt x="462" y="4731"/>
                    <a:pt x="500" y="4869"/>
                    <a:pt x="600" y="4969"/>
                  </a:cubicBezTo>
                  <a:cubicBezTo>
                    <a:pt x="737" y="5081"/>
                    <a:pt x="912" y="5131"/>
                    <a:pt x="1100" y="5131"/>
                  </a:cubicBezTo>
                  <a:cubicBezTo>
                    <a:pt x="1225" y="5118"/>
                    <a:pt x="1350" y="5106"/>
                    <a:pt x="1462" y="5081"/>
                  </a:cubicBezTo>
                  <a:cubicBezTo>
                    <a:pt x="1900" y="4981"/>
                    <a:pt x="2324" y="4656"/>
                    <a:pt x="2312" y="4169"/>
                  </a:cubicBezTo>
                  <a:cubicBezTo>
                    <a:pt x="2312" y="4006"/>
                    <a:pt x="2299" y="3831"/>
                    <a:pt x="2274" y="3656"/>
                  </a:cubicBezTo>
                  <a:cubicBezTo>
                    <a:pt x="2249" y="3344"/>
                    <a:pt x="2237" y="3032"/>
                    <a:pt x="2262" y="2719"/>
                  </a:cubicBezTo>
                  <a:cubicBezTo>
                    <a:pt x="2274" y="2544"/>
                    <a:pt x="2312" y="2369"/>
                    <a:pt x="2337" y="2194"/>
                  </a:cubicBezTo>
                  <a:cubicBezTo>
                    <a:pt x="2374" y="2007"/>
                    <a:pt x="2412" y="1819"/>
                    <a:pt x="2424" y="1632"/>
                  </a:cubicBezTo>
                  <a:cubicBezTo>
                    <a:pt x="2462" y="1120"/>
                    <a:pt x="2287" y="620"/>
                    <a:pt x="1925" y="257"/>
                  </a:cubicBezTo>
                  <a:cubicBezTo>
                    <a:pt x="1747" y="90"/>
                    <a:pt x="1516" y="0"/>
                    <a:pt x="12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46">
              <a:extLst>
                <a:ext uri="{FF2B5EF4-FFF2-40B4-BE49-F238E27FC236}">
                  <a16:creationId xmlns:a16="http://schemas.microsoft.com/office/drawing/2014/main" id="{D2747DE8-B056-2EB4-54C8-724D6EEFCFAA}"/>
                </a:ext>
              </a:extLst>
            </p:cNvPr>
            <p:cNvSpPr/>
            <p:nvPr/>
          </p:nvSpPr>
          <p:spPr>
            <a:xfrm>
              <a:off x="6976224" y="4169842"/>
              <a:ext cx="177972" cy="97031"/>
            </a:xfrm>
            <a:custGeom>
              <a:avLst/>
              <a:gdLst/>
              <a:ahLst/>
              <a:cxnLst/>
              <a:rect l="l" t="t" r="r" b="b"/>
              <a:pathLst>
                <a:path w="3263" h="1779" extrusionOk="0">
                  <a:moveTo>
                    <a:pt x="1" y="0"/>
                  </a:moveTo>
                  <a:cubicBezTo>
                    <a:pt x="1" y="112"/>
                    <a:pt x="26" y="225"/>
                    <a:pt x="63" y="337"/>
                  </a:cubicBezTo>
                  <a:cubicBezTo>
                    <a:pt x="126" y="550"/>
                    <a:pt x="151" y="775"/>
                    <a:pt x="138" y="987"/>
                  </a:cubicBezTo>
                  <a:cubicBezTo>
                    <a:pt x="88" y="1175"/>
                    <a:pt x="63" y="1350"/>
                    <a:pt x="63" y="1537"/>
                  </a:cubicBezTo>
                  <a:cubicBezTo>
                    <a:pt x="89" y="1715"/>
                    <a:pt x="183" y="1744"/>
                    <a:pt x="307" y="1744"/>
                  </a:cubicBezTo>
                  <a:cubicBezTo>
                    <a:pt x="366" y="1744"/>
                    <a:pt x="432" y="1737"/>
                    <a:pt x="501" y="1737"/>
                  </a:cubicBezTo>
                  <a:cubicBezTo>
                    <a:pt x="544" y="1736"/>
                    <a:pt x="587" y="1736"/>
                    <a:pt x="630" y="1736"/>
                  </a:cubicBezTo>
                  <a:cubicBezTo>
                    <a:pt x="1137" y="1736"/>
                    <a:pt x="1648" y="1779"/>
                    <a:pt x="2150" y="1779"/>
                  </a:cubicBezTo>
                  <a:cubicBezTo>
                    <a:pt x="2399" y="1779"/>
                    <a:pt x="2645" y="1768"/>
                    <a:pt x="2888" y="1737"/>
                  </a:cubicBezTo>
                  <a:cubicBezTo>
                    <a:pt x="3013" y="1737"/>
                    <a:pt x="3138" y="1687"/>
                    <a:pt x="3225" y="1600"/>
                  </a:cubicBezTo>
                  <a:cubicBezTo>
                    <a:pt x="3262" y="1550"/>
                    <a:pt x="3225" y="1462"/>
                    <a:pt x="3063" y="1375"/>
                  </a:cubicBezTo>
                  <a:cubicBezTo>
                    <a:pt x="2975" y="1312"/>
                    <a:pt x="2863" y="1262"/>
                    <a:pt x="2750" y="1237"/>
                  </a:cubicBezTo>
                  <a:cubicBezTo>
                    <a:pt x="2363" y="1112"/>
                    <a:pt x="1988" y="950"/>
                    <a:pt x="1650" y="712"/>
                  </a:cubicBezTo>
                  <a:cubicBezTo>
                    <a:pt x="1413" y="537"/>
                    <a:pt x="1213" y="312"/>
                    <a:pt x="1063" y="63"/>
                  </a:cubicBezTo>
                  <a:cubicBezTo>
                    <a:pt x="1055" y="46"/>
                    <a:pt x="1009" y="40"/>
                    <a:pt x="949" y="40"/>
                  </a:cubicBezTo>
                  <a:cubicBezTo>
                    <a:pt x="828" y="40"/>
                    <a:pt x="651" y="63"/>
                    <a:pt x="601" y="63"/>
                  </a:cubicBez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46">
              <a:extLst>
                <a:ext uri="{FF2B5EF4-FFF2-40B4-BE49-F238E27FC236}">
                  <a16:creationId xmlns:a16="http://schemas.microsoft.com/office/drawing/2014/main" id="{B58CEB72-6DF5-4884-FCCA-6758D0E05862}"/>
                </a:ext>
              </a:extLst>
            </p:cNvPr>
            <p:cNvSpPr/>
            <p:nvPr/>
          </p:nvSpPr>
          <p:spPr>
            <a:xfrm>
              <a:off x="6518231" y="1944453"/>
              <a:ext cx="162918" cy="141156"/>
            </a:xfrm>
            <a:custGeom>
              <a:avLst/>
              <a:gdLst/>
              <a:ahLst/>
              <a:cxnLst/>
              <a:rect l="l" t="t" r="r" b="b"/>
              <a:pathLst>
                <a:path w="2987" h="2588" extrusionOk="0">
                  <a:moveTo>
                    <a:pt x="774" y="1"/>
                  </a:moveTo>
                  <a:cubicBezTo>
                    <a:pt x="692" y="1"/>
                    <a:pt x="608" y="8"/>
                    <a:pt x="525" y="25"/>
                  </a:cubicBezTo>
                  <a:cubicBezTo>
                    <a:pt x="462" y="37"/>
                    <a:pt x="412" y="50"/>
                    <a:pt x="362" y="74"/>
                  </a:cubicBezTo>
                  <a:cubicBezTo>
                    <a:pt x="237" y="137"/>
                    <a:pt x="150" y="224"/>
                    <a:pt x="88" y="337"/>
                  </a:cubicBezTo>
                  <a:cubicBezTo>
                    <a:pt x="0" y="574"/>
                    <a:pt x="75" y="837"/>
                    <a:pt x="275" y="987"/>
                  </a:cubicBezTo>
                  <a:cubicBezTo>
                    <a:pt x="475" y="1137"/>
                    <a:pt x="712" y="1212"/>
                    <a:pt x="962" y="1224"/>
                  </a:cubicBezTo>
                  <a:cubicBezTo>
                    <a:pt x="1500" y="1262"/>
                    <a:pt x="1737" y="1262"/>
                    <a:pt x="1975" y="1799"/>
                  </a:cubicBezTo>
                  <a:cubicBezTo>
                    <a:pt x="2072" y="2019"/>
                    <a:pt x="2158" y="2587"/>
                    <a:pt x="2490" y="2587"/>
                  </a:cubicBezTo>
                  <a:cubicBezTo>
                    <a:pt x="2497" y="2587"/>
                    <a:pt x="2505" y="2587"/>
                    <a:pt x="2512" y="2586"/>
                  </a:cubicBezTo>
                  <a:cubicBezTo>
                    <a:pt x="2812" y="2561"/>
                    <a:pt x="2937" y="2011"/>
                    <a:pt x="2949" y="1787"/>
                  </a:cubicBezTo>
                  <a:cubicBezTo>
                    <a:pt x="2987" y="1387"/>
                    <a:pt x="2799" y="999"/>
                    <a:pt x="2462" y="787"/>
                  </a:cubicBezTo>
                  <a:cubicBezTo>
                    <a:pt x="2125" y="599"/>
                    <a:pt x="1800" y="374"/>
                    <a:pt x="1462" y="187"/>
                  </a:cubicBezTo>
                  <a:cubicBezTo>
                    <a:pt x="1248" y="66"/>
                    <a:pt x="1014" y="1"/>
                    <a:pt x="7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46">
              <a:extLst>
                <a:ext uri="{FF2B5EF4-FFF2-40B4-BE49-F238E27FC236}">
                  <a16:creationId xmlns:a16="http://schemas.microsoft.com/office/drawing/2014/main" id="{ADB0339C-6B3B-58F5-3F14-83BAE9224A90}"/>
                </a:ext>
              </a:extLst>
            </p:cNvPr>
            <p:cNvSpPr/>
            <p:nvPr/>
          </p:nvSpPr>
          <p:spPr>
            <a:xfrm>
              <a:off x="6616353" y="2046393"/>
              <a:ext cx="47616" cy="53343"/>
            </a:xfrm>
            <a:custGeom>
              <a:avLst/>
              <a:gdLst/>
              <a:ahLst/>
              <a:cxnLst/>
              <a:rect l="l" t="t" r="r" b="b"/>
              <a:pathLst>
                <a:path w="873" h="978" extrusionOk="0">
                  <a:moveTo>
                    <a:pt x="329" y="0"/>
                  </a:moveTo>
                  <a:cubicBezTo>
                    <a:pt x="245" y="0"/>
                    <a:pt x="161" y="28"/>
                    <a:pt x="101" y="80"/>
                  </a:cubicBezTo>
                  <a:lnTo>
                    <a:pt x="1" y="755"/>
                  </a:lnTo>
                  <a:cubicBezTo>
                    <a:pt x="85" y="910"/>
                    <a:pt x="225" y="977"/>
                    <a:pt x="364" y="977"/>
                  </a:cubicBezTo>
                  <a:cubicBezTo>
                    <a:pt x="618" y="977"/>
                    <a:pt x="873" y="757"/>
                    <a:pt x="800" y="442"/>
                  </a:cubicBezTo>
                  <a:cubicBezTo>
                    <a:pt x="775" y="367"/>
                    <a:pt x="750" y="305"/>
                    <a:pt x="700" y="242"/>
                  </a:cubicBezTo>
                  <a:cubicBezTo>
                    <a:pt x="638" y="142"/>
                    <a:pt x="538" y="67"/>
                    <a:pt x="438" y="18"/>
                  </a:cubicBezTo>
                  <a:cubicBezTo>
                    <a:pt x="403" y="6"/>
                    <a:pt x="366" y="0"/>
                    <a:pt x="3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46">
              <a:extLst>
                <a:ext uri="{FF2B5EF4-FFF2-40B4-BE49-F238E27FC236}">
                  <a16:creationId xmlns:a16="http://schemas.microsoft.com/office/drawing/2014/main" id="{8035C656-F50B-E7C1-F1F8-B4C796C956FD}"/>
                </a:ext>
              </a:extLst>
            </p:cNvPr>
            <p:cNvSpPr/>
            <p:nvPr/>
          </p:nvSpPr>
          <p:spPr>
            <a:xfrm>
              <a:off x="6533885" y="2079337"/>
              <a:ext cx="49797" cy="29398"/>
            </a:xfrm>
            <a:custGeom>
              <a:avLst/>
              <a:gdLst/>
              <a:ahLst/>
              <a:cxnLst/>
              <a:rect l="l" t="t" r="r" b="b"/>
              <a:pathLst>
                <a:path w="913" h="539" extrusionOk="0">
                  <a:moveTo>
                    <a:pt x="38" y="1"/>
                  </a:moveTo>
                  <a:cubicBezTo>
                    <a:pt x="0" y="226"/>
                    <a:pt x="138" y="451"/>
                    <a:pt x="350" y="526"/>
                  </a:cubicBezTo>
                  <a:cubicBezTo>
                    <a:pt x="388" y="538"/>
                    <a:pt x="438" y="538"/>
                    <a:pt x="488" y="538"/>
                  </a:cubicBezTo>
                  <a:cubicBezTo>
                    <a:pt x="663" y="538"/>
                    <a:pt x="825" y="438"/>
                    <a:pt x="913" y="276"/>
                  </a:cubicBezTo>
                  <a:lnTo>
                    <a:pt x="813" y="238"/>
                  </a:lnTo>
                  <a:cubicBezTo>
                    <a:pt x="746" y="386"/>
                    <a:pt x="621" y="450"/>
                    <a:pt x="497" y="450"/>
                  </a:cubicBezTo>
                  <a:cubicBezTo>
                    <a:pt x="294" y="450"/>
                    <a:pt x="92" y="281"/>
                    <a:pt x="138" y="26"/>
                  </a:cubicBezTo>
                  <a:lnTo>
                    <a:pt x="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46">
              <a:extLst>
                <a:ext uri="{FF2B5EF4-FFF2-40B4-BE49-F238E27FC236}">
                  <a16:creationId xmlns:a16="http://schemas.microsoft.com/office/drawing/2014/main" id="{30A4A9F0-E65F-D5E8-D255-9321A18A0925}"/>
                </a:ext>
              </a:extLst>
            </p:cNvPr>
            <p:cNvSpPr/>
            <p:nvPr/>
          </p:nvSpPr>
          <p:spPr>
            <a:xfrm>
              <a:off x="6544793" y="2138679"/>
              <a:ext cx="36871" cy="35453"/>
            </a:xfrm>
            <a:custGeom>
              <a:avLst/>
              <a:gdLst/>
              <a:ahLst/>
              <a:cxnLst/>
              <a:rect l="l" t="t" r="r" b="b"/>
              <a:pathLst>
                <a:path w="676" h="650" extrusionOk="0">
                  <a:moveTo>
                    <a:pt x="0" y="0"/>
                  </a:moveTo>
                  <a:cubicBezTo>
                    <a:pt x="25" y="13"/>
                    <a:pt x="38" y="38"/>
                    <a:pt x="63" y="50"/>
                  </a:cubicBezTo>
                  <a:lnTo>
                    <a:pt x="75" y="50"/>
                  </a:lnTo>
                  <a:cubicBezTo>
                    <a:pt x="175" y="237"/>
                    <a:pt x="225" y="450"/>
                    <a:pt x="250" y="650"/>
                  </a:cubicBezTo>
                  <a:cubicBezTo>
                    <a:pt x="338" y="425"/>
                    <a:pt x="488" y="213"/>
                    <a:pt x="675" y="50"/>
                  </a:cubicBezTo>
                  <a:lnTo>
                    <a:pt x="675" y="50"/>
                  </a:lnTo>
                  <a:cubicBezTo>
                    <a:pt x="632" y="56"/>
                    <a:pt x="585" y="59"/>
                    <a:pt x="538" y="59"/>
                  </a:cubicBezTo>
                  <a:cubicBezTo>
                    <a:pt x="491" y="59"/>
                    <a:pt x="444" y="56"/>
                    <a:pt x="400" y="50"/>
                  </a:cubicBezTo>
                  <a:cubicBezTo>
                    <a:pt x="275" y="50"/>
                    <a:pt x="163" y="25"/>
                    <a:pt x="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46">
              <a:extLst>
                <a:ext uri="{FF2B5EF4-FFF2-40B4-BE49-F238E27FC236}">
                  <a16:creationId xmlns:a16="http://schemas.microsoft.com/office/drawing/2014/main" id="{0CA798FB-9197-BAE4-C04D-14D38B4CE3F2}"/>
                </a:ext>
              </a:extLst>
            </p:cNvPr>
            <p:cNvSpPr/>
            <p:nvPr/>
          </p:nvSpPr>
          <p:spPr>
            <a:xfrm>
              <a:off x="6632061" y="2064338"/>
              <a:ext cx="10254" cy="18490"/>
            </a:xfrm>
            <a:custGeom>
              <a:avLst/>
              <a:gdLst/>
              <a:ahLst/>
              <a:cxnLst/>
              <a:rect l="l" t="t" r="r" b="b"/>
              <a:pathLst>
                <a:path w="188" h="339" extrusionOk="0">
                  <a:moveTo>
                    <a:pt x="13" y="1"/>
                  </a:moveTo>
                  <a:lnTo>
                    <a:pt x="0" y="313"/>
                  </a:lnTo>
                  <a:lnTo>
                    <a:pt x="0" y="338"/>
                  </a:lnTo>
                  <a:cubicBezTo>
                    <a:pt x="38" y="338"/>
                    <a:pt x="62" y="326"/>
                    <a:pt x="87" y="326"/>
                  </a:cubicBezTo>
                  <a:cubicBezTo>
                    <a:pt x="162" y="288"/>
                    <a:pt x="187" y="213"/>
                    <a:pt x="175" y="138"/>
                  </a:cubicBezTo>
                  <a:cubicBezTo>
                    <a:pt x="150" y="63"/>
                    <a:pt x="87" y="13"/>
                    <a:pt x="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46">
              <a:extLst>
                <a:ext uri="{FF2B5EF4-FFF2-40B4-BE49-F238E27FC236}">
                  <a16:creationId xmlns:a16="http://schemas.microsoft.com/office/drawing/2014/main" id="{27B0FFD6-82F3-C6A0-C6BB-599080DDB4CC}"/>
                </a:ext>
              </a:extLst>
            </p:cNvPr>
            <p:cNvSpPr/>
            <p:nvPr/>
          </p:nvSpPr>
          <p:spPr>
            <a:xfrm>
              <a:off x="6553629" y="2928618"/>
              <a:ext cx="36871" cy="273367"/>
            </a:xfrm>
            <a:custGeom>
              <a:avLst/>
              <a:gdLst/>
              <a:ahLst/>
              <a:cxnLst/>
              <a:rect l="l" t="t" r="r" b="b"/>
              <a:pathLst>
                <a:path w="676" h="5012" extrusionOk="0">
                  <a:moveTo>
                    <a:pt x="1" y="1"/>
                  </a:moveTo>
                  <a:cubicBezTo>
                    <a:pt x="138" y="1675"/>
                    <a:pt x="338" y="3362"/>
                    <a:pt x="576" y="5012"/>
                  </a:cubicBezTo>
                  <a:lnTo>
                    <a:pt x="676" y="4999"/>
                  </a:lnTo>
                  <a:cubicBezTo>
                    <a:pt x="438" y="3350"/>
                    <a:pt x="238" y="1663"/>
                    <a:pt x="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46">
              <a:extLst>
                <a:ext uri="{FF2B5EF4-FFF2-40B4-BE49-F238E27FC236}">
                  <a16:creationId xmlns:a16="http://schemas.microsoft.com/office/drawing/2014/main" id="{EE54ABC4-1494-8888-2374-4B02423534C2}"/>
                </a:ext>
              </a:extLst>
            </p:cNvPr>
            <p:cNvSpPr/>
            <p:nvPr/>
          </p:nvSpPr>
          <p:spPr>
            <a:xfrm>
              <a:off x="6391420" y="2372448"/>
              <a:ext cx="38889" cy="81159"/>
            </a:xfrm>
            <a:custGeom>
              <a:avLst/>
              <a:gdLst/>
              <a:ahLst/>
              <a:cxnLst/>
              <a:rect l="l" t="t" r="r" b="b"/>
              <a:pathLst>
                <a:path w="713" h="1488" extrusionOk="0">
                  <a:moveTo>
                    <a:pt x="626" y="0"/>
                  </a:moveTo>
                  <a:lnTo>
                    <a:pt x="1" y="1438"/>
                  </a:lnTo>
                  <a:lnTo>
                    <a:pt x="88" y="1488"/>
                  </a:lnTo>
                  <a:lnTo>
                    <a:pt x="713" y="38"/>
                  </a:lnTo>
                  <a:lnTo>
                    <a:pt x="6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46">
              <a:extLst>
                <a:ext uri="{FF2B5EF4-FFF2-40B4-BE49-F238E27FC236}">
                  <a16:creationId xmlns:a16="http://schemas.microsoft.com/office/drawing/2014/main" id="{853C71A9-B49E-2C88-0A2C-DCFF084FDE56}"/>
                </a:ext>
              </a:extLst>
            </p:cNvPr>
            <p:cNvSpPr/>
            <p:nvPr/>
          </p:nvSpPr>
          <p:spPr>
            <a:xfrm>
              <a:off x="6743819" y="2420173"/>
              <a:ext cx="37525" cy="85250"/>
            </a:xfrm>
            <a:custGeom>
              <a:avLst/>
              <a:gdLst/>
              <a:ahLst/>
              <a:cxnLst/>
              <a:rect l="l" t="t" r="r" b="b"/>
              <a:pathLst>
                <a:path w="688" h="1563" extrusionOk="0">
                  <a:moveTo>
                    <a:pt x="100" y="0"/>
                  </a:moveTo>
                  <a:lnTo>
                    <a:pt x="0" y="25"/>
                  </a:lnTo>
                  <a:cubicBezTo>
                    <a:pt x="125" y="563"/>
                    <a:pt x="325" y="1087"/>
                    <a:pt x="600" y="1562"/>
                  </a:cubicBezTo>
                  <a:lnTo>
                    <a:pt x="688" y="1525"/>
                  </a:lnTo>
                  <a:cubicBezTo>
                    <a:pt x="425" y="1037"/>
                    <a:pt x="225" y="525"/>
                    <a:pt x="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46">
              <a:extLst>
                <a:ext uri="{FF2B5EF4-FFF2-40B4-BE49-F238E27FC236}">
                  <a16:creationId xmlns:a16="http://schemas.microsoft.com/office/drawing/2014/main" id="{E30BA937-3A59-5F38-2FB1-7D40A04EEE4E}"/>
                </a:ext>
              </a:extLst>
            </p:cNvPr>
            <p:cNvSpPr/>
            <p:nvPr/>
          </p:nvSpPr>
          <p:spPr>
            <a:xfrm>
              <a:off x="6171941" y="1498623"/>
              <a:ext cx="162264" cy="106412"/>
            </a:xfrm>
            <a:custGeom>
              <a:avLst/>
              <a:gdLst/>
              <a:ahLst/>
              <a:cxnLst/>
              <a:rect l="l" t="t" r="r" b="b"/>
              <a:pathLst>
                <a:path w="2975" h="1951" extrusionOk="0">
                  <a:moveTo>
                    <a:pt x="2700" y="913"/>
                  </a:moveTo>
                  <a:cubicBezTo>
                    <a:pt x="2738" y="913"/>
                    <a:pt x="2763" y="925"/>
                    <a:pt x="2787" y="950"/>
                  </a:cubicBezTo>
                  <a:cubicBezTo>
                    <a:pt x="2800" y="975"/>
                    <a:pt x="2812" y="1000"/>
                    <a:pt x="2800" y="1025"/>
                  </a:cubicBezTo>
                  <a:lnTo>
                    <a:pt x="2688" y="1725"/>
                  </a:lnTo>
                  <a:cubicBezTo>
                    <a:pt x="2675" y="1775"/>
                    <a:pt x="2638" y="1800"/>
                    <a:pt x="2588" y="1800"/>
                  </a:cubicBezTo>
                  <a:lnTo>
                    <a:pt x="1113" y="1800"/>
                  </a:lnTo>
                  <a:cubicBezTo>
                    <a:pt x="1063" y="1800"/>
                    <a:pt x="1025" y="1775"/>
                    <a:pt x="1013" y="1725"/>
                  </a:cubicBezTo>
                  <a:lnTo>
                    <a:pt x="863" y="913"/>
                  </a:lnTo>
                  <a:close/>
                  <a:moveTo>
                    <a:pt x="26" y="1"/>
                  </a:moveTo>
                  <a:lnTo>
                    <a:pt x="1" y="138"/>
                  </a:lnTo>
                  <a:lnTo>
                    <a:pt x="501" y="213"/>
                  </a:lnTo>
                  <a:cubicBezTo>
                    <a:pt x="551" y="213"/>
                    <a:pt x="576" y="238"/>
                    <a:pt x="588" y="288"/>
                  </a:cubicBezTo>
                  <a:lnTo>
                    <a:pt x="888" y="1763"/>
                  </a:lnTo>
                  <a:cubicBezTo>
                    <a:pt x="913" y="1875"/>
                    <a:pt x="1013" y="1950"/>
                    <a:pt x="1125" y="1950"/>
                  </a:cubicBezTo>
                  <a:lnTo>
                    <a:pt x="2600" y="1950"/>
                  </a:lnTo>
                  <a:cubicBezTo>
                    <a:pt x="2725" y="1950"/>
                    <a:pt x="2825" y="1863"/>
                    <a:pt x="2837" y="1750"/>
                  </a:cubicBezTo>
                  <a:lnTo>
                    <a:pt x="2962" y="1050"/>
                  </a:lnTo>
                  <a:cubicBezTo>
                    <a:pt x="2975" y="988"/>
                    <a:pt x="2950" y="913"/>
                    <a:pt x="2912" y="863"/>
                  </a:cubicBezTo>
                  <a:cubicBezTo>
                    <a:pt x="2862" y="801"/>
                    <a:pt x="2787" y="776"/>
                    <a:pt x="2713" y="776"/>
                  </a:cubicBezTo>
                  <a:lnTo>
                    <a:pt x="838" y="776"/>
                  </a:lnTo>
                  <a:lnTo>
                    <a:pt x="726" y="251"/>
                  </a:lnTo>
                  <a:cubicBezTo>
                    <a:pt x="713" y="151"/>
                    <a:pt x="626" y="76"/>
                    <a:pt x="526" y="63"/>
                  </a:cubicBezTo>
                  <a:lnTo>
                    <a:pt x="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46">
              <a:extLst>
                <a:ext uri="{FF2B5EF4-FFF2-40B4-BE49-F238E27FC236}">
                  <a16:creationId xmlns:a16="http://schemas.microsoft.com/office/drawing/2014/main" id="{68B65509-51CF-E3DD-0E8C-49CEA03C8F12}"/>
                </a:ext>
              </a:extLst>
            </p:cNvPr>
            <p:cNvSpPr/>
            <p:nvPr/>
          </p:nvSpPr>
          <p:spPr>
            <a:xfrm>
              <a:off x="6230574" y="1605635"/>
              <a:ext cx="23890" cy="23944"/>
            </a:xfrm>
            <a:custGeom>
              <a:avLst/>
              <a:gdLst/>
              <a:ahLst/>
              <a:cxnLst/>
              <a:rect l="l" t="t" r="r" b="b"/>
              <a:pathLst>
                <a:path w="438" h="439" extrusionOk="0">
                  <a:moveTo>
                    <a:pt x="213" y="1"/>
                  </a:moveTo>
                  <a:cubicBezTo>
                    <a:pt x="100" y="1"/>
                    <a:pt x="0" y="101"/>
                    <a:pt x="0" y="213"/>
                  </a:cubicBezTo>
                  <a:cubicBezTo>
                    <a:pt x="0" y="338"/>
                    <a:pt x="100" y="438"/>
                    <a:pt x="213" y="438"/>
                  </a:cubicBezTo>
                  <a:cubicBezTo>
                    <a:pt x="338" y="438"/>
                    <a:pt x="438" y="338"/>
                    <a:pt x="438" y="213"/>
                  </a:cubicBezTo>
                  <a:cubicBezTo>
                    <a:pt x="438" y="101"/>
                    <a:pt x="338" y="1"/>
                    <a:pt x="2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46">
              <a:extLst>
                <a:ext uri="{FF2B5EF4-FFF2-40B4-BE49-F238E27FC236}">
                  <a16:creationId xmlns:a16="http://schemas.microsoft.com/office/drawing/2014/main" id="{3505ADF2-13A6-15FA-BA11-39D41605A7D7}"/>
                </a:ext>
              </a:extLst>
            </p:cNvPr>
            <p:cNvSpPr/>
            <p:nvPr/>
          </p:nvSpPr>
          <p:spPr>
            <a:xfrm>
              <a:off x="6278298" y="1605635"/>
              <a:ext cx="23890" cy="23944"/>
            </a:xfrm>
            <a:custGeom>
              <a:avLst/>
              <a:gdLst/>
              <a:ahLst/>
              <a:cxnLst/>
              <a:rect l="l" t="t" r="r" b="b"/>
              <a:pathLst>
                <a:path w="438" h="439" extrusionOk="0">
                  <a:moveTo>
                    <a:pt x="225" y="1"/>
                  </a:moveTo>
                  <a:cubicBezTo>
                    <a:pt x="100" y="1"/>
                    <a:pt x="0" y="101"/>
                    <a:pt x="0" y="213"/>
                  </a:cubicBezTo>
                  <a:cubicBezTo>
                    <a:pt x="0" y="338"/>
                    <a:pt x="100" y="438"/>
                    <a:pt x="225" y="438"/>
                  </a:cubicBezTo>
                  <a:cubicBezTo>
                    <a:pt x="350" y="438"/>
                    <a:pt x="438" y="338"/>
                    <a:pt x="438" y="213"/>
                  </a:cubicBezTo>
                  <a:cubicBezTo>
                    <a:pt x="438" y="101"/>
                    <a:pt x="350" y="1"/>
                    <a:pt x="2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46">
              <a:extLst>
                <a:ext uri="{FF2B5EF4-FFF2-40B4-BE49-F238E27FC236}">
                  <a16:creationId xmlns:a16="http://schemas.microsoft.com/office/drawing/2014/main" id="{ECC353A1-68E6-1C9F-22C7-026DD672444A}"/>
                </a:ext>
              </a:extLst>
            </p:cNvPr>
            <p:cNvSpPr/>
            <p:nvPr/>
          </p:nvSpPr>
          <p:spPr>
            <a:xfrm>
              <a:off x="5975642" y="1504023"/>
              <a:ext cx="107067" cy="92122"/>
            </a:xfrm>
            <a:custGeom>
              <a:avLst/>
              <a:gdLst/>
              <a:ahLst/>
              <a:cxnLst/>
              <a:rect l="l" t="t" r="r" b="b"/>
              <a:pathLst>
                <a:path w="1963" h="1689" extrusionOk="0">
                  <a:moveTo>
                    <a:pt x="1113" y="152"/>
                  </a:moveTo>
                  <a:cubicBezTo>
                    <a:pt x="1500" y="152"/>
                    <a:pt x="1800" y="464"/>
                    <a:pt x="1800" y="839"/>
                  </a:cubicBezTo>
                  <a:cubicBezTo>
                    <a:pt x="1800" y="1260"/>
                    <a:pt x="1460" y="1539"/>
                    <a:pt x="1104" y="1539"/>
                  </a:cubicBezTo>
                  <a:cubicBezTo>
                    <a:pt x="932" y="1539"/>
                    <a:pt x="756" y="1473"/>
                    <a:pt x="613" y="1326"/>
                  </a:cubicBezTo>
                  <a:cubicBezTo>
                    <a:pt x="176" y="889"/>
                    <a:pt x="488" y="152"/>
                    <a:pt x="1113" y="152"/>
                  </a:cubicBezTo>
                  <a:close/>
                  <a:moveTo>
                    <a:pt x="1111" y="1"/>
                  </a:moveTo>
                  <a:cubicBezTo>
                    <a:pt x="905" y="1"/>
                    <a:pt x="695" y="78"/>
                    <a:pt x="526" y="252"/>
                  </a:cubicBezTo>
                  <a:cubicBezTo>
                    <a:pt x="1" y="776"/>
                    <a:pt x="363" y="1676"/>
                    <a:pt x="1113" y="1689"/>
                  </a:cubicBezTo>
                  <a:cubicBezTo>
                    <a:pt x="1575" y="1689"/>
                    <a:pt x="1950" y="1314"/>
                    <a:pt x="1963" y="839"/>
                  </a:cubicBezTo>
                  <a:cubicBezTo>
                    <a:pt x="1963" y="340"/>
                    <a:pt x="1544" y="1"/>
                    <a:pt x="11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46">
              <a:extLst>
                <a:ext uri="{FF2B5EF4-FFF2-40B4-BE49-F238E27FC236}">
                  <a16:creationId xmlns:a16="http://schemas.microsoft.com/office/drawing/2014/main" id="{8885C066-F678-0AB8-5D97-0506A40AB457}"/>
                </a:ext>
              </a:extLst>
            </p:cNvPr>
            <p:cNvSpPr/>
            <p:nvPr/>
          </p:nvSpPr>
          <p:spPr>
            <a:xfrm>
              <a:off x="6056747" y="1583164"/>
              <a:ext cx="39598" cy="42979"/>
            </a:xfrm>
            <a:custGeom>
              <a:avLst/>
              <a:gdLst/>
              <a:ahLst/>
              <a:cxnLst/>
              <a:rect l="l" t="t" r="r" b="b"/>
              <a:pathLst>
                <a:path w="726" h="788" extrusionOk="0">
                  <a:moveTo>
                    <a:pt x="113" y="0"/>
                  </a:moveTo>
                  <a:lnTo>
                    <a:pt x="1" y="88"/>
                  </a:lnTo>
                  <a:lnTo>
                    <a:pt x="613" y="788"/>
                  </a:lnTo>
                  <a:lnTo>
                    <a:pt x="726" y="688"/>
                  </a:lnTo>
                  <a:lnTo>
                    <a:pt x="1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6">
              <a:extLst>
                <a:ext uri="{FF2B5EF4-FFF2-40B4-BE49-F238E27FC236}">
                  <a16:creationId xmlns:a16="http://schemas.microsoft.com/office/drawing/2014/main" id="{73A4D0E4-FEEA-D46B-540A-D20710DE27EF}"/>
                </a:ext>
              </a:extLst>
            </p:cNvPr>
            <p:cNvSpPr/>
            <p:nvPr/>
          </p:nvSpPr>
          <p:spPr>
            <a:xfrm>
              <a:off x="5242918" y="1558620"/>
              <a:ext cx="107067" cy="10254"/>
            </a:xfrm>
            <a:custGeom>
              <a:avLst/>
              <a:gdLst/>
              <a:ahLst/>
              <a:cxnLst/>
              <a:rect l="l" t="t" r="r" b="b"/>
              <a:pathLst>
                <a:path w="1963" h="188" extrusionOk="0">
                  <a:moveTo>
                    <a:pt x="1" y="0"/>
                  </a:moveTo>
                  <a:lnTo>
                    <a:pt x="1" y="188"/>
                  </a:lnTo>
                  <a:lnTo>
                    <a:pt x="1963" y="188"/>
                  </a:lnTo>
                  <a:lnTo>
                    <a:pt x="1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46">
              <a:extLst>
                <a:ext uri="{FF2B5EF4-FFF2-40B4-BE49-F238E27FC236}">
                  <a16:creationId xmlns:a16="http://schemas.microsoft.com/office/drawing/2014/main" id="{01799AEC-B10C-8E50-8189-6AB84580E7EC}"/>
                </a:ext>
              </a:extLst>
            </p:cNvPr>
            <p:cNvSpPr/>
            <p:nvPr/>
          </p:nvSpPr>
          <p:spPr>
            <a:xfrm>
              <a:off x="5242918" y="1524531"/>
              <a:ext cx="107067" cy="10309"/>
            </a:xfrm>
            <a:custGeom>
              <a:avLst/>
              <a:gdLst/>
              <a:ahLst/>
              <a:cxnLst/>
              <a:rect l="l" t="t" r="r" b="b"/>
              <a:pathLst>
                <a:path w="1963" h="189" extrusionOk="0">
                  <a:moveTo>
                    <a:pt x="1" y="1"/>
                  </a:moveTo>
                  <a:lnTo>
                    <a:pt x="1" y="188"/>
                  </a:lnTo>
                  <a:lnTo>
                    <a:pt x="1963" y="188"/>
                  </a:lnTo>
                  <a:lnTo>
                    <a:pt x="19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46">
              <a:extLst>
                <a:ext uri="{FF2B5EF4-FFF2-40B4-BE49-F238E27FC236}">
                  <a16:creationId xmlns:a16="http://schemas.microsoft.com/office/drawing/2014/main" id="{427594D4-2681-EBBE-33A2-4F62C5719E71}"/>
                </a:ext>
              </a:extLst>
            </p:cNvPr>
            <p:cNvSpPr/>
            <p:nvPr/>
          </p:nvSpPr>
          <p:spPr>
            <a:xfrm>
              <a:off x="5242918" y="1592709"/>
              <a:ext cx="107067" cy="10254"/>
            </a:xfrm>
            <a:custGeom>
              <a:avLst/>
              <a:gdLst/>
              <a:ahLst/>
              <a:cxnLst/>
              <a:rect l="l" t="t" r="r" b="b"/>
              <a:pathLst>
                <a:path w="1963" h="188" extrusionOk="0">
                  <a:moveTo>
                    <a:pt x="1" y="0"/>
                  </a:moveTo>
                  <a:lnTo>
                    <a:pt x="1" y="188"/>
                  </a:lnTo>
                  <a:lnTo>
                    <a:pt x="1963" y="188"/>
                  </a:lnTo>
                  <a:lnTo>
                    <a:pt x="1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6">
              <a:extLst>
                <a:ext uri="{FF2B5EF4-FFF2-40B4-BE49-F238E27FC236}">
                  <a16:creationId xmlns:a16="http://schemas.microsoft.com/office/drawing/2014/main" id="{1230F124-4925-5143-BDBC-E8AF57D8E97D}"/>
                </a:ext>
              </a:extLst>
            </p:cNvPr>
            <p:cNvSpPr/>
            <p:nvPr/>
          </p:nvSpPr>
          <p:spPr>
            <a:xfrm>
              <a:off x="5459343" y="1510404"/>
              <a:ext cx="133084" cy="106903"/>
            </a:xfrm>
            <a:custGeom>
              <a:avLst/>
              <a:gdLst/>
              <a:ahLst/>
              <a:cxnLst/>
              <a:rect l="l" t="t" r="r" b="b"/>
              <a:pathLst>
                <a:path w="2440" h="1960" extrusionOk="0">
                  <a:moveTo>
                    <a:pt x="632" y="1"/>
                  </a:moveTo>
                  <a:cubicBezTo>
                    <a:pt x="180" y="1"/>
                    <a:pt x="0" y="463"/>
                    <a:pt x="207" y="897"/>
                  </a:cubicBezTo>
                  <a:cubicBezTo>
                    <a:pt x="444" y="1397"/>
                    <a:pt x="1231" y="1959"/>
                    <a:pt x="1231" y="1959"/>
                  </a:cubicBezTo>
                  <a:cubicBezTo>
                    <a:pt x="1231" y="1959"/>
                    <a:pt x="2019" y="1372"/>
                    <a:pt x="2244" y="897"/>
                  </a:cubicBezTo>
                  <a:cubicBezTo>
                    <a:pt x="2439" y="473"/>
                    <a:pt x="2266" y="1"/>
                    <a:pt x="1814" y="1"/>
                  </a:cubicBezTo>
                  <a:cubicBezTo>
                    <a:pt x="1747" y="1"/>
                    <a:pt x="1673" y="12"/>
                    <a:pt x="1594" y="35"/>
                  </a:cubicBezTo>
                  <a:cubicBezTo>
                    <a:pt x="1381" y="97"/>
                    <a:pt x="1231" y="385"/>
                    <a:pt x="1231" y="385"/>
                  </a:cubicBezTo>
                  <a:cubicBezTo>
                    <a:pt x="1231" y="385"/>
                    <a:pt x="1069" y="97"/>
                    <a:pt x="856" y="35"/>
                  </a:cubicBezTo>
                  <a:cubicBezTo>
                    <a:pt x="776" y="12"/>
                    <a:pt x="701" y="1"/>
                    <a:pt x="6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TextBox 3">
            <a:extLst>
              <a:ext uri="{FF2B5EF4-FFF2-40B4-BE49-F238E27FC236}">
                <a16:creationId xmlns:a16="http://schemas.microsoft.com/office/drawing/2014/main" id="{C85FA299-EB7B-4E1E-1D61-C533804DEEC4}"/>
              </a:ext>
            </a:extLst>
          </p:cNvPr>
          <p:cNvSpPr txBox="1"/>
          <p:nvPr/>
        </p:nvSpPr>
        <p:spPr>
          <a:xfrm>
            <a:off x="6246718" y="1628055"/>
            <a:ext cx="249555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200" i="1">
                <a:solidFill>
                  <a:schemeClr val="tx1">
                    <a:lumMod val="76000"/>
                  </a:schemeClr>
                </a:solidFill>
                <a:latin typeface="Roboto"/>
              </a:rPr>
              <a:t>The original dataset was provided as a flat table. Using SQL, we transformed it into a star schema by creating related dimension and fact tables. This structure allows for proper relational modeling and supports efficient querying and analysis in Power BI.</a:t>
            </a:r>
            <a:endParaRPr lang="en-US" i="1">
              <a:solidFill>
                <a:schemeClr val="tx1">
                  <a:lumMod val="76000"/>
                </a:schemeClr>
              </a:solidFill>
            </a:endParaRPr>
          </a:p>
        </p:txBody>
      </p:sp>
      <p:pic>
        <p:nvPicPr>
          <p:cNvPr id="2" name="Picture 1" descr="A screenshot of a computer&#10;&#10;AI-generated content may be incorrect.">
            <a:extLst>
              <a:ext uri="{FF2B5EF4-FFF2-40B4-BE49-F238E27FC236}">
                <a16:creationId xmlns:a16="http://schemas.microsoft.com/office/drawing/2014/main" id="{3C345FA6-8299-FA9E-AB7B-25D9A80ABE5F}"/>
              </a:ext>
            </a:extLst>
          </p:cNvPr>
          <p:cNvPicPr>
            <a:picLocks noChangeAspect="1"/>
          </p:cNvPicPr>
          <p:nvPr/>
        </p:nvPicPr>
        <p:blipFill>
          <a:blip r:embed="rId3"/>
          <a:stretch>
            <a:fillRect/>
          </a:stretch>
        </p:blipFill>
        <p:spPr>
          <a:xfrm>
            <a:off x="2669487" y="0"/>
            <a:ext cx="2985518" cy="4593566"/>
          </a:xfrm>
          <a:prstGeom prst="rect">
            <a:avLst/>
          </a:prstGeom>
        </p:spPr>
      </p:pic>
    </p:spTree>
    <p:extLst>
      <p:ext uri="{BB962C8B-B14F-4D97-AF65-F5344CB8AC3E}">
        <p14:creationId xmlns:p14="http://schemas.microsoft.com/office/powerpoint/2010/main" val="1253705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0EBA57-F1EE-ADB9-9DEE-5135F99D6E71}"/>
              </a:ext>
            </a:extLst>
          </p:cNvPr>
          <p:cNvSpPr>
            <a:spLocks noGrp="1"/>
          </p:cNvSpPr>
          <p:nvPr>
            <p:ph type="title"/>
          </p:nvPr>
        </p:nvSpPr>
        <p:spPr>
          <a:xfrm>
            <a:off x="80811" y="-112368"/>
            <a:ext cx="3546150" cy="1076700"/>
          </a:xfrm>
        </p:spPr>
        <p:txBody>
          <a:bodyPr/>
          <a:lstStyle/>
          <a:p>
            <a:r>
              <a:rPr lang="en-US">
                <a:solidFill>
                  <a:schemeClr val="accent2"/>
                </a:solidFill>
                <a:latin typeface="Lexend"/>
              </a:rPr>
              <a:t>Database Diagram 2 (Visual Studio)</a:t>
            </a:r>
          </a:p>
        </p:txBody>
      </p:sp>
      <p:pic>
        <p:nvPicPr>
          <p:cNvPr id="4" name="Picture 3" descr="A screenshot of a computer&#10;&#10;AI-generated content may be incorrect.">
            <a:extLst>
              <a:ext uri="{FF2B5EF4-FFF2-40B4-BE49-F238E27FC236}">
                <a16:creationId xmlns:a16="http://schemas.microsoft.com/office/drawing/2014/main" id="{25501690-CAB5-843C-2727-A1616E5DE16F}"/>
              </a:ext>
            </a:extLst>
          </p:cNvPr>
          <p:cNvPicPr>
            <a:picLocks noChangeAspect="1"/>
          </p:cNvPicPr>
          <p:nvPr/>
        </p:nvPicPr>
        <p:blipFill>
          <a:blip r:embed="rId2"/>
          <a:stretch>
            <a:fillRect/>
          </a:stretch>
        </p:blipFill>
        <p:spPr>
          <a:xfrm>
            <a:off x="3722837" y="87431"/>
            <a:ext cx="5569430" cy="4537315"/>
          </a:xfrm>
          <a:prstGeom prst="rect">
            <a:avLst/>
          </a:prstGeom>
        </p:spPr>
      </p:pic>
      <p:grpSp>
        <p:nvGrpSpPr>
          <p:cNvPr id="55" name="Google Shape;987;p46">
            <a:extLst>
              <a:ext uri="{FF2B5EF4-FFF2-40B4-BE49-F238E27FC236}">
                <a16:creationId xmlns:a16="http://schemas.microsoft.com/office/drawing/2014/main" id="{DB30CCDA-72A4-2D95-22BA-9F1412F68865}"/>
              </a:ext>
            </a:extLst>
          </p:cNvPr>
          <p:cNvGrpSpPr/>
          <p:nvPr/>
        </p:nvGrpSpPr>
        <p:grpSpPr>
          <a:xfrm>
            <a:off x="155976" y="1536562"/>
            <a:ext cx="2358676" cy="3561840"/>
            <a:chOff x="5148178" y="1237583"/>
            <a:chExt cx="2006018" cy="3029290"/>
          </a:xfrm>
        </p:grpSpPr>
        <p:sp>
          <p:nvSpPr>
            <p:cNvPr id="6" name="Google Shape;988;p46">
              <a:extLst>
                <a:ext uri="{FF2B5EF4-FFF2-40B4-BE49-F238E27FC236}">
                  <a16:creationId xmlns:a16="http://schemas.microsoft.com/office/drawing/2014/main" id="{8EA57F59-8E0E-A01C-F9CD-652DF6E9851C}"/>
                </a:ext>
              </a:extLst>
            </p:cNvPr>
            <p:cNvSpPr/>
            <p:nvPr/>
          </p:nvSpPr>
          <p:spPr>
            <a:xfrm>
              <a:off x="5148178" y="1237583"/>
              <a:ext cx="1269204" cy="2746869"/>
            </a:xfrm>
            <a:custGeom>
              <a:avLst/>
              <a:gdLst/>
              <a:ahLst/>
              <a:cxnLst/>
              <a:rect l="l" t="t" r="r" b="b"/>
              <a:pathLst>
                <a:path w="23270" h="50362" extrusionOk="0">
                  <a:moveTo>
                    <a:pt x="1413" y="1"/>
                  </a:moveTo>
                  <a:cubicBezTo>
                    <a:pt x="638" y="1"/>
                    <a:pt x="1" y="638"/>
                    <a:pt x="1" y="1425"/>
                  </a:cubicBezTo>
                  <a:lnTo>
                    <a:pt x="1" y="48950"/>
                  </a:lnTo>
                  <a:cubicBezTo>
                    <a:pt x="1" y="49737"/>
                    <a:pt x="638" y="50362"/>
                    <a:pt x="1413" y="50362"/>
                  </a:cubicBezTo>
                  <a:lnTo>
                    <a:pt x="21857" y="50362"/>
                  </a:lnTo>
                  <a:cubicBezTo>
                    <a:pt x="22632" y="50362"/>
                    <a:pt x="23270" y="49737"/>
                    <a:pt x="23270" y="48950"/>
                  </a:cubicBezTo>
                  <a:lnTo>
                    <a:pt x="23270" y="1425"/>
                  </a:lnTo>
                  <a:cubicBezTo>
                    <a:pt x="23270" y="638"/>
                    <a:pt x="22632" y="1"/>
                    <a:pt x="21857" y="1"/>
                  </a:cubicBez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989;p46">
              <a:extLst>
                <a:ext uri="{FF2B5EF4-FFF2-40B4-BE49-F238E27FC236}">
                  <a16:creationId xmlns:a16="http://schemas.microsoft.com/office/drawing/2014/main" id="{0D92E094-0014-1B9A-228D-C6C2A1F21024}"/>
                </a:ext>
              </a:extLst>
            </p:cNvPr>
            <p:cNvSpPr/>
            <p:nvPr/>
          </p:nvSpPr>
          <p:spPr>
            <a:xfrm>
              <a:off x="5178176" y="1417518"/>
              <a:ext cx="1209207" cy="2387707"/>
            </a:xfrm>
            <a:custGeom>
              <a:avLst/>
              <a:gdLst/>
              <a:ahLst/>
              <a:cxnLst/>
              <a:rect l="l" t="t" r="r" b="b"/>
              <a:pathLst>
                <a:path w="22170" h="43777" extrusionOk="0">
                  <a:moveTo>
                    <a:pt x="1" y="1"/>
                  </a:moveTo>
                  <a:lnTo>
                    <a:pt x="1" y="43776"/>
                  </a:lnTo>
                  <a:lnTo>
                    <a:pt x="22170" y="43776"/>
                  </a:lnTo>
                  <a:lnTo>
                    <a:pt x="22170" y="1"/>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990;p46">
              <a:extLst>
                <a:ext uri="{FF2B5EF4-FFF2-40B4-BE49-F238E27FC236}">
                  <a16:creationId xmlns:a16="http://schemas.microsoft.com/office/drawing/2014/main" id="{AED10DB8-6AB4-0574-F1FD-449AD0508BBA}"/>
                </a:ext>
              </a:extLst>
            </p:cNvPr>
            <p:cNvSpPr/>
            <p:nvPr/>
          </p:nvSpPr>
          <p:spPr>
            <a:xfrm>
              <a:off x="5608953" y="3897184"/>
              <a:ext cx="347654" cy="55"/>
            </a:xfrm>
            <a:custGeom>
              <a:avLst/>
              <a:gdLst/>
              <a:ahLst/>
              <a:cxnLst/>
              <a:rect l="l" t="t" r="r" b="b"/>
              <a:pathLst>
                <a:path w="6374" h="1" extrusionOk="0">
                  <a:moveTo>
                    <a:pt x="0" y="0"/>
                  </a:moveTo>
                  <a:lnTo>
                    <a:pt x="6374"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991;p46">
              <a:extLst>
                <a:ext uri="{FF2B5EF4-FFF2-40B4-BE49-F238E27FC236}">
                  <a16:creationId xmlns:a16="http://schemas.microsoft.com/office/drawing/2014/main" id="{B504ECAD-ECB2-6265-2125-5B6D3BE6148A}"/>
                </a:ext>
              </a:extLst>
            </p:cNvPr>
            <p:cNvSpPr/>
            <p:nvPr/>
          </p:nvSpPr>
          <p:spPr>
            <a:xfrm>
              <a:off x="5608953" y="3894457"/>
              <a:ext cx="347654" cy="5509"/>
            </a:xfrm>
            <a:custGeom>
              <a:avLst/>
              <a:gdLst/>
              <a:ahLst/>
              <a:cxnLst/>
              <a:rect l="l" t="t" r="r" b="b"/>
              <a:pathLst>
                <a:path w="6374" h="101" extrusionOk="0">
                  <a:moveTo>
                    <a:pt x="0" y="0"/>
                  </a:moveTo>
                  <a:lnTo>
                    <a:pt x="0" y="100"/>
                  </a:lnTo>
                  <a:lnTo>
                    <a:pt x="6374" y="100"/>
                  </a:lnTo>
                  <a:lnTo>
                    <a:pt x="63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992;p46">
              <a:extLst>
                <a:ext uri="{FF2B5EF4-FFF2-40B4-BE49-F238E27FC236}">
                  <a16:creationId xmlns:a16="http://schemas.microsoft.com/office/drawing/2014/main" id="{186212B3-E047-70C1-0590-BAAA24F7003D}"/>
                </a:ext>
              </a:extLst>
            </p:cNvPr>
            <p:cNvSpPr/>
            <p:nvPr/>
          </p:nvSpPr>
          <p:spPr>
            <a:xfrm>
              <a:off x="5257917" y="1861222"/>
              <a:ext cx="522190" cy="439013"/>
            </a:xfrm>
            <a:custGeom>
              <a:avLst/>
              <a:gdLst/>
              <a:ahLst/>
              <a:cxnLst/>
              <a:rect l="l" t="t" r="r" b="b"/>
              <a:pathLst>
                <a:path w="9574" h="8049" extrusionOk="0">
                  <a:moveTo>
                    <a:pt x="1" y="1"/>
                  </a:moveTo>
                  <a:lnTo>
                    <a:pt x="1" y="8049"/>
                  </a:lnTo>
                  <a:lnTo>
                    <a:pt x="9573" y="8049"/>
                  </a:lnTo>
                  <a:lnTo>
                    <a:pt x="95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993;p46">
              <a:extLst>
                <a:ext uri="{FF2B5EF4-FFF2-40B4-BE49-F238E27FC236}">
                  <a16:creationId xmlns:a16="http://schemas.microsoft.com/office/drawing/2014/main" id="{464DDBCC-4522-C264-35EA-ADC676888233}"/>
                </a:ext>
              </a:extLst>
            </p:cNvPr>
            <p:cNvSpPr/>
            <p:nvPr/>
          </p:nvSpPr>
          <p:spPr>
            <a:xfrm>
              <a:off x="5257917" y="1699012"/>
              <a:ext cx="1045634" cy="74341"/>
            </a:xfrm>
            <a:custGeom>
              <a:avLst/>
              <a:gdLst/>
              <a:ahLst/>
              <a:cxnLst/>
              <a:rect l="l" t="t" r="r" b="b"/>
              <a:pathLst>
                <a:path w="19171" h="1363" extrusionOk="0">
                  <a:moveTo>
                    <a:pt x="1" y="1"/>
                  </a:moveTo>
                  <a:lnTo>
                    <a:pt x="1" y="1363"/>
                  </a:lnTo>
                  <a:lnTo>
                    <a:pt x="19171" y="1363"/>
                  </a:lnTo>
                  <a:lnTo>
                    <a:pt x="191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994;p46">
              <a:extLst>
                <a:ext uri="{FF2B5EF4-FFF2-40B4-BE49-F238E27FC236}">
                  <a16:creationId xmlns:a16="http://schemas.microsoft.com/office/drawing/2014/main" id="{B964C41F-A0DF-A460-CCAC-6061B3BE31BE}"/>
                </a:ext>
              </a:extLst>
            </p:cNvPr>
            <p:cNvSpPr/>
            <p:nvPr/>
          </p:nvSpPr>
          <p:spPr>
            <a:xfrm>
              <a:off x="5257917" y="2391538"/>
              <a:ext cx="522190" cy="439667"/>
            </a:xfrm>
            <a:custGeom>
              <a:avLst/>
              <a:gdLst/>
              <a:ahLst/>
              <a:cxnLst/>
              <a:rect l="l" t="t" r="r" b="b"/>
              <a:pathLst>
                <a:path w="9574" h="8061" extrusionOk="0">
                  <a:moveTo>
                    <a:pt x="1" y="0"/>
                  </a:moveTo>
                  <a:lnTo>
                    <a:pt x="1" y="8061"/>
                  </a:lnTo>
                  <a:lnTo>
                    <a:pt x="9573" y="8061"/>
                  </a:lnTo>
                  <a:lnTo>
                    <a:pt x="95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995;p46">
              <a:extLst>
                <a:ext uri="{FF2B5EF4-FFF2-40B4-BE49-F238E27FC236}">
                  <a16:creationId xmlns:a16="http://schemas.microsoft.com/office/drawing/2014/main" id="{37DF14FF-7459-312E-9191-A85E479A88A9}"/>
                </a:ext>
              </a:extLst>
            </p:cNvPr>
            <p:cNvSpPr/>
            <p:nvPr/>
          </p:nvSpPr>
          <p:spPr>
            <a:xfrm>
              <a:off x="5257917" y="2922509"/>
              <a:ext cx="522190" cy="439013"/>
            </a:xfrm>
            <a:custGeom>
              <a:avLst/>
              <a:gdLst/>
              <a:ahLst/>
              <a:cxnLst/>
              <a:rect l="l" t="t" r="r" b="b"/>
              <a:pathLst>
                <a:path w="9574" h="8049" extrusionOk="0">
                  <a:moveTo>
                    <a:pt x="1" y="0"/>
                  </a:moveTo>
                  <a:lnTo>
                    <a:pt x="1" y="8048"/>
                  </a:lnTo>
                  <a:lnTo>
                    <a:pt x="9573" y="8048"/>
                  </a:lnTo>
                  <a:lnTo>
                    <a:pt x="957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996;p46">
              <a:extLst>
                <a:ext uri="{FF2B5EF4-FFF2-40B4-BE49-F238E27FC236}">
                  <a16:creationId xmlns:a16="http://schemas.microsoft.com/office/drawing/2014/main" id="{7FA301FE-A2C4-0CC0-3CD6-2D5640DBA260}"/>
                </a:ext>
              </a:extLst>
            </p:cNvPr>
            <p:cNvSpPr/>
            <p:nvPr/>
          </p:nvSpPr>
          <p:spPr>
            <a:xfrm>
              <a:off x="5257917" y="3484788"/>
              <a:ext cx="993164" cy="43689"/>
            </a:xfrm>
            <a:custGeom>
              <a:avLst/>
              <a:gdLst/>
              <a:ahLst/>
              <a:cxnLst/>
              <a:rect l="l" t="t" r="r" b="b"/>
              <a:pathLst>
                <a:path w="18209" h="801" extrusionOk="0">
                  <a:moveTo>
                    <a:pt x="1" y="1"/>
                  </a:moveTo>
                  <a:lnTo>
                    <a:pt x="1" y="801"/>
                  </a:lnTo>
                  <a:lnTo>
                    <a:pt x="18208" y="801"/>
                  </a:lnTo>
                  <a:lnTo>
                    <a:pt x="1820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997;p46">
              <a:extLst>
                <a:ext uri="{FF2B5EF4-FFF2-40B4-BE49-F238E27FC236}">
                  <a16:creationId xmlns:a16="http://schemas.microsoft.com/office/drawing/2014/main" id="{60C4CEB8-0C7D-8D6F-73C0-7CA1CA990097}"/>
                </a:ext>
              </a:extLst>
            </p:cNvPr>
            <p:cNvSpPr/>
            <p:nvPr/>
          </p:nvSpPr>
          <p:spPr>
            <a:xfrm>
              <a:off x="5257917" y="3575438"/>
              <a:ext cx="610112" cy="43689"/>
            </a:xfrm>
            <a:custGeom>
              <a:avLst/>
              <a:gdLst/>
              <a:ahLst/>
              <a:cxnLst/>
              <a:rect l="l" t="t" r="r" b="b"/>
              <a:pathLst>
                <a:path w="11186" h="801" extrusionOk="0">
                  <a:moveTo>
                    <a:pt x="1" y="1"/>
                  </a:moveTo>
                  <a:lnTo>
                    <a:pt x="1" y="801"/>
                  </a:lnTo>
                  <a:lnTo>
                    <a:pt x="11185" y="801"/>
                  </a:lnTo>
                  <a:lnTo>
                    <a:pt x="1118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998;p46">
              <a:extLst>
                <a:ext uri="{FF2B5EF4-FFF2-40B4-BE49-F238E27FC236}">
                  <a16:creationId xmlns:a16="http://schemas.microsoft.com/office/drawing/2014/main" id="{9D2180EE-A698-3E94-D738-06A40AA3360A}"/>
                </a:ext>
              </a:extLst>
            </p:cNvPr>
            <p:cNvSpPr/>
            <p:nvPr/>
          </p:nvSpPr>
          <p:spPr>
            <a:xfrm>
              <a:off x="5867975" y="1861222"/>
              <a:ext cx="435576" cy="439013"/>
            </a:xfrm>
            <a:custGeom>
              <a:avLst/>
              <a:gdLst/>
              <a:ahLst/>
              <a:cxnLst/>
              <a:rect l="l" t="t" r="r" b="b"/>
              <a:pathLst>
                <a:path w="7986" h="8049" extrusionOk="0">
                  <a:moveTo>
                    <a:pt x="0" y="1"/>
                  </a:moveTo>
                  <a:lnTo>
                    <a:pt x="0" y="8049"/>
                  </a:lnTo>
                  <a:lnTo>
                    <a:pt x="7986" y="8049"/>
                  </a:lnTo>
                  <a:lnTo>
                    <a:pt x="798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999;p46">
              <a:extLst>
                <a:ext uri="{FF2B5EF4-FFF2-40B4-BE49-F238E27FC236}">
                  <a16:creationId xmlns:a16="http://schemas.microsoft.com/office/drawing/2014/main" id="{0C221130-79D8-2B03-EECF-73B605AC737E}"/>
                </a:ext>
              </a:extLst>
            </p:cNvPr>
            <p:cNvSpPr/>
            <p:nvPr/>
          </p:nvSpPr>
          <p:spPr>
            <a:xfrm>
              <a:off x="5867975" y="2391538"/>
              <a:ext cx="435576" cy="439667"/>
            </a:xfrm>
            <a:custGeom>
              <a:avLst/>
              <a:gdLst/>
              <a:ahLst/>
              <a:cxnLst/>
              <a:rect l="l" t="t" r="r" b="b"/>
              <a:pathLst>
                <a:path w="7986" h="8061" extrusionOk="0">
                  <a:moveTo>
                    <a:pt x="0" y="0"/>
                  </a:moveTo>
                  <a:lnTo>
                    <a:pt x="0" y="8061"/>
                  </a:lnTo>
                  <a:lnTo>
                    <a:pt x="7986" y="8061"/>
                  </a:lnTo>
                  <a:lnTo>
                    <a:pt x="798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000;p46">
              <a:extLst>
                <a:ext uri="{FF2B5EF4-FFF2-40B4-BE49-F238E27FC236}">
                  <a16:creationId xmlns:a16="http://schemas.microsoft.com/office/drawing/2014/main" id="{08B82104-6AA7-977F-B302-73F725E30A98}"/>
                </a:ext>
              </a:extLst>
            </p:cNvPr>
            <p:cNvSpPr/>
            <p:nvPr/>
          </p:nvSpPr>
          <p:spPr>
            <a:xfrm>
              <a:off x="5867975" y="2922509"/>
              <a:ext cx="435576" cy="439013"/>
            </a:xfrm>
            <a:custGeom>
              <a:avLst/>
              <a:gdLst/>
              <a:ahLst/>
              <a:cxnLst/>
              <a:rect l="l" t="t" r="r" b="b"/>
              <a:pathLst>
                <a:path w="7986" h="8049" extrusionOk="0">
                  <a:moveTo>
                    <a:pt x="0" y="0"/>
                  </a:moveTo>
                  <a:lnTo>
                    <a:pt x="0" y="8048"/>
                  </a:lnTo>
                  <a:lnTo>
                    <a:pt x="7986" y="8048"/>
                  </a:lnTo>
                  <a:lnTo>
                    <a:pt x="7986"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001;p46">
              <a:extLst>
                <a:ext uri="{FF2B5EF4-FFF2-40B4-BE49-F238E27FC236}">
                  <a16:creationId xmlns:a16="http://schemas.microsoft.com/office/drawing/2014/main" id="{D8D16085-B60D-0FDA-B6D9-82BDACE97081}"/>
                </a:ext>
              </a:extLst>
            </p:cNvPr>
            <p:cNvSpPr/>
            <p:nvPr/>
          </p:nvSpPr>
          <p:spPr>
            <a:xfrm>
              <a:off x="6486869" y="1947344"/>
              <a:ext cx="472393" cy="457612"/>
            </a:xfrm>
            <a:custGeom>
              <a:avLst/>
              <a:gdLst/>
              <a:ahLst/>
              <a:cxnLst/>
              <a:rect l="l" t="t" r="r" b="b"/>
              <a:pathLst>
                <a:path w="8661" h="8390" extrusionOk="0">
                  <a:moveTo>
                    <a:pt x="2307" y="1"/>
                  </a:moveTo>
                  <a:cubicBezTo>
                    <a:pt x="2061" y="1"/>
                    <a:pt x="1815" y="53"/>
                    <a:pt x="1587" y="159"/>
                  </a:cubicBezTo>
                  <a:cubicBezTo>
                    <a:pt x="1325" y="284"/>
                    <a:pt x="1087" y="471"/>
                    <a:pt x="912" y="696"/>
                  </a:cubicBezTo>
                  <a:cubicBezTo>
                    <a:pt x="713" y="996"/>
                    <a:pt x="600" y="1421"/>
                    <a:pt x="488" y="1759"/>
                  </a:cubicBezTo>
                  <a:cubicBezTo>
                    <a:pt x="225" y="2533"/>
                    <a:pt x="0" y="3408"/>
                    <a:pt x="150" y="4220"/>
                  </a:cubicBezTo>
                  <a:cubicBezTo>
                    <a:pt x="325" y="4983"/>
                    <a:pt x="713" y="5670"/>
                    <a:pt x="1275" y="6207"/>
                  </a:cubicBezTo>
                  <a:cubicBezTo>
                    <a:pt x="2100" y="7032"/>
                    <a:pt x="3112" y="7682"/>
                    <a:pt x="4224" y="8082"/>
                  </a:cubicBezTo>
                  <a:cubicBezTo>
                    <a:pt x="4719" y="8256"/>
                    <a:pt x="5247" y="8390"/>
                    <a:pt x="5774" y="8390"/>
                  </a:cubicBezTo>
                  <a:cubicBezTo>
                    <a:pt x="5966" y="8390"/>
                    <a:pt x="6158" y="8372"/>
                    <a:pt x="6349" y="8332"/>
                  </a:cubicBezTo>
                  <a:cubicBezTo>
                    <a:pt x="7173" y="8157"/>
                    <a:pt x="7861" y="7594"/>
                    <a:pt x="8223" y="6845"/>
                  </a:cubicBezTo>
                  <a:cubicBezTo>
                    <a:pt x="8660" y="5895"/>
                    <a:pt x="8610" y="4795"/>
                    <a:pt x="8086" y="3895"/>
                  </a:cubicBezTo>
                  <a:cubicBezTo>
                    <a:pt x="7436" y="2758"/>
                    <a:pt x="6174" y="1846"/>
                    <a:pt x="4874" y="1671"/>
                  </a:cubicBezTo>
                  <a:cubicBezTo>
                    <a:pt x="4736" y="1646"/>
                    <a:pt x="4612" y="1634"/>
                    <a:pt x="4474" y="1634"/>
                  </a:cubicBezTo>
                  <a:cubicBezTo>
                    <a:pt x="4387" y="1634"/>
                    <a:pt x="4287" y="1609"/>
                    <a:pt x="4212" y="1559"/>
                  </a:cubicBezTo>
                  <a:cubicBezTo>
                    <a:pt x="4162" y="1509"/>
                    <a:pt x="4124" y="1446"/>
                    <a:pt x="4112" y="1384"/>
                  </a:cubicBezTo>
                  <a:cubicBezTo>
                    <a:pt x="3949" y="934"/>
                    <a:pt x="3649" y="546"/>
                    <a:pt x="3262" y="284"/>
                  </a:cubicBezTo>
                  <a:cubicBezTo>
                    <a:pt x="2974" y="97"/>
                    <a:pt x="2641" y="1"/>
                    <a:pt x="23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002;p46">
              <a:extLst>
                <a:ext uri="{FF2B5EF4-FFF2-40B4-BE49-F238E27FC236}">
                  <a16:creationId xmlns:a16="http://schemas.microsoft.com/office/drawing/2014/main" id="{249AFD14-8BAA-0287-020B-B3D4D4D6A188}"/>
                </a:ext>
              </a:extLst>
            </p:cNvPr>
            <p:cNvSpPr/>
            <p:nvPr/>
          </p:nvSpPr>
          <p:spPr>
            <a:xfrm>
              <a:off x="6340313" y="3616345"/>
              <a:ext cx="171154" cy="591023"/>
            </a:xfrm>
            <a:custGeom>
              <a:avLst/>
              <a:gdLst/>
              <a:ahLst/>
              <a:cxnLst/>
              <a:rect l="l" t="t" r="r" b="b"/>
              <a:pathLst>
                <a:path w="3138" h="10836" extrusionOk="0">
                  <a:moveTo>
                    <a:pt x="1218" y="0"/>
                  </a:moveTo>
                  <a:cubicBezTo>
                    <a:pt x="596" y="0"/>
                    <a:pt x="301" y="650"/>
                    <a:pt x="150" y="1413"/>
                  </a:cubicBezTo>
                  <a:cubicBezTo>
                    <a:pt x="50" y="2088"/>
                    <a:pt x="0" y="2775"/>
                    <a:pt x="13" y="3462"/>
                  </a:cubicBezTo>
                  <a:cubicBezTo>
                    <a:pt x="13" y="4085"/>
                    <a:pt x="794" y="10836"/>
                    <a:pt x="874" y="10836"/>
                  </a:cubicBezTo>
                  <a:cubicBezTo>
                    <a:pt x="875" y="10836"/>
                    <a:pt x="875" y="10836"/>
                    <a:pt x="875" y="10835"/>
                  </a:cubicBezTo>
                  <a:cubicBezTo>
                    <a:pt x="1563" y="10435"/>
                    <a:pt x="1762" y="9748"/>
                    <a:pt x="1975" y="9011"/>
                  </a:cubicBezTo>
                  <a:cubicBezTo>
                    <a:pt x="2450" y="7274"/>
                    <a:pt x="2937" y="5474"/>
                    <a:pt x="3050" y="3675"/>
                  </a:cubicBezTo>
                  <a:cubicBezTo>
                    <a:pt x="3137" y="2463"/>
                    <a:pt x="3062" y="713"/>
                    <a:pt x="1737" y="126"/>
                  </a:cubicBezTo>
                  <a:cubicBezTo>
                    <a:pt x="1543" y="40"/>
                    <a:pt x="1371" y="0"/>
                    <a:pt x="12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003;p46">
              <a:extLst>
                <a:ext uri="{FF2B5EF4-FFF2-40B4-BE49-F238E27FC236}">
                  <a16:creationId xmlns:a16="http://schemas.microsoft.com/office/drawing/2014/main" id="{DA40E216-4579-A66E-B6C6-5FB4812CA159}"/>
                </a:ext>
              </a:extLst>
            </p:cNvPr>
            <p:cNvSpPr/>
            <p:nvPr/>
          </p:nvSpPr>
          <p:spPr>
            <a:xfrm>
              <a:off x="6337586" y="3613836"/>
              <a:ext cx="178627" cy="596913"/>
            </a:xfrm>
            <a:custGeom>
              <a:avLst/>
              <a:gdLst/>
              <a:ahLst/>
              <a:cxnLst/>
              <a:rect l="l" t="t" r="r" b="b"/>
              <a:pathLst>
                <a:path w="3275" h="10944" extrusionOk="0">
                  <a:moveTo>
                    <a:pt x="1263" y="97"/>
                  </a:moveTo>
                  <a:cubicBezTo>
                    <a:pt x="1425" y="97"/>
                    <a:pt x="1588" y="147"/>
                    <a:pt x="1750" y="209"/>
                  </a:cubicBezTo>
                  <a:cubicBezTo>
                    <a:pt x="2737" y="659"/>
                    <a:pt x="3162" y="1796"/>
                    <a:pt x="3037" y="3721"/>
                  </a:cubicBezTo>
                  <a:cubicBezTo>
                    <a:pt x="2912" y="5558"/>
                    <a:pt x="2412" y="7395"/>
                    <a:pt x="1962" y="9032"/>
                  </a:cubicBezTo>
                  <a:cubicBezTo>
                    <a:pt x="1775" y="9694"/>
                    <a:pt x="1588" y="10394"/>
                    <a:pt x="950" y="10806"/>
                  </a:cubicBezTo>
                  <a:cubicBezTo>
                    <a:pt x="800" y="10169"/>
                    <a:pt x="113" y="4146"/>
                    <a:pt x="113" y="3496"/>
                  </a:cubicBezTo>
                  <a:cubicBezTo>
                    <a:pt x="100" y="2821"/>
                    <a:pt x="138" y="2146"/>
                    <a:pt x="250" y="1471"/>
                  </a:cubicBezTo>
                  <a:cubicBezTo>
                    <a:pt x="375" y="784"/>
                    <a:pt x="613" y="347"/>
                    <a:pt x="925" y="172"/>
                  </a:cubicBezTo>
                  <a:cubicBezTo>
                    <a:pt x="1025" y="122"/>
                    <a:pt x="1138" y="97"/>
                    <a:pt x="1263" y="97"/>
                  </a:cubicBezTo>
                  <a:close/>
                  <a:moveTo>
                    <a:pt x="1270" y="1"/>
                  </a:moveTo>
                  <a:cubicBezTo>
                    <a:pt x="1129" y="1"/>
                    <a:pt x="998" y="32"/>
                    <a:pt x="875" y="97"/>
                  </a:cubicBezTo>
                  <a:cubicBezTo>
                    <a:pt x="538" y="272"/>
                    <a:pt x="288" y="734"/>
                    <a:pt x="150" y="1459"/>
                  </a:cubicBezTo>
                  <a:cubicBezTo>
                    <a:pt x="50" y="2134"/>
                    <a:pt x="0" y="2821"/>
                    <a:pt x="13" y="3508"/>
                  </a:cubicBezTo>
                  <a:cubicBezTo>
                    <a:pt x="13" y="3821"/>
                    <a:pt x="213" y="5720"/>
                    <a:pt x="413" y="7420"/>
                  </a:cubicBezTo>
                  <a:cubicBezTo>
                    <a:pt x="813" y="10881"/>
                    <a:pt x="875" y="10906"/>
                    <a:pt x="900" y="10931"/>
                  </a:cubicBezTo>
                  <a:lnTo>
                    <a:pt x="925" y="10944"/>
                  </a:lnTo>
                  <a:lnTo>
                    <a:pt x="950" y="10931"/>
                  </a:lnTo>
                  <a:cubicBezTo>
                    <a:pt x="1662" y="10494"/>
                    <a:pt x="1862" y="9769"/>
                    <a:pt x="2062" y="9069"/>
                  </a:cubicBezTo>
                  <a:cubicBezTo>
                    <a:pt x="2512" y="7432"/>
                    <a:pt x="3025" y="5583"/>
                    <a:pt x="3150" y="3733"/>
                  </a:cubicBezTo>
                  <a:cubicBezTo>
                    <a:pt x="3275" y="1771"/>
                    <a:pt x="2837" y="584"/>
                    <a:pt x="1800" y="122"/>
                  </a:cubicBezTo>
                  <a:cubicBezTo>
                    <a:pt x="1607" y="42"/>
                    <a:pt x="1432" y="1"/>
                    <a:pt x="1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004;p46">
              <a:extLst>
                <a:ext uri="{FF2B5EF4-FFF2-40B4-BE49-F238E27FC236}">
                  <a16:creationId xmlns:a16="http://schemas.microsoft.com/office/drawing/2014/main" id="{F5AA4DC1-1851-A675-1004-86E4A6B1FC43}"/>
                </a:ext>
              </a:extLst>
            </p:cNvPr>
            <p:cNvSpPr/>
            <p:nvPr/>
          </p:nvSpPr>
          <p:spPr>
            <a:xfrm>
              <a:off x="6809924" y="3737538"/>
              <a:ext cx="227060" cy="474847"/>
            </a:xfrm>
            <a:custGeom>
              <a:avLst/>
              <a:gdLst/>
              <a:ahLst/>
              <a:cxnLst/>
              <a:rect l="l" t="t" r="r" b="b"/>
              <a:pathLst>
                <a:path w="4163" h="8706" extrusionOk="0">
                  <a:moveTo>
                    <a:pt x="1619" y="0"/>
                  </a:moveTo>
                  <a:cubicBezTo>
                    <a:pt x="1130" y="0"/>
                    <a:pt x="632" y="395"/>
                    <a:pt x="351" y="965"/>
                  </a:cubicBezTo>
                  <a:cubicBezTo>
                    <a:pt x="326" y="1015"/>
                    <a:pt x="301" y="1078"/>
                    <a:pt x="288" y="1128"/>
                  </a:cubicBezTo>
                  <a:cubicBezTo>
                    <a:pt x="1" y="1853"/>
                    <a:pt x="76" y="2665"/>
                    <a:pt x="288" y="3415"/>
                  </a:cubicBezTo>
                  <a:cubicBezTo>
                    <a:pt x="775" y="5239"/>
                    <a:pt x="2038" y="7014"/>
                    <a:pt x="3412" y="8288"/>
                  </a:cubicBezTo>
                  <a:cubicBezTo>
                    <a:pt x="3483" y="8359"/>
                    <a:pt x="3895" y="8705"/>
                    <a:pt x="4038" y="8705"/>
                  </a:cubicBezTo>
                  <a:cubicBezTo>
                    <a:pt x="4047" y="8705"/>
                    <a:pt x="4055" y="8704"/>
                    <a:pt x="4062" y="8701"/>
                  </a:cubicBezTo>
                  <a:cubicBezTo>
                    <a:pt x="4162" y="8638"/>
                    <a:pt x="4087" y="8351"/>
                    <a:pt x="4075" y="8263"/>
                  </a:cubicBezTo>
                  <a:cubicBezTo>
                    <a:pt x="3937" y="7151"/>
                    <a:pt x="3750" y="6039"/>
                    <a:pt x="3525" y="4952"/>
                  </a:cubicBezTo>
                  <a:cubicBezTo>
                    <a:pt x="3287" y="3790"/>
                    <a:pt x="3125" y="1328"/>
                    <a:pt x="2388" y="403"/>
                  </a:cubicBezTo>
                  <a:cubicBezTo>
                    <a:pt x="2160" y="122"/>
                    <a:pt x="1891" y="0"/>
                    <a:pt x="161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005;p46">
              <a:extLst>
                <a:ext uri="{FF2B5EF4-FFF2-40B4-BE49-F238E27FC236}">
                  <a16:creationId xmlns:a16="http://schemas.microsoft.com/office/drawing/2014/main" id="{DB9AFD21-1D78-A6FC-740D-11DEFB2E6260}"/>
                </a:ext>
              </a:extLst>
            </p:cNvPr>
            <p:cNvSpPr/>
            <p:nvPr/>
          </p:nvSpPr>
          <p:spPr>
            <a:xfrm>
              <a:off x="6809270" y="3734647"/>
              <a:ext cx="229733" cy="480192"/>
            </a:xfrm>
            <a:custGeom>
              <a:avLst/>
              <a:gdLst/>
              <a:ahLst/>
              <a:cxnLst/>
              <a:rect l="l" t="t" r="r" b="b"/>
              <a:pathLst>
                <a:path w="4212" h="8804" extrusionOk="0">
                  <a:moveTo>
                    <a:pt x="1595" y="103"/>
                  </a:moveTo>
                  <a:cubicBezTo>
                    <a:pt x="1894" y="103"/>
                    <a:pt x="2176" y="250"/>
                    <a:pt x="2350" y="494"/>
                  </a:cubicBezTo>
                  <a:cubicBezTo>
                    <a:pt x="2899" y="1181"/>
                    <a:pt x="3124" y="2718"/>
                    <a:pt x="3299" y="3955"/>
                  </a:cubicBezTo>
                  <a:cubicBezTo>
                    <a:pt x="3362" y="4355"/>
                    <a:pt x="3412" y="4730"/>
                    <a:pt x="3474" y="5017"/>
                  </a:cubicBezTo>
                  <a:cubicBezTo>
                    <a:pt x="3699" y="6105"/>
                    <a:pt x="3887" y="7217"/>
                    <a:pt x="4024" y="8329"/>
                  </a:cubicBezTo>
                  <a:cubicBezTo>
                    <a:pt x="4037" y="8341"/>
                    <a:pt x="4037" y="8366"/>
                    <a:pt x="4037" y="8391"/>
                  </a:cubicBezTo>
                  <a:cubicBezTo>
                    <a:pt x="4062" y="8466"/>
                    <a:pt x="4112" y="8679"/>
                    <a:pt x="4037" y="8704"/>
                  </a:cubicBezTo>
                  <a:cubicBezTo>
                    <a:pt x="4035" y="8704"/>
                    <a:pt x="4033" y="8704"/>
                    <a:pt x="4031" y="8704"/>
                  </a:cubicBezTo>
                  <a:cubicBezTo>
                    <a:pt x="3957" y="8704"/>
                    <a:pt x="3656" y="8498"/>
                    <a:pt x="3449" y="8291"/>
                  </a:cubicBezTo>
                  <a:cubicBezTo>
                    <a:pt x="1912" y="6892"/>
                    <a:pt x="787" y="5117"/>
                    <a:pt x="338" y="3455"/>
                  </a:cubicBezTo>
                  <a:cubicBezTo>
                    <a:pt x="100" y="2543"/>
                    <a:pt x="100" y="1818"/>
                    <a:pt x="338" y="1206"/>
                  </a:cubicBezTo>
                  <a:cubicBezTo>
                    <a:pt x="363" y="1143"/>
                    <a:pt x="388" y="1093"/>
                    <a:pt x="413" y="1043"/>
                  </a:cubicBezTo>
                  <a:lnTo>
                    <a:pt x="400" y="1043"/>
                  </a:lnTo>
                  <a:cubicBezTo>
                    <a:pt x="662" y="519"/>
                    <a:pt x="1100" y="156"/>
                    <a:pt x="1525" y="106"/>
                  </a:cubicBezTo>
                  <a:cubicBezTo>
                    <a:pt x="1548" y="104"/>
                    <a:pt x="1572" y="103"/>
                    <a:pt x="1595" y="103"/>
                  </a:cubicBezTo>
                  <a:close/>
                  <a:moveTo>
                    <a:pt x="1625" y="1"/>
                  </a:moveTo>
                  <a:cubicBezTo>
                    <a:pt x="1592" y="1"/>
                    <a:pt x="1558" y="3"/>
                    <a:pt x="1525" y="6"/>
                  </a:cubicBezTo>
                  <a:cubicBezTo>
                    <a:pt x="1050" y="56"/>
                    <a:pt x="600" y="431"/>
                    <a:pt x="325" y="993"/>
                  </a:cubicBezTo>
                  <a:cubicBezTo>
                    <a:pt x="288" y="1056"/>
                    <a:pt x="263" y="1106"/>
                    <a:pt x="250" y="1168"/>
                  </a:cubicBezTo>
                  <a:cubicBezTo>
                    <a:pt x="0" y="1793"/>
                    <a:pt x="0" y="2555"/>
                    <a:pt x="250" y="3480"/>
                  </a:cubicBezTo>
                  <a:cubicBezTo>
                    <a:pt x="700" y="5167"/>
                    <a:pt x="1837" y="6954"/>
                    <a:pt x="3387" y="8379"/>
                  </a:cubicBezTo>
                  <a:cubicBezTo>
                    <a:pt x="3437" y="8416"/>
                    <a:pt x="3849" y="8804"/>
                    <a:pt x="4049" y="8804"/>
                  </a:cubicBezTo>
                  <a:cubicBezTo>
                    <a:pt x="4062" y="8804"/>
                    <a:pt x="4074" y="8804"/>
                    <a:pt x="4099" y="8791"/>
                  </a:cubicBezTo>
                  <a:cubicBezTo>
                    <a:pt x="4212" y="8729"/>
                    <a:pt x="4174" y="8504"/>
                    <a:pt x="4149" y="8366"/>
                  </a:cubicBezTo>
                  <a:cubicBezTo>
                    <a:pt x="4137" y="8341"/>
                    <a:pt x="4137" y="8329"/>
                    <a:pt x="4137" y="8304"/>
                  </a:cubicBezTo>
                  <a:cubicBezTo>
                    <a:pt x="3999" y="7204"/>
                    <a:pt x="3812" y="6080"/>
                    <a:pt x="3587" y="4992"/>
                  </a:cubicBezTo>
                  <a:cubicBezTo>
                    <a:pt x="3524" y="4705"/>
                    <a:pt x="3474" y="4330"/>
                    <a:pt x="3412" y="3943"/>
                  </a:cubicBezTo>
                  <a:cubicBezTo>
                    <a:pt x="3237" y="2680"/>
                    <a:pt x="2999" y="1131"/>
                    <a:pt x="2437" y="419"/>
                  </a:cubicBezTo>
                  <a:cubicBezTo>
                    <a:pt x="2245" y="159"/>
                    <a:pt x="1940" y="1"/>
                    <a:pt x="16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006;p46">
              <a:extLst>
                <a:ext uri="{FF2B5EF4-FFF2-40B4-BE49-F238E27FC236}">
                  <a16:creationId xmlns:a16="http://schemas.microsoft.com/office/drawing/2014/main" id="{A2FA17FC-F7F3-C06F-57CA-C0A330F4A112}"/>
                </a:ext>
              </a:extLst>
            </p:cNvPr>
            <p:cNvSpPr/>
            <p:nvPr/>
          </p:nvSpPr>
          <p:spPr>
            <a:xfrm>
              <a:off x="6259209" y="2550039"/>
              <a:ext cx="359271" cy="1461684"/>
            </a:xfrm>
            <a:custGeom>
              <a:avLst/>
              <a:gdLst/>
              <a:ahLst/>
              <a:cxnLst/>
              <a:rect l="l" t="t" r="r" b="b"/>
              <a:pathLst>
                <a:path w="6587" h="26799" extrusionOk="0">
                  <a:moveTo>
                    <a:pt x="4330" y="1"/>
                  </a:moveTo>
                  <a:cubicBezTo>
                    <a:pt x="2891" y="1"/>
                    <a:pt x="2155" y="2431"/>
                    <a:pt x="1900" y="3817"/>
                  </a:cubicBezTo>
                  <a:cubicBezTo>
                    <a:pt x="1050" y="8366"/>
                    <a:pt x="638" y="12628"/>
                    <a:pt x="450" y="17251"/>
                  </a:cubicBezTo>
                  <a:cubicBezTo>
                    <a:pt x="425" y="17839"/>
                    <a:pt x="238" y="26062"/>
                    <a:pt x="0" y="26074"/>
                  </a:cubicBezTo>
                  <a:cubicBezTo>
                    <a:pt x="1500" y="26511"/>
                    <a:pt x="3050" y="26761"/>
                    <a:pt x="4599" y="26799"/>
                  </a:cubicBezTo>
                  <a:cubicBezTo>
                    <a:pt x="4737" y="26799"/>
                    <a:pt x="4887" y="25774"/>
                    <a:pt x="5049" y="24299"/>
                  </a:cubicBezTo>
                  <a:cubicBezTo>
                    <a:pt x="5424" y="20775"/>
                    <a:pt x="5799" y="14715"/>
                    <a:pt x="5836" y="14002"/>
                  </a:cubicBezTo>
                  <a:cubicBezTo>
                    <a:pt x="5974" y="12078"/>
                    <a:pt x="5949" y="10066"/>
                    <a:pt x="6224" y="8154"/>
                  </a:cubicBezTo>
                  <a:cubicBezTo>
                    <a:pt x="6474" y="6554"/>
                    <a:pt x="6586" y="4942"/>
                    <a:pt x="6561" y="3330"/>
                  </a:cubicBezTo>
                  <a:cubicBezTo>
                    <a:pt x="6536" y="2343"/>
                    <a:pt x="6411" y="1256"/>
                    <a:pt x="5661" y="606"/>
                  </a:cubicBezTo>
                  <a:cubicBezTo>
                    <a:pt x="5163" y="179"/>
                    <a:pt x="4721" y="1"/>
                    <a:pt x="43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007;p46">
              <a:extLst>
                <a:ext uri="{FF2B5EF4-FFF2-40B4-BE49-F238E27FC236}">
                  <a16:creationId xmlns:a16="http://schemas.microsoft.com/office/drawing/2014/main" id="{FA4782EC-9F91-EEBA-23D3-8FBD0D4C255F}"/>
                </a:ext>
              </a:extLst>
            </p:cNvPr>
            <p:cNvSpPr/>
            <p:nvPr/>
          </p:nvSpPr>
          <p:spPr>
            <a:xfrm>
              <a:off x="6547520" y="2666051"/>
              <a:ext cx="520772" cy="1372944"/>
            </a:xfrm>
            <a:custGeom>
              <a:avLst/>
              <a:gdLst/>
              <a:ahLst/>
              <a:cxnLst/>
              <a:rect l="l" t="t" r="r" b="b"/>
              <a:pathLst>
                <a:path w="9548" h="25172" extrusionOk="0">
                  <a:moveTo>
                    <a:pt x="2573" y="0"/>
                  </a:moveTo>
                  <a:cubicBezTo>
                    <a:pt x="1902" y="0"/>
                    <a:pt x="1217" y="579"/>
                    <a:pt x="838" y="1628"/>
                  </a:cubicBezTo>
                  <a:cubicBezTo>
                    <a:pt x="0" y="3902"/>
                    <a:pt x="188" y="6414"/>
                    <a:pt x="525" y="8764"/>
                  </a:cubicBezTo>
                  <a:cubicBezTo>
                    <a:pt x="850" y="10988"/>
                    <a:pt x="1338" y="13200"/>
                    <a:pt x="1962" y="15374"/>
                  </a:cubicBezTo>
                  <a:cubicBezTo>
                    <a:pt x="2762" y="18149"/>
                    <a:pt x="4262" y="22360"/>
                    <a:pt x="5112" y="25172"/>
                  </a:cubicBezTo>
                  <a:cubicBezTo>
                    <a:pt x="6611" y="24909"/>
                    <a:pt x="8061" y="24372"/>
                    <a:pt x="9548" y="23997"/>
                  </a:cubicBezTo>
                  <a:cubicBezTo>
                    <a:pt x="8211" y="18986"/>
                    <a:pt x="6849" y="12463"/>
                    <a:pt x="5686" y="7414"/>
                  </a:cubicBezTo>
                  <a:cubicBezTo>
                    <a:pt x="5237" y="5477"/>
                    <a:pt x="4749" y="3540"/>
                    <a:pt x="4162" y="1628"/>
                  </a:cubicBezTo>
                  <a:cubicBezTo>
                    <a:pt x="3822" y="513"/>
                    <a:pt x="3204" y="0"/>
                    <a:pt x="257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008;p46">
              <a:extLst>
                <a:ext uri="{FF2B5EF4-FFF2-40B4-BE49-F238E27FC236}">
                  <a16:creationId xmlns:a16="http://schemas.microsoft.com/office/drawing/2014/main" id="{69071F98-F3EC-6F81-6E50-1252BAC1E48F}"/>
                </a:ext>
              </a:extLst>
            </p:cNvPr>
            <p:cNvSpPr/>
            <p:nvPr/>
          </p:nvSpPr>
          <p:spPr>
            <a:xfrm>
              <a:off x="5741873" y="2085446"/>
              <a:ext cx="665309" cy="397451"/>
            </a:xfrm>
            <a:custGeom>
              <a:avLst/>
              <a:gdLst/>
              <a:ahLst/>
              <a:cxnLst/>
              <a:rect l="l" t="t" r="r" b="b"/>
              <a:pathLst>
                <a:path w="12198" h="7287" extrusionOk="0">
                  <a:moveTo>
                    <a:pt x="476" y="0"/>
                  </a:moveTo>
                  <a:cubicBezTo>
                    <a:pt x="472" y="0"/>
                    <a:pt x="467" y="1"/>
                    <a:pt x="463" y="1"/>
                  </a:cubicBezTo>
                  <a:cubicBezTo>
                    <a:pt x="263" y="26"/>
                    <a:pt x="638" y="851"/>
                    <a:pt x="700" y="976"/>
                  </a:cubicBezTo>
                  <a:cubicBezTo>
                    <a:pt x="673" y="972"/>
                    <a:pt x="647" y="970"/>
                    <a:pt x="620" y="970"/>
                  </a:cubicBezTo>
                  <a:cubicBezTo>
                    <a:pt x="386" y="970"/>
                    <a:pt x="165" y="1115"/>
                    <a:pt x="75" y="1351"/>
                  </a:cubicBezTo>
                  <a:cubicBezTo>
                    <a:pt x="0" y="1613"/>
                    <a:pt x="38" y="1888"/>
                    <a:pt x="175" y="2126"/>
                  </a:cubicBezTo>
                  <a:cubicBezTo>
                    <a:pt x="325" y="2351"/>
                    <a:pt x="488" y="2551"/>
                    <a:pt x="688" y="2726"/>
                  </a:cubicBezTo>
                  <a:cubicBezTo>
                    <a:pt x="1063" y="3100"/>
                    <a:pt x="1262" y="3525"/>
                    <a:pt x="1587" y="3938"/>
                  </a:cubicBezTo>
                  <a:cubicBezTo>
                    <a:pt x="3074" y="5837"/>
                    <a:pt x="5111" y="7137"/>
                    <a:pt x="7573" y="7274"/>
                  </a:cubicBezTo>
                  <a:cubicBezTo>
                    <a:pt x="7736" y="7283"/>
                    <a:pt x="7898" y="7287"/>
                    <a:pt x="8061" y="7287"/>
                  </a:cubicBezTo>
                  <a:cubicBezTo>
                    <a:pt x="8872" y="7287"/>
                    <a:pt x="9681" y="7183"/>
                    <a:pt x="10473" y="6974"/>
                  </a:cubicBezTo>
                  <a:cubicBezTo>
                    <a:pt x="10847" y="6887"/>
                    <a:pt x="11197" y="6737"/>
                    <a:pt x="11510" y="6525"/>
                  </a:cubicBezTo>
                  <a:cubicBezTo>
                    <a:pt x="11947" y="6187"/>
                    <a:pt x="12197" y="5662"/>
                    <a:pt x="12185" y="5125"/>
                  </a:cubicBezTo>
                  <a:cubicBezTo>
                    <a:pt x="12172" y="4688"/>
                    <a:pt x="11960" y="4063"/>
                    <a:pt x="11547" y="3850"/>
                  </a:cubicBezTo>
                  <a:cubicBezTo>
                    <a:pt x="11380" y="3756"/>
                    <a:pt x="11175" y="3721"/>
                    <a:pt x="10960" y="3721"/>
                  </a:cubicBezTo>
                  <a:cubicBezTo>
                    <a:pt x="10661" y="3721"/>
                    <a:pt x="10345" y="3790"/>
                    <a:pt x="10098" y="3863"/>
                  </a:cubicBezTo>
                  <a:cubicBezTo>
                    <a:pt x="9153" y="4115"/>
                    <a:pt x="8214" y="4308"/>
                    <a:pt x="7259" y="4308"/>
                  </a:cubicBezTo>
                  <a:cubicBezTo>
                    <a:pt x="6888" y="4308"/>
                    <a:pt x="6514" y="4279"/>
                    <a:pt x="6136" y="4213"/>
                  </a:cubicBezTo>
                  <a:cubicBezTo>
                    <a:pt x="4974" y="4025"/>
                    <a:pt x="3812" y="3663"/>
                    <a:pt x="2800" y="3026"/>
                  </a:cubicBezTo>
                  <a:cubicBezTo>
                    <a:pt x="2375" y="2763"/>
                    <a:pt x="1900" y="2401"/>
                    <a:pt x="1675" y="1938"/>
                  </a:cubicBezTo>
                  <a:cubicBezTo>
                    <a:pt x="1425" y="1438"/>
                    <a:pt x="1200" y="926"/>
                    <a:pt x="913" y="451"/>
                  </a:cubicBezTo>
                  <a:cubicBezTo>
                    <a:pt x="864" y="354"/>
                    <a:pt x="617" y="0"/>
                    <a:pt x="47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009;p46">
              <a:extLst>
                <a:ext uri="{FF2B5EF4-FFF2-40B4-BE49-F238E27FC236}">
                  <a16:creationId xmlns:a16="http://schemas.microsoft.com/office/drawing/2014/main" id="{D12DA5D2-78C5-E793-4A38-0D15EC09129C}"/>
                </a:ext>
              </a:extLst>
            </p:cNvPr>
            <p:cNvSpPr/>
            <p:nvPr/>
          </p:nvSpPr>
          <p:spPr>
            <a:xfrm>
              <a:off x="5739146" y="2082010"/>
              <a:ext cx="670764" cy="403615"/>
            </a:xfrm>
            <a:custGeom>
              <a:avLst/>
              <a:gdLst/>
              <a:ahLst/>
              <a:cxnLst/>
              <a:rect l="l" t="t" r="r" b="b"/>
              <a:pathLst>
                <a:path w="12298" h="7400" extrusionOk="0">
                  <a:moveTo>
                    <a:pt x="531" y="101"/>
                  </a:moveTo>
                  <a:cubicBezTo>
                    <a:pt x="610" y="101"/>
                    <a:pt x="827" y="356"/>
                    <a:pt x="925" y="527"/>
                  </a:cubicBezTo>
                  <a:cubicBezTo>
                    <a:pt x="1138" y="877"/>
                    <a:pt x="1312" y="1264"/>
                    <a:pt x="1487" y="1626"/>
                  </a:cubicBezTo>
                  <a:cubicBezTo>
                    <a:pt x="1550" y="1751"/>
                    <a:pt x="1612" y="1889"/>
                    <a:pt x="1675" y="2014"/>
                  </a:cubicBezTo>
                  <a:cubicBezTo>
                    <a:pt x="1925" y="2526"/>
                    <a:pt x="2450" y="2889"/>
                    <a:pt x="2825" y="3126"/>
                  </a:cubicBezTo>
                  <a:cubicBezTo>
                    <a:pt x="3724" y="3701"/>
                    <a:pt x="4862" y="4101"/>
                    <a:pt x="6186" y="4326"/>
                  </a:cubicBezTo>
                  <a:cubicBezTo>
                    <a:pt x="6557" y="4387"/>
                    <a:pt x="6923" y="4413"/>
                    <a:pt x="7283" y="4413"/>
                  </a:cubicBezTo>
                  <a:cubicBezTo>
                    <a:pt x="8318" y="4413"/>
                    <a:pt x="9298" y="4195"/>
                    <a:pt x="10160" y="3963"/>
                  </a:cubicBezTo>
                  <a:cubicBezTo>
                    <a:pt x="10405" y="3897"/>
                    <a:pt x="10715" y="3826"/>
                    <a:pt x="11010" y="3826"/>
                  </a:cubicBezTo>
                  <a:cubicBezTo>
                    <a:pt x="11213" y="3826"/>
                    <a:pt x="11409" y="3859"/>
                    <a:pt x="11572" y="3951"/>
                  </a:cubicBezTo>
                  <a:cubicBezTo>
                    <a:pt x="11985" y="4163"/>
                    <a:pt x="12172" y="4801"/>
                    <a:pt x="12185" y="5175"/>
                  </a:cubicBezTo>
                  <a:cubicBezTo>
                    <a:pt x="12197" y="5713"/>
                    <a:pt x="11947" y="6225"/>
                    <a:pt x="11522" y="6550"/>
                  </a:cubicBezTo>
                  <a:cubicBezTo>
                    <a:pt x="11222" y="6763"/>
                    <a:pt x="10872" y="6912"/>
                    <a:pt x="10510" y="6987"/>
                  </a:cubicBezTo>
                  <a:cubicBezTo>
                    <a:pt x="9729" y="7196"/>
                    <a:pt x="8922" y="7300"/>
                    <a:pt x="8111" y="7300"/>
                  </a:cubicBezTo>
                  <a:cubicBezTo>
                    <a:pt x="7948" y="7300"/>
                    <a:pt x="7786" y="7296"/>
                    <a:pt x="7623" y="7287"/>
                  </a:cubicBezTo>
                  <a:cubicBezTo>
                    <a:pt x="5336" y="7162"/>
                    <a:pt x="3274" y="6013"/>
                    <a:pt x="1675" y="3963"/>
                  </a:cubicBezTo>
                  <a:cubicBezTo>
                    <a:pt x="1550" y="3813"/>
                    <a:pt x="1450" y="3651"/>
                    <a:pt x="1337" y="3488"/>
                  </a:cubicBezTo>
                  <a:cubicBezTo>
                    <a:pt x="1175" y="3226"/>
                    <a:pt x="988" y="2976"/>
                    <a:pt x="775" y="2751"/>
                  </a:cubicBezTo>
                  <a:cubicBezTo>
                    <a:pt x="575" y="2576"/>
                    <a:pt x="413" y="2376"/>
                    <a:pt x="275" y="2151"/>
                  </a:cubicBezTo>
                  <a:cubicBezTo>
                    <a:pt x="138" y="1939"/>
                    <a:pt x="100" y="1676"/>
                    <a:pt x="188" y="1426"/>
                  </a:cubicBezTo>
                  <a:cubicBezTo>
                    <a:pt x="250" y="1227"/>
                    <a:pt x="438" y="1089"/>
                    <a:pt x="663" y="1077"/>
                  </a:cubicBezTo>
                  <a:lnTo>
                    <a:pt x="750" y="1077"/>
                  </a:lnTo>
                  <a:lnTo>
                    <a:pt x="863" y="1102"/>
                  </a:lnTo>
                  <a:lnTo>
                    <a:pt x="800" y="1002"/>
                  </a:lnTo>
                  <a:cubicBezTo>
                    <a:pt x="713" y="839"/>
                    <a:pt x="450" y="239"/>
                    <a:pt x="525" y="102"/>
                  </a:cubicBezTo>
                  <a:cubicBezTo>
                    <a:pt x="527" y="102"/>
                    <a:pt x="529" y="101"/>
                    <a:pt x="531" y="101"/>
                  </a:cubicBezTo>
                  <a:close/>
                  <a:moveTo>
                    <a:pt x="527" y="1"/>
                  </a:moveTo>
                  <a:cubicBezTo>
                    <a:pt x="522" y="1"/>
                    <a:pt x="518" y="1"/>
                    <a:pt x="513" y="2"/>
                  </a:cubicBezTo>
                  <a:cubicBezTo>
                    <a:pt x="475" y="14"/>
                    <a:pt x="438" y="39"/>
                    <a:pt x="425" y="64"/>
                  </a:cubicBezTo>
                  <a:cubicBezTo>
                    <a:pt x="350" y="239"/>
                    <a:pt x="575" y="752"/>
                    <a:pt x="675" y="964"/>
                  </a:cubicBezTo>
                  <a:lnTo>
                    <a:pt x="663" y="964"/>
                  </a:lnTo>
                  <a:cubicBezTo>
                    <a:pt x="400" y="977"/>
                    <a:pt x="175" y="1152"/>
                    <a:pt x="88" y="1389"/>
                  </a:cubicBezTo>
                  <a:cubicBezTo>
                    <a:pt x="0" y="1664"/>
                    <a:pt x="38" y="1964"/>
                    <a:pt x="188" y="2201"/>
                  </a:cubicBezTo>
                  <a:cubicBezTo>
                    <a:pt x="325" y="2426"/>
                    <a:pt x="500" y="2639"/>
                    <a:pt x="700" y="2826"/>
                  </a:cubicBezTo>
                  <a:cubicBezTo>
                    <a:pt x="913" y="3039"/>
                    <a:pt x="1100" y="3288"/>
                    <a:pt x="1262" y="3551"/>
                  </a:cubicBezTo>
                  <a:cubicBezTo>
                    <a:pt x="1362" y="3701"/>
                    <a:pt x="1475" y="3876"/>
                    <a:pt x="1600" y="4026"/>
                  </a:cubicBezTo>
                  <a:cubicBezTo>
                    <a:pt x="3212" y="6100"/>
                    <a:pt x="5299" y="7250"/>
                    <a:pt x="7611" y="7387"/>
                  </a:cubicBezTo>
                  <a:cubicBezTo>
                    <a:pt x="7786" y="7400"/>
                    <a:pt x="7961" y="7400"/>
                    <a:pt x="8136" y="7400"/>
                  </a:cubicBezTo>
                  <a:cubicBezTo>
                    <a:pt x="8948" y="7400"/>
                    <a:pt x="9760" y="7287"/>
                    <a:pt x="10535" y="7075"/>
                  </a:cubicBezTo>
                  <a:cubicBezTo>
                    <a:pt x="10910" y="6987"/>
                    <a:pt x="11272" y="6837"/>
                    <a:pt x="11585" y="6613"/>
                  </a:cubicBezTo>
                  <a:cubicBezTo>
                    <a:pt x="12035" y="6275"/>
                    <a:pt x="12297" y="5738"/>
                    <a:pt x="12285" y="5163"/>
                  </a:cubicBezTo>
                  <a:cubicBezTo>
                    <a:pt x="12272" y="4688"/>
                    <a:pt x="12035" y="4063"/>
                    <a:pt x="11622" y="3851"/>
                  </a:cubicBezTo>
                  <a:cubicBezTo>
                    <a:pt x="11439" y="3752"/>
                    <a:pt x="11224" y="3716"/>
                    <a:pt x="11004" y="3716"/>
                  </a:cubicBezTo>
                  <a:cubicBezTo>
                    <a:pt x="10698" y="3716"/>
                    <a:pt x="10382" y="3785"/>
                    <a:pt x="10135" y="3851"/>
                  </a:cubicBezTo>
                  <a:cubicBezTo>
                    <a:pt x="9282" y="4083"/>
                    <a:pt x="8312" y="4301"/>
                    <a:pt x="7286" y="4301"/>
                  </a:cubicBezTo>
                  <a:cubicBezTo>
                    <a:pt x="6929" y="4301"/>
                    <a:pt x="6566" y="4274"/>
                    <a:pt x="6199" y="4213"/>
                  </a:cubicBezTo>
                  <a:cubicBezTo>
                    <a:pt x="4887" y="3988"/>
                    <a:pt x="3774" y="3601"/>
                    <a:pt x="2875" y="3039"/>
                  </a:cubicBezTo>
                  <a:cubicBezTo>
                    <a:pt x="2512" y="2801"/>
                    <a:pt x="2012" y="2451"/>
                    <a:pt x="1775" y="1964"/>
                  </a:cubicBezTo>
                  <a:cubicBezTo>
                    <a:pt x="1712" y="1839"/>
                    <a:pt x="1650" y="1701"/>
                    <a:pt x="1575" y="1564"/>
                  </a:cubicBezTo>
                  <a:cubicBezTo>
                    <a:pt x="1400" y="1214"/>
                    <a:pt x="1225" y="827"/>
                    <a:pt x="1013" y="477"/>
                  </a:cubicBezTo>
                  <a:cubicBezTo>
                    <a:pt x="1013" y="477"/>
                    <a:pt x="727" y="1"/>
                    <a:pt x="5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010;p46">
              <a:extLst>
                <a:ext uri="{FF2B5EF4-FFF2-40B4-BE49-F238E27FC236}">
                  <a16:creationId xmlns:a16="http://schemas.microsoft.com/office/drawing/2014/main" id="{E4C8A153-F90C-20F9-992D-646154321731}"/>
                </a:ext>
              </a:extLst>
            </p:cNvPr>
            <p:cNvSpPr/>
            <p:nvPr/>
          </p:nvSpPr>
          <p:spPr>
            <a:xfrm>
              <a:off x="6561810" y="2192513"/>
              <a:ext cx="2127" cy="2782"/>
            </a:xfrm>
            <a:custGeom>
              <a:avLst/>
              <a:gdLst/>
              <a:ahLst/>
              <a:cxnLst/>
              <a:rect l="l" t="t" r="r" b="b"/>
              <a:pathLst>
                <a:path w="39" h="51" extrusionOk="0">
                  <a:moveTo>
                    <a:pt x="26" y="0"/>
                  </a:moveTo>
                  <a:lnTo>
                    <a:pt x="1" y="38"/>
                  </a:lnTo>
                  <a:lnTo>
                    <a:pt x="26" y="50"/>
                  </a:lnTo>
                  <a:cubicBezTo>
                    <a:pt x="38" y="25"/>
                    <a:pt x="38" y="13"/>
                    <a:pt x="26" y="0"/>
                  </a:cubicBezTo>
                  <a:close/>
                </a:path>
              </a:pathLst>
            </a:custGeom>
            <a:solidFill>
              <a:srgbClr val="5C2A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011;p46">
              <a:extLst>
                <a:ext uri="{FF2B5EF4-FFF2-40B4-BE49-F238E27FC236}">
                  <a16:creationId xmlns:a16="http://schemas.microsoft.com/office/drawing/2014/main" id="{9F44C4C4-3E55-36C7-FAAB-5BE05EEDC036}"/>
                </a:ext>
              </a:extLst>
            </p:cNvPr>
            <p:cNvSpPr/>
            <p:nvPr/>
          </p:nvSpPr>
          <p:spPr>
            <a:xfrm>
              <a:off x="6303497" y="2191476"/>
              <a:ext cx="272003" cy="289403"/>
            </a:xfrm>
            <a:custGeom>
              <a:avLst/>
              <a:gdLst/>
              <a:ahLst/>
              <a:cxnLst/>
              <a:rect l="l" t="t" r="r" b="b"/>
              <a:pathLst>
                <a:path w="4987" h="5306" extrusionOk="0">
                  <a:moveTo>
                    <a:pt x="4412" y="1"/>
                  </a:moveTo>
                  <a:cubicBezTo>
                    <a:pt x="4349" y="1"/>
                    <a:pt x="4287" y="7"/>
                    <a:pt x="4224" y="19"/>
                  </a:cubicBezTo>
                  <a:cubicBezTo>
                    <a:pt x="2762" y="182"/>
                    <a:pt x="1350" y="682"/>
                    <a:pt x="101" y="1469"/>
                  </a:cubicBezTo>
                  <a:cubicBezTo>
                    <a:pt x="63" y="1481"/>
                    <a:pt x="38" y="1506"/>
                    <a:pt x="13" y="1544"/>
                  </a:cubicBezTo>
                  <a:cubicBezTo>
                    <a:pt x="1" y="1569"/>
                    <a:pt x="1" y="1606"/>
                    <a:pt x="1" y="1631"/>
                  </a:cubicBezTo>
                  <a:cubicBezTo>
                    <a:pt x="26" y="2256"/>
                    <a:pt x="51" y="2869"/>
                    <a:pt x="101" y="3481"/>
                  </a:cubicBezTo>
                  <a:cubicBezTo>
                    <a:pt x="151" y="4093"/>
                    <a:pt x="213" y="4706"/>
                    <a:pt x="288" y="5305"/>
                  </a:cubicBezTo>
                  <a:cubicBezTo>
                    <a:pt x="638" y="4980"/>
                    <a:pt x="1188" y="4830"/>
                    <a:pt x="1625" y="4631"/>
                  </a:cubicBezTo>
                  <a:cubicBezTo>
                    <a:pt x="2350" y="4318"/>
                    <a:pt x="3000" y="3831"/>
                    <a:pt x="3512" y="3218"/>
                  </a:cubicBezTo>
                  <a:cubicBezTo>
                    <a:pt x="4100" y="2469"/>
                    <a:pt x="4562" y="1631"/>
                    <a:pt x="4862" y="719"/>
                  </a:cubicBezTo>
                  <a:cubicBezTo>
                    <a:pt x="4937" y="507"/>
                    <a:pt x="4987" y="232"/>
                    <a:pt x="4812" y="94"/>
                  </a:cubicBezTo>
                  <a:cubicBezTo>
                    <a:pt x="4787" y="82"/>
                    <a:pt x="4774" y="69"/>
                    <a:pt x="4749" y="57"/>
                  </a:cubicBezTo>
                  <a:cubicBezTo>
                    <a:pt x="4749" y="82"/>
                    <a:pt x="4737" y="107"/>
                    <a:pt x="4724" y="119"/>
                  </a:cubicBezTo>
                  <a:lnTo>
                    <a:pt x="4674" y="107"/>
                  </a:lnTo>
                  <a:lnTo>
                    <a:pt x="4724" y="44"/>
                  </a:lnTo>
                  <a:cubicBezTo>
                    <a:pt x="4687" y="32"/>
                    <a:pt x="4637" y="19"/>
                    <a:pt x="4599" y="19"/>
                  </a:cubicBezTo>
                  <a:cubicBezTo>
                    <a:pt x="4537" y="7"/>
                    <a:pt x="4474" y="1"/>
                    <a:pt x="44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012;p46">
              <a:extLst>
                <a:ext uri="{FF2B5EF4-FFF2-40B4-BE49-F238E27FC236}">
                  <a16:creationId xmlns:a16="http://schemas.microsoft.com/office/drawing/2014/main" id="{E27D5F11-47DA-6B17-41C9-3DE7914473D2}"/>
                </a:ext>
              </a:extLst>
            </p:cNvPr>
            <p:cNvSpPr/>
            <p:nvPr/>
          </p:nvSpPr>
          <p:spPr>
            <a:xfrm>
              <a:off x="6325314" y="2191476"/>
              <a:ext cx="482647" cy="650637"/>
            </a:xfrm>
            <a:custGeom>
              <a:avLst/>
              <a:gdLst/>
              <a:ahLst/>
              <a:cxnLst/>
              <a:rect l="l" t="t" r="r" b="b"/>
              <a:pathLst>
                <a:path w="8849" h="11929" extrusionOk="0">
                  <a:moveTo>
                    <a:pt x="5195" y="0"/>
                  </a:moveTo>
                  <a:cubicBezTo>
                    <a:pt x="4649" y="0"/>
                    <a:pt x="4089" y="155"/>
                    <a:pt x="3650" y="382"/>
                  </a:cubicBezTo>
                  <a:cubicBezTo>
                    <a:pt x="2162" y="1131"/>
                    <a:pt x="1800" y="3093"/>
                    <a:pt x="1325" y="4568"/>
                  </a:cubicBezTo>
                  <a:cubicBezTo>
                    <a:pt x="763" y="6280"/>
                    <a:pt x="325" y="8030"/>
                    <a:pt x="0" y="9792"/>
                  </a:cubicBezTo>
                  <a:cubicBezTo>
                    <a:pt x="513" y="10154"/>
                    <a:pt x="1413" y="10254"/>
                    <a:pt x="2000" y="10404"/>
                  </a:cubicBezTo>
                  <a:cubicBezTo>
                    <a:pt x="2787" y="10616"/>
                    <a:pt x="3575" y="10816"/>
                    <a:pt x="4374" y="11016"/>
                  </a:cubicBezTo>
                  <a:cubicBezTo>
                    <a:pt x="4749" y="11104"/>
                    <a:pt x="7836" y="11654"/>
                    <a:pt x="8848" y="11929"/>
                  </a:cubicBezTo>
                  <a:cubicBezTo>
                    <a:pt x="8473" y="10979"/>
                    <a:pt x="8073" y="10017"/>
                    <a:pt x="8111" y="8979"/>
                  </a:cubicBezTo>
                  <a:cubicBezTo>
                    <a:pt x="8186" y="6792"/>
                    <a:pt x="8523" y="4531"/>
                    <a:pt x="7611" y="2456"/>
                  </a:cubicBezTo>
                  <a:cubicBezTo>
                    <a:pt x="7324" y="1806"/>
                    <a:pt x="6986" y="707"/>
                    <a:pt x="6361" y="307"/>
                  </a:cubicBezTo>
                  <a:cubicBezTo>
                    <a:pt x="6021" y="90"/>
                    <a:pt x="5612" y="0"/>
                    <a:pt x="519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013;p46">
              <a:extLst>
                <a:ext uri="{FF2B5EF4-FFF2-40B4-BE49-F238E27FC236}">
                  <a16:creationId xmlns:a16="http://schemas.microsoft.com/office/drawing/2014/main" id="{E731A9D7-FFB7-B823-1DFE-7AC251080337}"/>
                </a:ext>
              </a:extLst>
            </p:cNvPr>
            <p:cNvSpPr/>
            <p:nvPr/>
          </p:nvSpPr>
          <p:spPr>
            <a:xfrm>
              <a:off x="6715893" y="2325815"/>
              <a:ext cx="399469" cy="434867"/>
            </a:xfrm>
            <a:custGeom>
              <a:avLst/>
              <a:gdLst/>
              <a:ahLst/>
              <a:cxnLst/>
              <a:rect l="l" t="t" r="r" b="b"/>
              <a:pathLst>
                <a:path w="7324" h="7973" extrusionOk="0">
                  <a:moveTo>
                    <a:pt x="2213" y="1"/>
                  </a:moveTo>
                  <a:cubicBezTo>
                    <a:pt x="2167" y="1"/>
                    <a:pt x="2121" y="2"/>
                    <a:pt x="2075" y="6"/>
                  </a:cubicBezTo>
                  <a:cubicBezTo>
                    <a:pt x="1125" y="118"/>
                    <a:pt x="550" y="1118"/>
                    <a:pt x="925" y="1993"/>
                  </a:cubicBezTo>
                  <a:cubicBezTo>
                    <a:pt x="1162" y="2505"/>
                    <a:pt x="1662" y="2842"/>
                    <a:pt x="2137" y="3167"/>
                  </a:cubicBezTo>
                  <a:lnTo>
                    <a:pt x="2150" y="3167"/>
                  </a:lnTo>
                  <a:cubicBezTo>
                    <a:pt x="2824" y="3642"/>
                    <a:pt x="3462" y="4167"/>
                    <a:pt x="4049" y="4729"/>
                  </a:cubicBezTo>
                  <a:cubicBezTo>
                    <a:pt x="4424" y="5092"/>
                    <a:pt x="4137" y="5492"/>
                    <a:pt x="3812" y="5779"/>
                  </a:cubicBezTo>
                  <a:cubicBezTo>
                    <a:pt x="3291" y="6219"/>
                    <a:pt x="2417" y="6969"/>
                    <a:pt x="1666" y="6969"/>
                  </a:cubicBezTo>
                  <a:cubicBezTo>
                    <a:pt x="1605" y="6969"/>
                    <a:pt x="1546" y="6964"/>
                    <a:pt x="1487" y="6954"/>
                  </a:cubicBezTo>
                  <a:cubicBezTo>
                    <a:pt x="1262" y="6916"/>
                    <a:pt x="1062" y="6816"/>
                    <a:pt x="850" y="6766"/>
                  </a:cubicBezTo>
                  <a:cubicBezTo>
                    <a:pt x="775" y="6740"/>
                    <a:pt x="698" y="6727"/>
                    <a:pt x="622" y="6727"/>
                  </a:cubicBezTo>
                  <a:cubicBezTo>
                    <a:pt x="483" y="6727"/>
                    <a:pt x="346" y="6769"/>
                    <a:pt x="225" y="6841"/>
                  </a:cubicBezTo>
                  <a:cubicBezTo>
                    <a:pt x="13" y="7054"/>
                    <a:pt x="0" y="7391"/>
                    <a:pt x="175" y="7616"/>
                  </a:cubicBezTo>
                  <a:cubicBezTo>
                    <a:pt x="363" y="7841"/>
                    <a:pt x="637" y="7966"/>
                    <a:pt x="925" y="7966"/>
                  </a:cubicBezTo>
                  <a:cubicBezTo>
                    <a:pt x="1027" y="7971"/>
                    <a:pt x="1131" y="7973"/>
                    <a:pt x="1235" y="7973"/>
                  </a:cubicBezTo>
                  <a:cubicBezTo>
                    <a:pt x="1664" y="7973"/>
                    <a:pt x="2102" y="7939"/>
                    <a:pt x="2524" y="7928"/>
                  </a:cubicBezTo>
                  <a:cubicBezTo>
                    <a:pt x="3074" y="7916"/>
                    <a:pt x="3624" y="7816"/>
                    <a:pt x="4162" y="7654"/>
                  </a:cubicBezTo>
                  <a:cubicBezTo>
                    <a:pt x="5099" y="7341"/>
                    <a:pt x="6011" y="6829"/>
                    <a:pt x="6548" y="5967"/>
                  </a:cubicBezTo>
                  <a:cubicBezTo>
                    <a:pt x="7323" y="4679"/>
                    <a:pt x="6573" y="3530"/>
                    <a:pt x="5761" y="2492"/>
                  </a:cubicBezTo>
                  <a:cubicBezTo>
                    <a:pt x="5036" y="1580"/>
                    <a:pt x="4212" y="680"/>
                    <a:pt x="3124" y="206"/>
                  </a:cubicBezTo>
                  <a:cubicBezTo>
                    <a:pt x="2841" y="75"/>
                    <a:pt x="2528" y="1"/>
                    <a:pt x="22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014;p46">
              <a:extLst>
                <a:ext uri="{FF2B5EF4-FFF2-40B4-BE49-F238E27FC236}">
                  <a16:creationId xmlns:a16="http://schemas.microsoft.com/office/drawing/2014/main" id="{F12A60E8-4479-3C32-7206-246C56B4E0B8}"/>
                </a:ext>
              </a:extLst>
            </p:cNvPr>
            <p:cNvSpPr/>
            <p:nvPr/>
          </p:nvSpPr>
          <p:spPr>
            <a:xfrm>
              <a:off x="6710493" y="2323087"/>
              <a:ext cx="408960" cy="440649"/>
            </a:xfrm>
            <a:custGeom>
              <a:avLst/>
              <a:gdLst/>
              <a:ahLst/>
              <a:cxnLst/>
              <a:rect l="l" t="t" r="r" b="b"/>
              <a:pathLst>
                <a:path w="7498" h="8079" extrusionOk="0">
                  <a:moveTo>
                    <a:pt x="2311" y="101"/>
                  </a:moveTo>
                  <a:cubicBezTo>
                    <a:pt x="2624" y="101"/>
                    <a:pt x="2927" y="175"/>
                    <a:pt x="3211" y="306"/>
                  </a:cubicBezTo>
                  <a:cubicBezTo>
                    <a:pt x="4311" y="780"/>
                    <a:pt x="5148" y="1718"/>
                    <a:pt x="5823" y="2580"/>
                  </a:cubicBezTo>
                  <a:cubicBezTo>
                    <a:pt x="6635" y="3617"/>
                    <a:pt x="7372" y="4729"/>
                    <a:pt x="6597" y="5992"/>
                  </a:cubicBezTo>
                  <a:cubicBezTo>
                    <a:pt x="6148" y="6729"/>
                    <a:pt x="5348" y="7291"/>
                    <a:pt x="4248" y="7654"/>
                  </a:cubicBezTo>
                  <a:cubicBezTo>
                    <a:pt x="3711" y="7829"/>
                    <a:pt x="3173" y="7916"/>
                    <a:pt x="2611" y="7929"/>
                  </a:cubicBezTo>
                  <a:cubicBezTo>
                    <a:pt x="2436" y="7929"/>
                    <a:pt x="2249" y="7941"/>
                    <a:pt x="2061" y="7954"/>
                  </a:cubicBezTo>
                  <a:cubicBezTo>
                    <a:pt x="1823" y="7962"/>
                    <a:pt x="1571" y="7971"/>
                    <a:pt x="1330" y="7971"/>
                  </a:cubicBezTo>
                  <a:cubicBezTo>
                    <a:pt x="1230" y="7971"/>
                    <a:pt x="1132" y="7970"/>
                    <a:pt x="1036" y="7966"/>
                  </a:cubicBezTo>
                  <a:cubicBezTo>
                    <a:pt x="749" y="7966"/>
                    <a:pt x="499" y="7841"/>
                    <a:pt x="312" y="7641"/>
                  </a:cubicBezTo>
                  <a:cubicBezTo>
                    <a:pt x="1" y="7342"/>
                    <a:pt x="228" y="6826"/>
                    <a:pt x="642" y="6826"/>
                  </a:cubicBezTo>
                  <a:cubicBezTo>
                    <a:pt x="661" y="6826"/>
                    <a:pt x="680" y="6827"/>
                    <a:pt x="699" y="6829"/>
                  </a:cubicBezTo>
                  <a:cubicBezTo>
                    <a:pt x="774" y="6829"/>
                    <a:pt x="861" y="6829"/>
                    <a:pt x="949" y="6854"/>
                  </a:cubicBezTo>
                  <a:cubicBezTo>
                    <a:pt x="1036" y="6879"/>
                    <a:pt x="1124" y="6904"/>
                    <a:pt x="1211" y="6929"/>
                  </a:cubicBezTo>
                  <a:cubicBezTo>
                    <a:pt x="1324" y="6979"/>
                    <a:pt x="1461" y="7016"/>
                    <a:pt x="1586" y="7041"/>
                  </a:cubicBezTo>
                  <a:cubicBezTo>
                    <a:pt x="1647" y="7052"/>
                    <a:pt x="1709" y="7056"/>
                    <a:pt x="1772" y="7056"/>
                  </a:cubicBezTo>
                  <a:cubicBezTo>
                    <a:pt x="2541" y="7056"/>
                    <a:pt x="3403" y="6317"/>
                    <a:pt x="3923" y="5867"/>
                  </a:cubicBezTo>
                  <a:lnTo>
                    <a:pt x="3948" y="5854"/>
                  </a:lnTo>
                  <a:cubicBezTo>
                    <a:pt x="4148" y="5679"/>
                    <a:pt x="4385" y="5429"/>
                    <a:pt x="4385" y="5154"/>
                  </a:cubicBezTo>
                  <a:cubicBezTo>
                    <a:pt x="4385" y="4992"/>
                    <a:pt x="4323" y="4842"/>
                    <a:pt x="4198" y="4729"/>
                  </a:cubicBezTo>
                  <a:cubicBezTo>
                    <a:pt x="3598" y="4167"/>
                    <a:pt x="2961" y="3642"/>
                    <a:pt x="2286" y="3167"/>
                  </a:cubicBezTo>
                  <a:lnTo>
                    <a:pt x="2249" y="3205"/>
                  </a:lnTo>
                  <a:lnTo>
                    <a:pt x="2274" y="3167"/>
                  </a:lnTo>
                  <a:lnTo>
                    <a:pt x="2199" y="3117"/>
                  </a:lnTo>
                  <a:cubicBezTo>
                    <a:pt x="1749" y="2817"/>
                    <a:pt x="1299" y="2505"/>
                    <a:pt x="1086" y="2018"/>
                  </a:cubicBezTo>
                  <a:cubicBezTo>
                    <a:pt x="711" y="1180"/>
                    <a:pt x="1261" y="218"/>
                    <a:pt x="2174" y="106"/>
                  </a:cubicBezTo>
                  <a:cubicBezTo>
                    <a:pt x="2220" y="102"/>
                    <a:pt x="2265" y="101"/>
                    <a:pt x="2311" y="101"/>
                  </a:cubicBezTo>
                  <a:close/>
                  <a:moveTo>
                    <a:pt x="2303" y="1"/>
                  </a:moveTo>
                  <a:cubicBezTo>
                    <a:pt x="2256" y="1"/>
                    <a:pt x="2208" y="2"/>
                    <a:pt x="2161" y="6"/>
                  </a:cubicBezTo>
                  <a:cubicBezTo>
                    <a:pt x="1186" y="118"/>
                    <a:pt x="586" y="1155"/>
                    <a:pt x="986" y="2055"/>
                  </a:cubicBezTo>
                  <a:cubicBezTo>
                    <a:pt x="1199" y="2567"/>
                    <a:pt x="1674" y="2892"/>
                    <a:pt x="2124" y="3205"/>
                  </a:cubicBezTo>
                  <a:lnTo>
                    <a:pt x="2211" y="3255"/>
                  </a:lnTo>
                  <a:lnTo>
                    <a:pt x="2236" y="3217"/>
                  </a:lnTo>
                  <a:lnTo>
                    <a:pt x="2224" y="3267"/>
                  </a:lnTo>
                  <a:cubicBezTo>
                    <a:pt x="2898" y="3730"/>
                    <a:pt x="3523" y="4255"/>
                    <a:pt x="4123" y="4829"/>
                  </a:cubicBezTo>
                  <a:cubicBezTo>
                    <a:pt x="4223" y="4917"/>
                    <a:pt x="4273" y="5042"/>
                    <a:pt x="4273" y="5167"/>
                  </a:cubicBezTo>
                  <a:cubicBezTo>
                    <a:pt x="4261" y="5404"/>
                    <a:pt x="4048" y="5642"/>
                    <a:pt x="3873" y="5792"/>
                  </a:cubicBezTo>
                  <a:lnTo>
                    <a:pt x="3848" y="5817"/>
                  </a:lnTo>
                  <a:cubicBezTo>
                    <a:pt x="3329" y="6255"/>
                    <a:pt x="2489" y="6982"/>
                    <a:pt x="1764" y="6982"/>
                  </a:cubicBezTo>
                  <a:cubicBezTo>
                    <a:pt x="1704" y="6982"/>
                    <a:pt x="1644" y="6977"/>
                    <a:pt x="1586" y="6966"/>
                  </a:cubicBezTo>
                  <a:cubicBezTo>
                    <a:pt x="1474" y="6941"/>
                    <a:pt x="1349" y="6904"/>
                    <a:pt x="1224" y="6866"/>
                  </a:cubicBezTo>
                  <a:cubicBezTo>
                    <a:pt x="1136" y="6829"/>
                    <a:pt x="1049" y="6804"/>
                    <a:pt x="961" y="6779"/>
                  </a:cubicBezTo>
                  <a:cubicBezTo>
                    <a:pt x="879" y="6751"/>
                    <a:pt x="793" y="6737"/>
                    <a:pt x="708" y="6737"/>
                  </a:cubicBezTo>
                  <a:cubicBezTo>
                    <a:pt x="560" y="6737"/>
                    <a:pt x="413" y="6779"/>
                    <a:pt x="287" y="6866"/>
                  </a:cubicBezTo>
                  <a:cubicBezTo>
                    <a:pt x="37" y="7066"/>
                    <a:pt x="49" y="7479"/>
                    <a:pt x="224" y="7704"/>
                  </a:cubicBezTo>
                  <a:cubicBezTo>
                    <a:pt x="424" y="7941"/>
                    <a:pt x="711" y="8078"/>
                    <a:pt x="1024" y="8078"/>
                  </a:cubicBezTo>
                  <a:lnTo>
                    <a:pt x="1336" y="8078"/>
                  </a:lnTo>
                  <a:cubicBezTo>
                    <a:pt x="1574" y="8078"/>
                    <a:pt x="1824" y="8066"/>
                    <a:pt x="2086" y="8053"/>
                  </a:cubicBezTo>
                  <a:cubicBezTo>
                    <a:pt x="2261" y="8041"/>
                    <a:pt x="2448" y="8028"/>
                    <a:pt x="2623" y="8028"/>
                  </a:cubicBezTo>
                  <a:cubicBezTo>
                    <a:pt x="3186" y="8016"/>
                    <a:pt x="3748" y="7916"/>
                    <a:pt x="4286" y="7741"/>
                  </a:cubicBezTo>
                  <a:cubicBezTo>
                    <a:pt x="5410" y="7379"/>
                    <a:pt x="6223" y="6804"/>
                    <a:pt x="6697" y="6042"/>
                  </a:cubicBezTo>
                  <a:cubicBezTo>
                    <a:pt x="7497" y="4729"/>
                    <a:pt x="6710" y="3530"/>
                    <a:pt x="5910" y="2517"/>
                  </a:cubicBezTo>
                  <a:cubicBezTo>
                    <a:pt x="5223" y="1643"/>
                    <a:pt x="4385" y="693"/>
                    <a:pt x="3261" y="218"/>
                  </a:cubicBezTo>
                  <a:cubicBezTo>
                    <a:pt x="2966" y="76"/>
                    <a:pt x="2633" y="1"/>
                    <a:pt x="23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015;p46">
              <a:extLst>
                <a:ext uri="{FF2B5EF4-FFF2-40B4-BE49-F238E27FC236}">
                  <a16:creationId xmlns:a16="http://schemas.microsoft.com/office/drawing/2014/main" id="{1F357CAC-58CE-01F4-5141-7250A0E4FDEF}"/>
                </a:ext>
              </a:extLst>
            </p:cNvPr>
            <p:cNvSpPr/>
            <p:nvPr/>
          </p:nvSpPr>
          <p:spPr>
            <a:xfrm>
              <a:off x="6582973" y="2195240"/>
              <a:ext cx="432195" cy="352508"/>
            </a:xfrm>
            <a:custGeom>
              <a:avLst/>
              <a:gdLst/>
              <a:ahLst/>
              <a:cxnLst/>
              <a:rect l="l" t="t" r="r" b="b"/>
              <a:pathLst>
                <a:path w="7924" h="6463" extrusionOk="0">
                  <a:moveTo>
                    <a:pt x="525" y="0"/>
                  </a:moveTo>
                  <a:cubicBezTo>
                    <a:pt x="525" y="763"/>
                    <a:pt x="0" y="1625"/>
                    <a:pt x="225" y="2387"/>
                  </a:cubicBezTo>
                  <a:cubicBezTo>
                    <a:pt x="450" y="3149"/>
                    <a:pt x="1062" y="3812"/>
                    <a:pt x="1600" y="4374"/>
                  </a:cubicBezTo>
                  <a:cubicBezTo>
                    <a:pt x="2437" y="5224"/>
                    <a:pt x="3837" y="5599"/>
                    <a:pt x="4737" y="6386"/>
                  </a:cubicBezTo>
                  <a:cubicBezTo>
                    <a:pt x="4783" y="6342"/>
                    <a:pt x="4803" y="6326"/>
                    <a:pt x="4809" y="6326"/>
                  </a:cubicBezTo>
                  <a:cubicBezTo>
                    <a:pt x="4826" y="6326"/>
                    <a:pt x="4722" y="6462"/>
                    <a:pt x="4785" y="6462"/>
                  </a:cubicBezTo>
                  <a:cubicBezTo>
                    <a:pt x="4800" y="6462"/>
                    <a:pt x="4824" y="6455"/>
                    <a:pt x="4861" y="6436"/>
                  </a:cubicBezTo>
                  <a:cubicBezTo>
                    <a:pt x="5149" y="6261"/>
                    <a:pt x="5436" y="6061"/>
                    <a:pt x="5711" y="5849"/>
                  </a:cubicBezTo>
                  <a:cubicBezTo>
                    <a:pt x="6274" y="5449"/>
                    <a:pt x="7373" y="4599"/>
                    <a:pt x="7923" y="4174"/>
                  </a:cubicBezTo>
                  <a:cubicBezTo>
                    <a:pt x="6374" y="1987"/>
                    <a:pt x="3274" y="275"/>
                    <a:pt x="5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016;p46">
              <a:extLst>
                <a:ext uri="{FF2B5EF4-FFF2-40B4-BE49-F238E27FC236}">
                  <a16:creationId xmlns:a16="http://schemas.microsoft.com/office/drawing/2014/main" id="{D8E80636-0D83-475B-8C38-CD64969FE0AF}"/>
                </a:ext>
              </a:extLst>
            </p:cNvPr>
            <p:cNvSpPr/>
            <p:nvPr/>
          </p:nvSpPr>
          <p:spPr>
            <a:xfrm>
              <a:off x="6246937" y="4160951"/>
              <a:ext cx="190190" cy="105867"/>
            </a:xfrm>
            <a:custGeom>
              <a:avLst/>
              <a:gdLst/>
              <a:ahLst/>
              <a:cxnLst/>
              <a:rect l="l" t="t" r="r" b="b"/>
              <a:pathLst>
                <a:path w="3487" h="1941" extrusionOk="0">
                  <a:moveTo>
                    <a:pt x="2312" y="1"/>
                  </a:moveTo>
                  <a:cubicBezTo>
                    <a:pt x="2237" y="163"/>
                    <a:pt x="2162" y="338"/>
                    <a:pt x="2112" y="500"/>
                  </a:cubicBezTo>
                  <a:cubicBezTo>
                    <a:pt x="2037" y="688"/>
                    <a:pt x="1912" y="850"/>
                    <a:pt x="1762" y="988"/>
                  </a:cubicBezTo>
                  <a:cubicBezTo>
                    <a:pt x="1437" y="1263"/>
                    <a:pt x="988" y="1300"/>
                    <a:pt x="600" y="1388"/>
                  </a:cubicBezTo>
                  <a:cubicBezTo>
                    <a:pt x="450" y="1425"/>
                    <a:pt x="175" y="1463"/>
                    <a:pt x="100" y="1613"/>
                  </a:cubicBezTo>
                  <a:cubicBezTo>
                    <a:pt x="0" y="1800"/>
                    <a:pt x="188" y="1900"/>
                    <a:pt x="350" y="1900"/>
                  </a:cubicBezTo>
                  <a:lnTo>
                    <a:pt x="625" y="1913"/>
                  </a:lnTo>
                  <a:cubicBezTo>
                    <a:pt x="988" y="1931"/>
                    <a:pt x="1350" y="1941"/>
                    <a:pt x="1712" y="1941"/>
                  </a:cubicBezTo>
                  <a:cubicBezTo>
                    <a:pt x="2075" y="1941"/>
                    <a:pt x="2437" y="1931"/>
                    <a:pt x="2800" y="1913"/>
                  </a:cubicBezTo>
                  <a:cubicBezTo>
                    <a:pt x="2900" y="1913"/>
                    <a:pt x="3012" y="1888"/>
                    <a:pt x="3112" y="1850"/>
                  </a:cubicBezTo>
                  <a:cubicBezTo>
                    <a:pt x="3487" y="1675"/>
                    <a:pt x="3399" y="1113"/>
                    <a:pt x="3412" y="788"/>
                  </a:cubicBezTo>
                  <a:cubicBezTo>
                    <a:pt x="3412" y="525"/>
                    <a:pt x="3424" y="263"/>
                    <a:pt x="34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017;p46">
              <a:extLst>
                <a:ext uri="{FF2B5EF4-FFF2-40B4-BE49-F238E27FC236}">
                  <a16:creationId xmlns:a16="http://schemas.microsoft.com/office/drawing/2014/main" id="{BD89F788-4841-D04D-E19A-CAA9F296A1F7}"/>
                </a:ext>
              </a:extLst>
            </p:cNvPr>
            <p:cNvSpPr/>
            <p:nvPr/>
          </p:nvSpPr>
          <p:spPr>
            <a:xfrm>
              <a:off x="6520958" y="1982960"/>
              <a:ext cx="129975" cy="273585"/>
            </a:xfrm>
            <a:custGeom>
              <a:avLst/>
              <a:gdLst/>
              <a:ahLst/>
              <a:cxnLst/>
              <a:rect l="l" t="t" r="r" b="b"/>
              <a:pathLst>
                <a:path w="2383" h="5016" extrusionOk="0">
                  <a:moveTo>
                    <a:pt x="1235" y="1"/>
                  </a:moveTo>
                  <a:cubicBezTo>
                    <a:pt x="1176" y="1"/>
                    <a:pt x="1114" y="6"/>
                    <a:pt x="1050" y="18"/>
                  </a:cubicBezTo>
                  <a:cubicBezTo>
                    <a:pt x="487" y="118"/>
                    <a:pt x="200" y="843"/>
                    <a:pt x="75" y="1343"/>
                  </a:cubicBezTo>
                  <a:cubicBezTo>
                    <a:pt x="0" y="1693"/>
                    <a:pt x="25" y="2043"/>
                    <a:pt x="150" y="2380"/>
                  </a:cubicBezTo>
                  <a:cubicBezTo>
                    <a:pt x="287" y="2755"/>
                    <a:pt x="712" y="2980"/>
                    <a:pt x="687" y="3392"/>
                  </a:cubicBezTo>
                  <a:cubicBezTo>
                    <a:pt x="650" y="3780"/>
                    <a:pt x="587" y="4167"/>
                    <a:pt x="500" y="4542"/>
                  </a:cubicBezTo>
                  <a:cubicBezTo>
                    <a:pt x="437" y="4913"/>
                    <a:pt x="739" y="5015"/>
                    <a:pt x="1054" y="5015"/>
                  </a:cubicBezTo>
                  <a:cubicBezTo>
                    <a:pt x="1174" y="5015"/>
                    <a:pt x="1296" y="5000"/>
                    <a:pt x="1400" y="4979"/>
                  </a:cubicBezTo>
                  <a:cubicBezTo>
                    <a:pt x="1812" y="4880"/>
                    <a:pt x="2224" y="4605"/>
                    <a:pt x="2212" y="4117"/>
                  </a:cubicBezTo>
                  <a:cubicBezTo>
                    <a:pt x="2199" y="3630"/>
                    <a:pt x="2112" y="3142"/>
                    <a:pt x="2162" y="2668"/>
                  </a:cubicBezTo>
                  <a:cubicBezTo>
                    <a:pt x="2187" y="2293"/>
                    <a:pt x="2299" y="1943"/>
                    <a:pt x="2324" y="1568"/>
                  </a:cubicBezTo>
                  <a:cubicBezTo>
                    <a:pt x="2382" y="908"/>
                    <a:pt x="1989" y="1"/>
                    <a:pt x="12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018;p46">
              <a:extLst>
                <a:ext uri="{FF2B5EF4-FFF2-40B4-BE49-F238E27FC236}">
                  <a16:creationId xmlns:a16="http://schemas.microsoft.com/office/drawing/2014/main" id="{C7F30B19-B346-FA7B-953C-B488A0EE5FA9}"/>
                </a:ext>
              </a:extLst>
            </p:cNvPr>
            <p:cNvSpPr/>
            <p:nvPr/>
          </p:nvSpPr>
          <p:spPr>
            <a:xfrm>
              <a:off x="6518231" y="1979470"/>
              <a:ext cx="134284" cy="279858"/>
            </a:xfrm>
            <a:custGeom>
              <a:avLst/>
              <a:gdLst/>
              <a:ahLst/>
              <a:cxnLst/>
              <a:rect l="l" t="t" r="r" b="b"/>
              <a:pathLst>
                <a:path w="2462" h="5131" extrusionOk="0">
                  <a:moveTo>
                    <a:pt x="1328" y="119"/>
                  </a:moveTo>
                  <a:cubicBezTo>
                    <a:pt x="1526" y="119"/>
                    <a:pt x="1722" y="204"/>
                    <a:pt x="1875" y="345"/>
                  </a:cubicBezTo>
                  <a:cubicBezTo>
                    <a:pt x="2199" y="682"/>
                    <a:pt x="2374" y="1157"/>
                    <a:pt x="2337" y="1632"/>
                  </a:cubicBezTo>
                  <a:cubicBezTo>
                    <a:pt x="2324" y="1819"/>
                    <a:pt x="2287" y="2007"/>
                    <a:pt x="2249" y="2182"/>
                  </a:cubicBezTo>
                  <a:cubicBezTo>
                    <a:pt x="2212" y="2357"/>
                    <a:pt x="2187" y="2544"/>
                    <a:pt x="2174" y="2719"/>
                  </a:cubicBezTo>
                  <a:cubicBezTo>
                    <a:pt x="2149" y="3032"/>
                    <a:pt x="2149" y="3356"/>
                    <a:pt x="2187" y="3669"/>
                  </a:cubicBezTo>
                  <a:cubicBezTo>
                    <a:pt x="2212" y="3831"/>
                    <a:pt x="2224" y="4006"/>
                    <a:pt x="2224" y="4181"/>
                  </a:cubicBezTo>
                  <a:cubicBezTo>
                    <a:pt x="2237" y="4606"/>
                    <a:pt x="1850" y="4894"/>
                    <a:pt x="1450" y="4981"/>
                  </a:cubicBezTo>
                  <a:cubicBezTo>
                    <a:pt x="1339" y="5006"/>
                    <a:pt x="1216" y="5021"/>
                    <a:pt x="1099" y="5021"/>
                  </a:cubicBezTo>
                  <a:cubicBezTo>
                    <a:pt x="925" y="5021"/>
                    <a:pt x="764" y="4988"/>
                    <a:pt x="675" y="4906"/>
                  </a:cubicBezTo>
                  <a:cubicBezTo>
                    <a:pt x="600" y="4831"/>
                    <a:pt x="575" y="4719"/>
                    <a:pt x="600" y="4619"/>
                  </a:cubicBezTo>
                  <a:cubicBezTo>
                    <a:pt x="625" y="4494"/>
                    <a:pt x="650" y="4381"/>
                    <a:pt x="675" y="4269"/>
                  </a:cubicBezTo>
                  <a:cubicBezTo>
                    <a:pt x="725" y="4006"/>
                    <a:pt x="775" y="3731"/>
                    <a:pt x="800" y="3469"/>
                  </a:cubicBezTo>
                  <a:lnTo>
                    <a:pt x="800" y="3456"/>
                  </a:lnTo>
                  <a:cubicBezTo>
                    <a:pt x="812" y="3194"/>
                    <a:pt x="662" y="3007"/>
                    <a:pt x="500" y="2819"/>
                  </a:cubicBezTo>
                  <a:cubicBezTo>
                    <a:pt x="400" y="2707"/>
                    <a:pt x="312" y="2569"/>
                    <a:pt x="250" y="2419"/>
                  </a:cubicBezTo>
                  <a:cubicBezTo>
                    <a:pt x="125" y="2107"/>
                    <a:pt x="100" y="1757"/>
                    <a:pt x="175" y="1419"/>
                  </a:cubicBezTo>
                  <a:cubicBezTo>
                    <a:pt x="250" y="1070"/>
                    <a:pt x="525" y="232"/>
                    <a:pt x="1112" y="132"/>
                  </a:cubicBezTo>
                  <a:cubicBezTo>
                    <a:pt x="1162" y="120"/>
                    <a:pt x="1225" y="120"/>
                    <a:pt x="1287" y="120"/>
                  </a:cubicBezTo>
                  <a:cubicBezTo>
                    <a:pt x="1301" y="119"/>
                    <a:pt x="1314" y="119"/>
                    <a:pt x="1328" y="119"/>
                  </a:cubicBezTo>
                  <a:close/>
                  <a:moveTo>
                    <a:pt x="1279" y="0"/>
                  </a:moveTo>
                  <a:cubicBezTo>
                    <a:pt x="1215" y="0"/>
                    <a:pt x="1151" y="7"/>
                    <a:pt x="1087" y="20"/>
                  </a:cubicBezTo>
                  <a:cubicBezTo>
                    <a:pt x="475" y="132"/>
                    <a:pt x="188" y="920"/>
                    <a:pt x="75" y="1382"/>
                  </a:cubicBezTo>
                  <a:cubicBezTo>
                    <a:pt x="0" y="1744"/>
                    <a:pt x="25" y="2107"/>
                    <a:pt x="150" y="2444"/>
                  </a:cubicBezTo>
                  <a:cubicBezTo>
                    <a:pt x="213" y="2607"/>
                    <a:pt x="312" y="2744"/>
                    <a:pt x="425" y="2869"/>
                  </a:cubicBezTo>
                  <a:cubicBezTo>
                    <a:pt x="562" y="3057"/>
                    <a:pt x="700" y="3219"/>
                    <a:pt x="687" y="3444"/>
                  </a:cubicBezTo>
                  <a:lnTo>
                    <a:pt x="737" y="3456"/>
                  </a:lnTo>
                  <a:lnTo>
                    <a:pt x="687" y="3456"/>
                  </a:lnTo>
                  <a:cubicBezTo>
                    <a:pt x="662" y="3719"/>
                    <a:pt x="625" y="3981"/>
                    <a:pt x="562" y="4244"/>
                  </a:cubicBezTo>
                  <a:cubicBezTo>
                    <a:pt x="537" y="4356"/>
                    <a:pt x="525" y="4481"/>
                    <a:pt x="500" y="4594"/>
                  </a:cubicBezTo>
                  <a:cubicBezTo>
                    <a:pt x="462" y="4731"/>
                    <a:pt x="500" y="4869"/>
                    <a:pt x="600" y="4969"/>
                  </a:cubicBezTo>
                  <a:cubicBezTo>
                    <a:pt x="737" y="5081"/>
                    <a:pt x="912" y="5131"/>
                    <a:pt x="1100" y="5131"/>
                  </a:cubicBezTo>
                  <a:cubicBezTo>
                    <a:pt x="1225" y="5118"/>
                    <a:pt x="1350" y="5106"/>
                    <a:pt x="1462" y="5081"/>
                  </a:cubicBezTo>
                  <a:cubicBezTo>
                    <a:pt x="1900" y="4981"/>
                    <a:pt x="2324" y="4656"/>
                    <a:pt x="2312" y="4169"/>
                  </a:cubicBezTo>
                  <a:cubicBezTo>
                    <a:pt x="2312" y="4006"/>
                    <a:pt x="2299" y="3831"/>
                    <a:pt x="2274" y="3656"/>
                  </a:cubicBezTo>
                  <a:cubicBezTo>
                    <a:pt x="2249" y="3344"/>
                    <a:pt x="2237" y="3032"/>
                    <a:pt x="2262" y="2719"/>
                  </a:cubicBezTo>
                  <a:cubicBezTo>
                    <a:pt x="2274" y="2544"/>
                    <a:pt x="2312" y="2369"/>
                    <a:pt x="2337" y="2194"/>
                  </a:cubicBezTo>
                  <a:cubicBezTo>
                    <a:pt x="2374" y="2007"/>
                    <a:pt x="2412" y="1819"/>
                    <a:pt x="2424" y="1632"/>
                  </a:cubicBezTo>
                  <a:cubicBezTo>
                    <a:pt x="2462" y="1120"/>
                    <a:pt x="2287" y="620"/>
                    <a:pt x="1925" y="257"/>
                  </a:cubicBezTo>
                  <a:cubicBezTo>
                    <a:pt x="1747" y="90"/>
                    <a:pt x="1516" y="0"/>
                    <a:pt x="12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019;p46">
              <a:extLst>
                <a:ext uri="{FF2B5EF4-FFF2-40B4-BE49-F238E27FC236}">
                  <a16:creationId xmlns:a16="http://schemas.microsoft.com/office/drawing/2014/main" id="{1897F6C8-59BD-6F50-CA8F-2CBEE6AC42B2}"/>
                </a:ext>
              </a:extLst>
            </p:cNvPr>
            <p:cNvSpPr/>
            <p:nvPr/>
          </p:nvSpPr>
          <p:spPr>
            <a:xfrm>
              <a:off x="6976224" y="4169842"/>
              <a:ext cx="177972" cy="97031"/>
            </a:xfrm>
            <a:custGeom>
              <a:avLst/>
              <a:gdLst/>
              <a:ahLst/>
              <a:cxnLst/>
              <a:rect l="l" t="t" r="r" b="b"/>
              <a:pathLst>
                <a:path w="3263" h="1779" extrusionOk="0">
                  <a:moveTo>
                    <a:pt x="1" y="0"/>
                  </a:moveTo>
                  <a:cubicBezTo>
                    <a:pt x="1" y="112"/>
                    <a:pt x="26" y="225"/>
                    <a:pt x="63" y="337"/>
                  </a:cubicBezTo>
                  <a:cubicBezTo>
                    <a:pt x="126" y="550"/>
                    <a:pt x="151" y="775"/>
                    <a:pt x="138" y="987"/>
                  </a:cubicBezTo>
                  <a:cubicBezTo>
                    <a:pt x="88" y="1175"/>
                    <a:pt x="63" y="1350"/>
                    <a:pt x="63" y="1537"/>
                  </a:cubicBezTo>
                  <a:cubicBezTo>
                    <a:pt x="89" y="1715"/>
                    <a:pt x="183" y="1744"/>
                    <a:pt x="307" y="1744"/>
                  </a:cubicBezTo>
                  <a:cubicBezTo>
                    <a:pt x="366" y="1744"/>
                    <a:pt x="432" y="1737"/>
                    <a:pt x="501" y="1737"/>
                  </a:cubicBezTo>
                  <a:cubicBezTo>
                    <a:pt x="544" y="1736"/>
                    <a:pt x="587" y="1736"/>
                    <a:pt x="630" y="1736"/>
                  </a:cubicBezTo>
                  <a:cubicBezTo>
                    <a:pt x="1137" y="1736"/>
                    <a:pt x="1648" y="1779"/>
                    <a:pt x="2150" y="1779"/>
                  </a:cubicBezTo>
                  <a:cubicBezTo>
                    <a:pt x="2399" y="1779"/>
                    <a:pt x="2645" y="1768"/>
                    <a:pt x="2888" y="1737"/>
                  </a:cubicBezTo>
                  <a:cubicBezTo>
                    <a:pt x="3013" y="1737"/>
                    <a:pt x="3138" y="1687"/>
                    <a:pt x="3225" y="1600"/>
                  </a:cubicBezTo>
                  <a:cubicBezTo>
                    <a:pt x="3262" y="1550"/>
                    <a:pt x="3225" y="1462"/>
                    <a:pt x="3063" y="1375"/>
                  </a:cubicBezTo>
                  <a:cubicBezTo>
                    <a:pt x="2975" y="1312"/>
                    <a:pt x="2863" y="1262"/>
                    <a:pt x="2750" y="1237"/>
                  </a:cubicBezTo>
                  <a:cubicBezTo>
                    <a:pt x="2363" y="1112"/>
                    <a:pt x="1988" y="950"/>
                    <a:pt x="1650" y="712"/>
                  </a:cubicBezTo>
                  <a:cubicBezTo>
                    <a:pt x="1413" y="537"/>
                    <a:pt x="1213" y="312"/>
                    <a:pt x="1063" y="63"/>
                  </a:cubicBezTo>
                  <a:cubicBezTo>
                    <a:pt x="1055" y="46"/>
                    <a:pt x="1009" y="40"/>
                    <a:pt x="949" y="40"/>
                  </a:cubicBezTo>
                  <a:cubicBezTo>
                    <a:pt x="828" y="40"/>
                    <a:pt x="651" y="63"/>
                    <a:pt x="601" y="63"/>
                  </a:cubicBez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020;p46">
              <a:extLst>
                <a:ext uri="{FF2B5EF4-FFF2-40B4-BE49-F238E27FC236}">
                  <a16:creationId xmlns:a16="http://schemas.microsoft.com/office/drawing/2014/main" id="{6F5BA788-9BFF-6765-0DE4-A69515A4D0B3}"/>
                </a:ext>
              </a:extLst>
            </p:cNvPr>
            <p:cNvSpPr/>
            <p:nvPr/>
          </p:nvSpPr>
          <p:spPr>
            <a:xfrm>
              <a:off x="6518231" y="1944453"/>
              <a:ext cx="162918" cy="141156"/>
            </a:xfrm>
            <a:custGeom>
              <a:avLst/>
              <a:gdLst/>
              <a:ahLst/>
              <a:cxnLst/>
              <a:rect l="l" t="t" r="r" b="b"/>
              <a:pathLst>
                <a:path w="2987" h="2588" extrusionOk="0">
                  <a:moveTo>
                    <a:pt x="774" y="1"/>
                  </a:moveTo>
                  <a:cubicBezTo>
                    <a:pt x="692" y="1"/>
                    <a:pt x="608" y="8"/>
                    <a:pt x="525" y="25"/>
                  </a:cubicBezTo>
                  <a:cubicBezTo>
                    <a:pt x="462" y="37"/>
                    <a:pt x="412" y="50"/>
                    <a:pt x="362" y="74"/>
                  </a:cubicBezTo>
                  <a:cubicBezTo>
                    <a:pt x="237" y="137"/>
                    <a:pt x="150" y="224"/>
                    <a:pt x="88" y="337"/>
                  </a:cubicBezTo>
                  <a:cubicBezTo>
                    <a:pt x="0" y="574"/>
                    <a:pt x="75" y="837"/>
                    <a:pt x="275" y="987"/>
                  </a:cubicBezTo>
                  <a:cubicBezTo>
                    <a:pt x="475" y="1137"/>
                    <a:pt x="712" y="1212"/>
                    <a:pt x="962" y="1224"/>
                  </a:cubicBezTo>
                  <a:cubicBezTo>
                    <a:pt x="1500" y="1262"/>
                    <a:pt x="1737" y="1262"/>
                    <a:pt x="1975" y="1799"/>
                  </a:cubicBezTo>
                  <a:cubicBezTo>
                    <a:pt x="2072" y="2019"/>
                    <a:pt x="2158" y="2587"/>
                    <a:pt x="2490" y="2587"/>
                  </a:cubicBezTo>
                  <a:cubicBezTo>
                    <a:pt x="2497" y="2587"/>
                    <a:pt x="2505" y="2587"/>
                    <a:pt x="2512" y="2586"/>
                  </a:cubicBezTo>
                  <a:cubicBezTo>
                    <a:pt x="2812" y="2561"/>
                    <a:pt x="2937" y="2011"/>
                    <a:pt x="2949" y="1787"/>
                  </a:cubicBezTo>
                  <a:cubicBezTo>
                    <a:pt x="2987" y="1387"/>
                    <a:pt x="2799" y="999"/>
                    <a:pt x="2462" y="787"/>
                  </a:cubicBezTo>
                  <a:cubicBezTo>
                    <a:pt x="2125" y="599"/>
                    <a:pt x="1800" y="374"/>
                    <a:pt x="1462" y="187"/>
                  </a:cubicBezTo>
                  <a:cubicBezTo>
                    <a:pt x="1248" y="66"/>
                    <a:pt x="1014" y="1"/>
                    <a:pt x="7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021;p46">
              <a:extLst>
                <a:ext uri="{FF2B5EF4-FFF2-40B4-BE49-F238E27FC236}">
                  <a16:creationId xmlns:a16="http://schemas.microsoft.com/office/drawing/2014/main" id="{25812044-71D5-C2E1-9688-21AE13CCE647}"/>
                </a:ext>
              </a:extLst>
            </p:cNvPr>
            <p:cNvSpPr/>
            <p:nvPr/>
          </p:nvSpPr>
          <p:spPr>
            <a:xfrm>
              <a:off x="6616353" y="2046393"/>
              <a:ext cx="47616" cy="53343"/>
            </a:xfrm>
            <a:custGeom>
              <a:avLst/>
              <a:gdLst/>
              <a:ahLst/>
              <a:cxnLst/>
              <a:rect l="l" t="t" r="r" b="b"/>
              <a:pathLst>
                <a:path w="873" h="978" extrusionOk="0">
                  <a:moveTo>
                    <a:pt x="329" y="0"/>
                  </a:moveTo>
                  <a:cubicBezTo>
                    <a:pt x="245" y="0"/>
                    <a:pt x="161" y="28"/>
                    <a:pt x="101" y="80"/>
                  </a:cubicBezTo>
                  <a:lnTo>
                    <a:pt x="1" y="755"/>
                  </a:lnTo>
                  <a:cubicBezTo>
                    <a:pt x="85" y="910"/>
                    <a:pt x="225" y="977"/>
                    <a:pt x="364" y="977"/>
                  </a:cubicBezTo>
                  <a:cubicBezTo>
                    <a:pt x="618" y="977"/>
                    <a:pt x="873" y="757"/>
                    <a:pt x="800" y="442"/>
                  </a:cubicBezTo>
                  <a:cubicBezTo>
                    <a:pt x="775" y="367"/>
                    <a:pt x="750" y="305"/>
                    <a:pt x="700" y="242"/>
                  </a:cubicBezTo>
                  <a:cubicBezTo>
                    <a:pt x="638" y="142"/>
                    <a:pt x="538" y="67"/>
                    <a:pt x="438" y="18"/>
                  </a:cubicBezTo>
                  <a:cubicBezTo>
                    <a:pt x="403" y="6"/>
                    <a:pt x="366" y="0"/>
                    <a:pt x="3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022;p46">
              <a:extLst>
                <a:ext uri="{FF2B5EF4-FFF2-40B4-BE49-F238E27FC236}">
                  <a16:creationId xmlns:a16="http://schemas.microsoft.com/office/drawing/2014/main" id="{548F8087-F456-9A97-DEFA-B154D4D8F8D7}"/>
                </a:ext>
              </a:extLst>
            </p:cNvPr>
            <p:cNvSpPr/>
            <p:nvPr/>
          </p:nvSpPr>
          <p:spPr>
            <a:xfrm>
              <a:off x="6533885" y="2079337"/>
              <a:ext cx="49797" cy="29398"/>
            </a:xfrm>
            <a:custGeom>
              <a:avLst/>
              <a:gdLst/>
              <a:ahLst/>
              <a:cxnLst/>
              <a:rect l="l" t="t" r="r" b="b"/>
              <a:pathLst>
                <a:path w="913" h="539" extrusionOk="0">
                  <a:moveTo>
                    <a:pt x="38" y="1"/>
                  </a:moveTo>
                  <a:cubicBezTo>
                    <a:pt x="0" y="226"/>
                    <a:pt x="138" y="451"/>
                    <a:pt x="350" y="526"/>
                  </a:cubicBezTo>
                  <a:cubicBezTo>
                    <a:pt x="388" y="538"/>
                    <a:pt x="438" y="538"/>
                    <a:pt x="488" y="538"/>
                  </a:cubicBezTo>
                  <a:cubicBezTo>
                    <a:pt x="663" y="538"/>
                    <a:pt x="825" y="438"/>
                    <a:pt x="913" y="276"/>
                  </a:cubicBezTo>
                  <a:lnTo>
                    <a:pt x="813" y="238"/>
                  </a:lnTo>
                  <a:cubicBezTo>
                    <a:pt x="746" y="386"/>
                    <a:pt x="621" y="450"/>
                    <a:pt x="497" y="450"/>
                  </a:cubicBezTo>
                  <a:cubicBezTo>
                    <a:pt x="294" y="450"/>
                    <a:pt x="92" y="281"/>
                    <a:pt x="138" y="26"/>
                  </a:cubicBezTo>
                  <a:lnTo>
                    <a:pt x="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023;p46">
              <a:extLst>
                <a:ext uri="{FF2B5EF4-FFF2-40B4-BE49-F238E27FC236}">
                  <a16:creationId xmlns:a16="http://schemas.microsoft.com/office/drawing/2014/main" id="{B0CC7AC8-AED4-E11E-0905-CA3BB9565E26}"/>
                </a:ext>
              </a:extLst>
            </p:cNvPr>
            <p:cNvSpPr/>
            <p:nvPr/>
          </p:nvSpPr>
          <p:spPr>
            <a:xfrm>
              <a:off x="6544793" y="2138679"/>
              <a:ext cx="36871" cy="35453"/>
            </a:xfrm>
            <a:custGeom>
              <a:avLst/>
              <a:gdLst/>
              <a:ahLst/>
              <a:cxnLst/>
              <a:rect l="l" t="t" r="r" b="b"/>
              <a:pathLst>
                <a:path w="676" h="650" extrusionOk="0">
                  <a:moveTo>
                    <a:pt x="0" y="0"/>
                  </a:moveTo>
                  <a:cubicBezTo>
                    <a:pt x="25" y="13"/>
                    <a:pt x="38" y="38"/>
                    <a:pt x="63" y="50"/>
                  </a:cubicBezTo>
                  <a:lnTo>
                    <a:pt x="75" y="50"/>
                  </a:lnTo>
                  <a:cubicBezTo>
                    <a:pt x="175" y="237"/>
                    <a:pt x="225" y="450"/>
                    <a:pt x="250" y="650"/>
                  </a:cubicBezTo>
                  <a:cubicBezTo>
                    <a:pt x="338" y="425"/>
                    <a:pt x="488" y="213"/>
                    <a:pt x="675" y="50"/>
                  </a:cubicBezTo>
                  <a:lnTo>
                    <a:pt x="675" y="50"/>
                  </a:lnTo>
                  <a:cubicBezTo>
                    <a:pt x="632" y="56"/>
                    <a:pt x="585" y="59"/>
                    <a:pt x="538" y="59"/>
                  </a:cubicBezTo>
                  <a:cubicBezTo>
                    <a:pt x="491" y="59"/>
                    <a:pt x="444" y="56"/>
                    <a:pt x="400" y="50"/>
                  </a:cubicBezTo>
                  <a:cubicBezTo>
                    <a:pt x="275" y="50"/>
                    <a:pt x="163" y="25"/>
                    <a:pt x="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024;p46">
              <a:extLst>
                <a:ext uri="{FF2B5EF4-FFF2-40B4-BE49-F238E27FC236}">
                  <a16:creationId xmlns:a16="http://schemas.microsoft.com/office/drawing/2014/main" id="{8A929462-1332-86EC-B0E0-9BB70BA66678}"/>
                </a:ext>
              </a:extLst>
            </p:cNvPr>
            <p:cNvSpPr/>
            <p:nvPr/>
          </p:nvSpPr>
          <p:spPr>
            <a:xfrm>
              <a:off x="6632061" y="2064338"/>
              <a:ext cx="10254" cy="18490"/>
            </a:xfrm>
            <a:custGeom>
              <a:avLst/>
              <a:gdLst/>
              <a:ahLst/>
              <a:cxnLst/>
              <a:rect l="l" t="t" r="r" b="b"/>
              <a:pathLst>
                <a:path w="188" h="339" extrusionOk="0">
                  <a:moveTo>
                    <a:pt x="13" y="1"/>
                  </a:moveTo>
                  <a:lnTo>
                    <a:pt x="0" y="313"/>
                  </a:lnTo>
                  <a:lnTo>
                    <a:pt x="0" y="338"/>
                  </a:lnTo>
                  <a:cubicBezTo>
                    <a:pt x="38" y="338"/>
                    <a:pt x="62" y="326"/>
                    <a:pt x="87" y="326"/>
                  </a:cubicBezTo>
                  <a:cubicBezTo>
                    <a:pt x="162" y="288"/>
                    <a:pt x="187" y="213"/>
                    <a:pt x="175" y="138"/>
                  </a:cubicBezTo>
                  <a:cubicBezTo>
                    <a:pt x="150" y="63"/>
                    <a:pt x="87" y="13"/>
                    <a:pt x="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025;p46">
              <a:extLst>
                <a:ext uri="{FF2B5EF4-FFF2-40B4-BE49-F238E27FC236}">
                  <a16:creationId xmlns:a16="http://schemas.microsoft.com/office/drawing/2014/main" id="{60ADC4E2-1CC3-8F07-E0A3-D1CD586A6202}"/>
                </a:ext>
              </a:extLst>
            </p:cNvPr>
            <p:cNvSpPr/>
            <p:nvPr/>
          </p:nvSpPr>
          <p:spPr>
            <a:xfrm>
              <a:off x="6553629" y="2928618"/>
              <a:ext cx="36871" cy="273367"/>
            </a:xfrm>
            <a:custGeom>
              <a:avLst/>
              <a:gdLst/>
              <a:ahLst/>
              <a:cxnLst/>
              <a:rect l="l" t="t" r="r" b="b"/>
              <a:pathLst>
                <a:path w="676" h="5012" extrusionOk="0">
                  <a:moveTo>
                    <a:pt x="1" y="1"/>
                  </a:moveTo>
                  <a:cubicBezTo>
                    <a:pt x="138" y="1675"/>
                    <a:pt x="338" y="3362"/>
                    <a:pt x="576" y="5012"/>
                  </a:cubicBezTo>
                  <a:lnTo>
                    <a:pt x="676" y="4999"/>
                  </a:lnTo>
                  <a:cubicBezTo>
                    <a:pt x="438" y="3350"/>
                    <a:pt x="238" y="1663"/>
                    <a:pt x="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026;p46">
              <a:extLst>
                <a:ext uri="{FF2B5EF4-FFF2-40B4-BE49-F238E27FC236}">
                  <a16:creationId xmlns:a16="http://schemas.microsoft.com/office/drawing/2014/main" id="{FCE9FB25-FF74-81A3-DF44-1B424846807C}"/>
                </a:ext>
              </a:extLst>
            </p:cNvPr>
            <p:cNvSpPr/>
            <p:nvPr/>
          </p:nvSpPr>
          <p:spPr>
            <a:xfrm>
              <a:off x="6391420" y="2372448"/>
              <a:ext cx="38889" cy="81159"/>
            </a:xfrm>
            <a:custGeom>
              <a:avLst/>
              <a:gdLst/>
              <a:ahLst/>
              <a:cxnLst/>
              <a:rect l="l" t="t" r="r" b="b"/>
              <a:pathLst>
                <a:path w="713" h="1488" extrusionOk="0">
                  <a:moveTo>
                    <a:pt x="626" y="0"/>
                  </a:moveTo>
                  <a:lnTo>
                    <a:pt x="1" y="1438"/>
                  </a:lnTo>
                  <a:lnTo>
                    <a:pt x="88" y="1488"/>
                  </a:lnTo>
                  <a:lnTo>
                    <a:pt x="713" y="38"/>
                  </a:lnTo>
                  <a:lnTo>
                    <a:pt x="6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027;p46">
              <a:extLst>
                <a:ext uri="{FF2B5EF4-FFF2-40B4-BE49-F238E27FC236}">
                  <a16:creationId xmlns:a16="http://schemas.microsoft.com/office/drawing/2014/main" id="{37497BAB-A8F4-9965-5498-5A262115957E}"/>
                </a:ext>
              </a:extLst>
            </p:cNvPr>
            <p:cNvSpPr/>
            <p:nvPr/>
          </p:nvSpPr>
          <p:spPr>
            <a:xfrm>
              <a:off x="6743819" y="2420173"/>
              <a:ext cx="37525" cy="85250"/>
            </a:xfrm>
            <a:custGeom>
              <a:avLst/>
              <a:gdLst/>
              <a:ahLst/>
              <a:cxnLst/>
              <a:rect l="l" t="t" r="r" b="b"/>
              <a:pathLst>
                <a:path w="688" h="1563" extrusionOk="0">
                  <a:moveTo>
                    <a:pt x="100" y="0"/>
                  </a:moveTo>
                  <a:lnTo>
                    <a:pt x="0" y="25"/>
                  </a:lnTo>
                  <a:cubicBezTo>
                    <a:pt x="125" y="563"/>
                    <a:pt x="325" y="1087"/>
                    <a:pt x="600" y="1562"/>
                  </a:cubicBezTo>
                  <a:lnTo>
                    <a:pt x="688" y="1525"/>
                  </a:lnTo>
                  <a:cubicBezTo>
                    <a:pt x="425" y="1037"/>
                    <a:pt x="225" y="525"/>
                    <a:pt x="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028;p46">
              <a:extLst>
                <a:ext uri="{FF2B5EF4-FFF2-40B4-BE49-F238E27FC236}">
                  <a16:creationId xmlns:a16="http://schemas.microsoft.com/office/drawing/2014/main" id="{6C520D57-7E2E-904D-C53B-EC2A2544F539}"/>
                </a:ext>
              </a:extLst>
            </p:cNvPr>
            <p:cNvSpPr/>
            <p:nvPr/>
          </p:nvSpPr>
          <p:spPr>
            <a:xfrm>
              <a:off x="6171941" y="1498623"/>
              <a:ext cx="162264" cy="106412"/>
            </a:xfrm>
            <a:custGeom>
              <a:avLst/>
              <a:gdLst/>
              <a:ahLst/>
              <a:cxnLst/>
              <a:rect l="l" t="t" r="r" b="b"/>
              <a:pathLst>
                <a:path w="2975" h="1951" extrusionOk="0">
                  <a:moveTo>
                    <a:pt x="2700" y="913"/>
                  </a:moveTo>
                  <a:cubicBezTo>
                    <a:pt x="2738" y="913"/>
                    <a:pt x="2763" y="925"/>
                    <a:pt x="2787" y="950"/>
                  </a:cubicBezTo>
                  <a:cubicBezTo>
                    <a:pt x="2800" y="975"/>
                    <a:pt x="2812" y="1000"/>
                    <a:pt x="2800" y="1025"/>
                  </a:cubicBezTo>
                  <a:lnTo>
                    <a:pt x="2688" y="1725"/>
                  </a:lnTo>
                  <a:cubicBezTo>
                    <a:pt x="2675" y="1775"/>
                    <a:pt x="2638" y="1800"/>
                    <a:pt x="2588" y="1800"/>
                  </a:cubicBezTo>
                  <a:lnTo>
                    <a:pt x="1113" y="1800"/>
                  </a:lnTo>
                  <a:cubicBezTo>
                    <a:pt x="1063" y="1800"/>
                    <a:pt x="1025" y="1775"/>
                    <a:pt x="1013" y="1725"/>
                  </a:cubicBezTo>
                  <a:lnTo>
                    <a:pt x="863" y="913"/>
                  </a:lnTo>
                  <a:close/>
                  <a:moveTo>
                    <a:pt x="26" y="1"/>
                  </a:moveTo>
                  <a:lnTo>
                    <a:pt x="1" y="138"/>
                  </a:lnTo>
                  <a:lnTo>
                    <a:pt x="501" y="213"/>
                  </a:lnTo>
                  <a:cubicBezTo>
                    <a:pt x="551" y="213"/>
                    <a:pt x="576" y="238"/>
                    <a:pt x="588" y="288"/>
                  </a:cubicBezTo>
                  <a:lnTo>
                    <a:pt x="888" y="1763"/>
                  </a:lnTo>
                  <a:cubicBezTo>
                    <a:pt x="913" y="1875"/>
                    <a:pt x="1013" y="1950"/>
                    <a:pt x="1125" y="1950"/>
                  </a:cubicBezTo>
                  <a:lnTo>
                    <a:pt x="2600" y="1950"/>
                  </a:lnTo>
                  <a:cubicBezTo>
                    <a:pt x="2725" y="1950"/>
                    <a:pt x="2825" y="1863"/>
                    <a:pt x="2837" y="1750"/>
                  </a:cubicBezTo>
                  <a:lnTo>
                    <a:pt x="2962" y="1050"/>
                  </a:lnTo>
                  <a:cubicBezTo>
                    <a:pt x="2975" y="988"/>
                    <a:pt x="2950" y="913"/>
                    <a:pt x="2912" y="863"/>
                  </a:cubicBezTo>
                  <a:cubicBezTo>
                    <a:pt x="2862" y="801"/>
                    <a:pt x="2787" y="776"/>
                    <a:pt x="2713" y="776"/>
                  </a:cubicBezTo>
                  <a:lnTo>
                    <a:pt x="838" y="776"/>
                  </a:lnTo>
                  <a:lnTo>
                    <a:pt x="726" y="251"/>
                  </a:lnTo>
                  <a:cubicBezTo>
                    <a:pt x="713" y="151"/>
                    <a:pt x="626" y="76"/>
                    <a:pt x="526" y="63"/>
                  </a:cubicBezTo>
                  <a:lnTo>
                    <a:pt x="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029;p46">
              <a:extLst>
                <a:ext uri="{FF2B5EF4-FFF2-40B4-BE49-F238E27FC236}">
                  <a16:creationId xmlns:a16="http://schemas.microsoft.com/office/drawing/2014/main" id="{27FF1F95-3AD4-B0CC-1928-CD817B1220CA}"/>
                </a:ext>
              </a:extLst>
            </p:cNvPr>
            <p:cNvSpPr/>
            <p:nvPr/>
          </p:nvSpPr>
          <p:spPr>
            <a:xfrm>
              <a:off x="6230574" y="1605635"/>
              <a:ext cx="23890" cy="23944"/>
            </a:xfrm>
            <a:custGeom>
              <a:avLst/>
              <a:gdLst/>
              <a:ahLst/>
              <a:cxnLst/>
              <a:rect l="l" t="t" r="r" b="b"/>
              <a:pathLst>
                <a:path w="438" h="439" extrusionOk="0">
                  <a:moveTo>
                    <a:pt x="213" y="1"/>
                  </a:moveTo>
                  <a:cubicBezTo>
                    <a:pt x="100" y="1"/>
                    <a:pt x="0" y="101"/>
                    <a:pt x="0" y="213"/>
                  </a:cubicBezTo>
                  <a:cubicBezTo>
                    <a:pt x="0" y="338"/>
                    <a:pt x="100" y="438"/>
                    <a:pt x="213" y="438"/>
                  </a:cubicBezTo>
                  <a:cubicBezTo>
                    <a:pt x="338" y="438"/>
                    <a:pt x="438" y="338"/>
                    <a:pt x="438" y="213"/>
                  </a:cubicBezTo>
                  <a:cubicBezTo>
                    <a:pt x="438" y="101"/>
                    <a:pt x="338" y="1"/>
                    <a:pt x="2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030;p46">
              <a:extLst>
                <a:ext uri="{FF2B5EF4-FFF2-40B4-BE49-F238E27FC236}">
                  <a16:creationId xmlns:a16="http://schemas.microsoft.com/office/drawing/2014/main" id="{1991F3F6-B388-1D0F-D074-25BBDE7A545C}"/>
                </a:ext>
              </a:extLst>
            </p:cNvPr>
            <p:cNvSpPr/>
            <p:nvPr/>
          </p:nvSpPr>
          <p:spPr>
            <a:xfrm>
              <a:off x="6278298" y="1605635"/>
              <a:ext cx="23890" cy="23944"/>
            </a:xfrm>
            <a:custGeom>
              <a:avLst/>
              <a:gdLst/>
              <a:ahLst/>
              <a:cxnLst/>
              <a:rect l="l" t="t" r="r" b="b"/>
              <a:pathLst>
                <a:path w="438" h="439" extrusionOk="0">
                  <a:moveTo>
                    <a:pt x="225" y="1"/>
                  </a:moveTo>
                  <a:cubicBezTo>
                    <a:pt x="100" y="1"/>
                    <a:pt x="0" y="101"/>
                    <a:pt x="0" y="213"/>
                  </a:cubicBezTo>
                  <a:cubicBezTo>
                    <a:pt x="0" y="338"/>
                    <a:pt x="100" y="438"/>
                    <a:pt x="225" y="438"/>
                  </a:cubicBezTo>
                  <a:cubicBezTo>
                    <a:pt x="350" y="438"/>
                    <a:pt x="438" y="338"/>
                    <a:pt x="438" y="213"/>
                  </a:cubicBezTo>
                  <a:cubicBezTo>
                    <a:pt x="438" y="101"/>
                    <a:pt x="350" y="1"/>
                    <a:pt x="2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031;p46">
              <a:extLst>
                <a:ext uri="{FF2B5EF4-FFF2-40B4-BE49-F238E27FC236}">
                  <a16:creationId xmlns:a16="http://schemas.microsoft.com/office/drawing/2014/main" id="{1E0E257E-D939-A166-35F7-86AB0CDC2727}"/>
                </a:ext>
              </a:extLst>
            </p:cNvPr>
            <p:cNvSpPr/>
            <p:nvPr/>
          </p:nvSpPr>
          <p:spPr>
            <a:xfrm>
              <a:off x="5975642" y="1504023"/>
              <a:ext cx="107067" cy="92122"/>
            </a:xfrm>
            <a:custGeom>
              <a:avLst/>
              <a:gdLst/>
              <a:ahLst/>
              <a:cxnLst/>
              <a:rect l="l" t="t" r="r" b="b"/>
              <a:pathLst>
                <a:path w="1963" h="1689" extrusionOk="0">
                  <a:moveTo>
                    <a:pt x="1113" y="152"/>
                  </a:moveTo>
                  <a:cubicBezTo>
                    <a:pt x="1500" y="152"/>
                    <a:pt x="1800" y="464"/>
                    <a:pt x="1800" y="839"/>
                  </a:cubicBezTo>
                  <a:cubicBezTo>
                    <a:pt x="1800" y="1260"/>
                    <a:pt x="1460" y="1539"/>
                    <a:pt x="1104" y="1539"/>
                  </a:cubicBezTo>
                  <a:cubicBezTo>
                    <a:pt x="932" y="1539"/>
                    <a:pt x="756" y="1473"/>
                    <a:pt x="613" y="1326"/>
                  </a:cubicBezTo>
                  <a:cubicBezTo>
                    <a:pt x="176" y="889"/>
                    <a:pt x="488" y="152"/>
                    <a:pt x="1113" y="152"/>
                  </a:cubicBezTo>
                  <a:close/>
                  <a:moveTo>
                    <a:pt x="1111" y="1"/>
                  </a:moveTo>
                  <a:cubicBezTo>
                    <a:pt x="905" y="1"/>
                    <a:pt x="695" y="78"/>
                    <a:pt x="526" y="252"/>
                  </a:cubicBezTo>
                  <a:cubicBezTo>
                    <a:pt x="1" y="776"/>
                    <a:pt x="363" y="1676"/>
                    <a:pt x="1113" y="1689"/>
                  </a:cubicBezTo>
                  <a:cubicBezTo>
                    <a:pt x="1575" y="1689"/>
                    <a:pt x="1950" y="1314"/>
                    <a:pt x="1963" y="839"/>
                  </a:cubicBezTo>
                  <a:cubicBezTo>
                    <a:pt x="1963" y="340"/>
                    <a:pt x="1544" y="1"/>
                    <a:pt x="11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032;p46">
              <a:extLst>
                <a:ext uri="{FF2B5EF4-FFF2-40B4-BE49-F238E27FC236}">
                  <a16:creationId xmlns:a16="http://schemas.microsoft.com/office/drawing/2014/main" id="{50BB1693-94BC-601E-3775-D6C860DBBDFF}"/>
                </a:ext>
              </a:extLst>
            </p:cNvPr>
            <p:cNvSpPr/>
            <p:nvPr/>
          </p:nvSpPr>
          <p:spPr>
            <a:xfrm>
              <a:off x="6056747" y="1583164"/>
              <a:ext cx="39598" cy="42979"/>
            </a:xfrm>
            <a:custGeom>
              <a:avLst/>
              <a:gdLst/>
              <a:ahLst/>
              <a:cxnLst/>
              <a:rect l="l" t="t" r="r" b="b"/>
              <a:pathLst>
                <a:path w="726" h="788" extrusionOk="0">
                  <a:moveTo>
                    <a:pt x="113" y="0"/>
                  </a:moveTo>
                  <a:lnTo>
                    <a:pt x="1" y="88"/>
                  </a:lnTo>
                  <a:lnTo>
                    <a:pt x="613" y="788"/>
                  </a:lnTo>
                  <a:lnTo>
                    <a:pt x="726" y="688"/>
                  </a:lnTo>
                  <a:lnTo>
                    <a:pt x="1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033;p46">
              <a:extLst>
                <a:ext uri="{FF2B5EF4-FFF2-40B4-BE49-F238E27FC236}">
                  <a16:creationId xmlns:a16="http://schemas.microsoft.com/office/drawing/2014/main" id="{06E6795A-F993-13CE-7369-AF8A80574B9F}"/>
                </a:ext>
              </a:extLst>
            </p:cNvPr>
            <p:cNvSpPr/>
            <p:nvPr/>
          </p:nvSpPr>
          <p:spPr>
            <a:xfrm>
              <a:off x="5242918" y="1558620"/>
              <a:ext cx="107067" cy="10254"/>
            </a:xfrm>
            <a:custGeom>
              <a:avLst/>
              <a:gdLst/>
              <a:ahLst/>
              <a:cxnLst/>
              <a:rect l="l" t="t" r="r" b="b"/>
              <a:pathLst>
                <a:path w="1963" h="188" extrusionOk="0">
                  <a:moveTo>
                    <a:pt x="1" y="0"/>
                  </a:moveTo>
                  <a:lnTo>
                    <a:pt x="1" y="188"/>
                  </a:lnTo>
                  <a:lnTo>
                    <a:pt x="1963" y="188"/>
                  </a:lnTo>
                  <a:lnTo>
                    <a:pt x="1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034;p46">
              <a:extLst>
                <a:ext uri="{FF2B5EF4-FFF2-40B4-BE49-F238E27FC236}">
                  <a16:creationId xmlns:a16="http://schemas.microsoft.com/office/drawing/2014/main" id="{4D8E3045-B6C8-B3A9-A5AB-DFC251D05ED0}"/>
                </a:ext>
              </a:extLst>
            </p:cNvPr>
            <p:cNvSpPr/>
            <p:nvPr/>
          </p:nvSpPr>
          <p:spPr>
            <a:xfrm>
              <a:off x="5242918" y="1524531"/>
              <a:ext cx="107067" cy="10309"/>
            </a:xfrm>
            <a:custGeom>
              <a:avLst/>
              <a:gdLst/>
              <a:ahLst/>
              <a:cxnLst/>
              <a:rect l="l" t="t" r="r" b="b"/>
              <a:pathLst>
                <a:path w="1963" h="189" extrusionOk="0">
                  <a:moveTo>
                    <a:pt x="1" y="1"/>
                  </a:moveTo>
                  <a:lnTo>
                    <a:pt x="1" y="188"/>
                  </a:lnTo>
                  <a:lnTo>
                    <a:pt x="1963" y="188"/>
                  </a:lnTo>
                  <a:lnTo>
                    <a:pt x="19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035;p46">
              <a:extLst>
                <a:ext uri="{FF2B5EF4-FFF2-40B4-BE49-F238E27FC236}">
                  <a16:creationId xmlns:a16="http://schemas.microsoft.com/office/drawing/2014/main" id="{B886DDA1-B584-1C52-ACF1-2FF6CB268350}"/>
                </a:ext>
              </a:extLst>
            </p:cNvPr>
            <p:cNvSpPr/>
            <p:nvPr/>
          </p:nvSpPr>
          <p:spPr>
            <a:xfrm>
              <a:off x="5242918" y="1592709"/>
              <a:ext cx="107067" cy="10254"/>
            </a:xfrm>
            <a:custGeom>
              <a:avLst/>
              <a:gdLst/>
              <a:ahLst/>
              <a:cxnLst/>
              <a:rect l="l" t="t" r="r" b="b"/>
              <a:pathLst>
                <a:path w="1963" h="188" extrusionOk="0">
                  <a:moveTo>
                    <a:pt x="1" y="0"/>
                  </a:moveTo>
                  <a:lnTo>
                    <a:pt x="1" y="188"/>
                  </a:lnTo>
                  <a:lnTo>
                    <a:pt x="1963" y="188"/>
                  </a:lnTo>
                  <a:lnTo>
                    <a:pt x="196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036;p46">
              <a:extLst>
                <a:ext uri="{FF2B5EF4-FFF2-40B4-BE49-F238E27FC236}">
                  <a16:creationId xmlns:a16="http://schemas.microsoft.com/office/drawing/2014/main" id="{40C465AB-7726-4A45-6A0B-563FC710664F}"/>
                </a:ext>
              </a:extLst>
            </p:cNvPr>
            <p:cNvSpPr/>
            <p:nvPr/>
          </p:nvSpPr>
          <p:spPr>
            <a:xfrm>
              <a:off x="5459343" y="1510404"/>
              <a:ext cx="133084" cy="106903"/>
            </a:xfrm>
            <a:custGeom>
              <a:avLst/>
              <a:gdLst/>
              <a:ahLst/>
              <a:cxnLst/>
              <a:rect l="l" t="t" r="r" b="b"/>
              <a:pathLst>
                <a:path w="2440" h="1960" extrusionOk="0">
                  <a:moveTo>
                    <a:pt x="632" y="1"/>
                  </a:moveTo>
                  <a:cubicBezTo>
                    <a:pt x="180" y="1"/>
                    <a:pt x="0" y="463"/>
                    <a:pt x="207" y="897"/>
                  </a:cubicBezTo>
                  <a:cubicBezTo>
                    <a:pt x="444" y="1397"/>
                    <a:pt x="1231" y="1959"/>
                    <a:pt x="1231" y="1959"/>
                  </a:cubicBezTo>
                  <a:cubicBezTo>
                    <a:pt x="1231" y="1959"/>
                    <a:pt x="2019" y="1372"/>
                    <a:pt x="2244" y="897"/>
                  </a:cubicBezTo>
                  <a:cubicBezTo>
                    <a:pt x="2439" y="473"/>
                    <a:pt x="2266" y="1"/>
                    <a:pt x="1814" y="1"/>
                  </a:cubicBezTo>
                  <a:cubicBezTo>
                    <a:pt x="1747" y="1"/>
                    <a:pt x="1673" y="12"/>
                    <a:pt x="1594" y="35"/>
                  </a:cubicBezTo>
                  <a:cubicBezTo>
                    <a:pt x="1381" y="97"/>
                    <a:pt x="1231" y="385"/>
                    <a:pt x="1231" y="385"/>
                  </a:cubicBezTo>
                  <a:cubicBezTo>
                    <a:pt x="1231" y="385"/>
                    <a:pt x="1069" y="97"/>
                    <a:pt x="856" y="35"/>
                  </a:cubicBezTo>
                  <a:cubicBezTo>
                    <a:pt x="776" y="12"/>
                    <a:pt x="701" y="1"/>
                    <a:pt x="6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8553461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01">
          <a:extLst>
            <a:ext uri="{FF2B5EF4-FFF2-40B4-BE49-F238E27FC236}">
              <a16:creationId xmlns:a16="http://schemas.microsoft.com/office/drawing/2014/main" id="{2C377C08-1B80-FD9F-C47B-84932B402EC9}"/>
            </a:ext>
          </a:extLst>
        </p:cNvPr>
        <p:cNvGrpSpPr/>
        <p:nvPr/>
      </p:nvGrpSpPr>
      <p:grpSpPr>
        <a:xfrm>
          <a:off x="0" y="0"/>
          <a:ext cx="0" cy="0"/>
          <a:chOff x="0" y="0"/>
          <a:chExt cx="0" cy="0"/>
        </a:xfrm>
      </p:grpSpPr>
      <p:sp>
        <p:nvSpPr>
          <p:cNvPr id="1003" name="Google Shape;1003;p38">
            <a:extLst>
              <a:ext uri="{FF2B5EF4-FFF2-40B4-BE49-F238E27FC236}">
                <a16:creationId xmlns:a16="http://schemas.microsoft.com/office/drawing/2014/main" id="{971EDCCD-08A8-2C99-DE5F-78CBEA795FC3}"/>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35</a:t>
            </a:fld>
            <a:endParaRPr b="1">
              <a:latin typeface="Open Sans"/>
              <a:ea typeface="Open Sans"/>
              <a:cs typeface="Open Sans"/>
              <a:sym typeface="Open Sans"/>
            </a:endParaRPr>
          </a:p>
        </p:txBody>
      </p:sp>
      <p:sp>
        <p:nvSpPr>
          <p:cNvPr id="3" name="Rectangle 2">
            <a:extLst>
              <a:ext uri="{FF2B5EF4-FFF2-40B4-BE49-F238E27FC236}">
                <a16:creationId xmlns:a16="http://schemas.microsoft.com/office/drawing/2014/main" id="{9BFC4850-B2FA-2AEB-1D1E-FDB062EDAF3D}"/>
              </a:ext>
            </a:extLst>
          </p:cNvPr>
          <p:cNvSpPr/>
          <p:nvPr/>
        </p:nvSpPr>
        <p:spPr>
          <a:xfrm>
            <a:off x="1468867" y="1287906"/>
            <a:ext cx="6534509" cy="2102688"/>
          </a:xfrm>
          <a:prstGeom prst="rect">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2" name="Google Shape;1002;p38">
            <a:extLst>
              <a:ext uri="{FF2B5EF4-FFF2-40B4-BE49-F238E27FC236}">
                <a16:creationId xmlns:a16="http://schemas.microsoft.com/office/drawing/2014/main" id="{AB9CC947-0AC3-2C43-C751-24F582E71D6B}"/>
              </a:ext>
            </a:extLst>
          </p:cNvPr>
          <p:cNvSpPr txBox="1">
            <a:spLocks noGrp="1"/>
          </p:cNvSpPr>
          <p:nvPr>
            <p:ph type="title"/>
          </p:nvPr>
        </p:nvSpPr>
        <p:spPr>
          <a:xfrm>
            <a:off x="1765955" y="1417490"/>
            <a:ext cx="5760427" cy="1014803"/>
          </a:xfrm>
          <a:prstGeom prst="rect">
            <a:avLst/>
          </a:prstGeom>
        </p:spPr>
        <p:txBody>
          <a:bodyPr spcFirstLastPara="1" wrap="square" lIns="91425" tIns="91425" rIns="91425" bIns="91425" anchor="t" anchorCtr="0">
            <a:noAutofit/>
          </a:bodyPr>
          <a:lstStyle/>
          <a:p>
            <a:pPr algn="ctr"/>
            <a:r>
              <a:rPr lang="en" sz="4800">
                <a:solidFill>
                  <a:schemeClr val="bg1"/>
                </a:solidFill>
                <a:latin typeface="Lexend"/>
              </a:rPr>
              <a:t>DATA PREPARATION</a:t>
            </a:r>
          </a:p>
        </p:txBody>
      </p:sp>
    </p:spTree>
    <p:extLst>
      <p:ext uri="{BB962C8B-B14F-4D97-AF65-F5344CB8AC3E}">
        <p14:creationId xmlns:p14="http://schemas.microsoft.com/office/powerpoint/2010/main" val="15175847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6FAB526B-94C1-EA9C-54FE-EF158CA8B270}"/>
              </a:ext>
            </a:extLst>
          </p:cNvPr>
          <p:cNvPicPr>
            <a:picLocks noChangeAspect="1"/>
          </p:cNvPicPr>
          <p:nvPr/>
        </p:nvPicPr>
        <p:blipFill>
          <a:blip r:embed="rId2"/>
          <a:stretch>
            <a:fillRect/>
          </a:stretch>
        </p:blipFill>
        <p:spPr>
          <a:xfrm>
            <a:off x="3744893" y="1286236"/>
            <a:ext cx="5133257" cy="2283214"/>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F88F20B7-81E6-F87D-C562-CCE5B68DC611}"/>
              </a:ext>
            </a:extLst>
          </p:cNvPr>
          <p:cNvPicPr>
            <a:picLocks noChangeAspect="1"/>
          </p:cNvPicPr>
          <p:nvPr/>
        </p:nvPicPr>
        <p:blipFill>
          <a:blip r:embed="rId3"/>
          <a:stretch>
            <a:fillRect/>
          </a:stretch>
        </p:blipFill>
        <p:spPr>
          <a:xfrm>
            <a:off x="170837" y="1146215"/>
            <a:ext cx="2861275" cy="2450262"/>
          </a:xfrm>
          <a:prstGeom prst="rect">
            <a:avLst/>
          </a:prstGeom>
        </p:spPr>
      </p:pic>
      <p:sp>
        <p:nvSpPr>
          <p:cNvPr id="6" name="TextBox 5">
            <a:extLst>
              <a:ext uri="{FF2B5EF4-FFF2-40B4-BE49-F238E27FC236}">
                <a16:creationId xmlns:a16="http://schemas.microsoft.com/office/drawing/2014/main" id="{55749431-FC64-AADE-4CB1-ADC4F3E317C0}"/>
              </a:ext>
            </a:extLst>
          </p:cNvPr>
          <p:cNvSpPr txBox="1"/>
          <p:nvPr/>
        </p:nvSpPr>
        <p:spPr>
          <a:xfrm>
            <a:off x="4886520" y="3675583"/>
            <a:ext cx="348974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Three new columns</a:t>
            </a:r>
            <a:r>
              <a:rPr lang="en-US" sz="1200"/>
              <a:t> were created to extract and separate the original </a:t>
            </a:r>
            <a:r>
              <a:rPr lang="en-US" sz="1200" err="1">
                <a:latin typeface="Consolas"/>
              </a:rPr>
              <a:t>OrderDate</a:t>
            </a:r>
            <a:r>
              <a:rPr lang="en-US" sz="1200"/>
              <a:t> column into individual components: </a:t>
            </a:r>
            <a:r>
              <a:rPr lang="en-US" sz="1200" b="1"/>
              <a:t>Day</a:t>
            </a:r>
            <a:r>
              <a:rPr lang="en-US" sz="1200"/>
              <a:t>, </a:t>
            </a:r>
            <a:r>
              <a:rPr lang="en-US" sz="1200" b="1"/>
              <a:t>Month</a:t>
            </a:r>
            <a:r>
              <a:rPr lang="en-US" sz="1200"/>
              <a:t>, and </a:t>
            </a:r>
            <a:r>
              <a:rPr lang="en-US" sz="1200" b="1"/>
              <a:t>Year</a:t>
            </a:r>
            <a:r>
              <a:rPr lang="en-US" sz="1200"/>
              <a:t>. </a:t>
            </a:r>
            <a:endParaRPr lang="en-US"/>
          </a:p>
        </p:txBody>
      </p:sp>
      <p:sp>
        <p:nvSpPr>
          <p:cNvPr id="12" name="TextBox 11">
            <a:extLst>
              <a:ext uri="{FF2B5EF4-FFF2-40B4-BE49-F238E27FC236}">
                <a16:creationId xmlns:a16="http://schemas.microsoft.com/office/drawing/2014/main" id="{89663B4B-A130-F5EC-50D3-940ECE79245F}"/>
              </a:ext>
            </a:extLst>
          </p:cNvPr>
          <p:cNvSpPr txBox="1"/>
          <p:nvPr/>
        </p:nvSpPr>
        <p:spPr>
          <a:xfrm>
            <a:off x="2757127" y="15821"/>
            <a:ext cx="2873374" cy="369332"/>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a:solidFill>
                  <a:schemeClr val="accent2"/>
                </a:solidFill>
                <a:latin typeface="Lexend"/>
              </a:rPr>
              <a:t>Q2. DATA CLEANSING </a:t>
            </a:r>
          </a:p>
        </p:txBody>
      </p:sp>
      <p:sp>
        <p:nvSpPr>
          <p:cNvPr id="13" name="TextBox 12">
            <a:extLst>
              <a:ext uri="{FF2B5EF4-FFF2-40B4-BE49-F238E27FC236}">
                <a16:creationId xmlns:a16="http://schemas.microsoft.com/office/drawing/2014/main" id="{9056EB94-3AFE-D7D8-D294-14DAD04F33EF}"/>
              </a:ext>
            </a:extLst>
          </p:cNvPr>
          <p:cNvSpPr txBox="1"/>
          <p:nvPr/>
        </p:nvSpPr>
        <p:spPr>
          <a:xfrm>
            <a:off x="171450" y="723900"/>
            <a:ext cx="1142999" cy="307777"/>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a:solidFill>
                  <a:schemeClr val="accent2"/>
                </a:solidFill>
                <a:latin typeface="Lexend"/>
              </a:rPr>
              <a:t>Location</a:t>
            </a:r>
          </a:p>
        </p:txBody>
      </p:sp>
      <p:sp>
        <p:nvSpPr>
          <p:cNvPr id="14" name="TextBox 13">
            <a:extLst>
              <a:ext uri="{FF2B5EF4-FFF2-40B4-BE49-F238E27FC236}">
                <a16:creationId xmlns:a16="http://schemas.microsoft.com/office/drawing/2014/main" id="{37F0C70F-0994-46B5-93DA-4C3CAE7BE64B}"/>
              </a:ext>
            </a:extLst>
          </p:cNvPr>
          <p:cNvSpPr txBox="1"/>
          <p:nvPr/>
        </p:nvSpPr>
        <p:spPr>
          <a:xfrm>
            <a:off x="3743325" y="723900"/>
            <a:ext cx="1295399" cy="307777"/>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accent2"/>
                </a:solidFill>
                <a:latin typeface="Lexend"/>
              </a:rPr>
              <a:t>Order Date</a:t>
            </a:r>
          </a:p>
        </p:txBody>
      </p:sp>
      <p:sp>
        <p:nvSpPr>
          <p:cNvPr id="16" name="Oval 15">
            <a:extLst>
              <a:ext uri="{FF2B5EF4-FFF2-40B4-BE49-F238E27FC236}">
                <a16:creationId xmlns:a16="http://schemas.microsoft.com/office/drawing/2014/main" id="{1D9A8855-C31D-9691-7178-F17A7C09306B}"/>
              </a:ext>
            </a:extLst>
          </p:cNvPr>
          <p:cNvSpPr/>
          <p:nvPr/>
        </p:nvSpPr>
        <p:spPr>
          <a:xfrm>
            <a:off x="1233206" y="1013693"/>
            <a:ext cx="1725385" cy="549167"/>
          </a:xfrm>
          <a:prstGeom prst="ellipse">
            <a:avLst/>
          </a:prstGeom>
          <a:no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F13FD197-6299-7AC0-40AB-8444C12BCB3E}"/>
              </a:ext>
            </a:extLst>
          </p:cNvPr>
          <p:cNvSpPr/>
          <p:nvPr/>
        </p:nvSpPr>
        <p:spPr>
          <a:xfrm>
            <a:off x="5748056" y="1151806"/>
            <a:ext cx="2287360" cy="406291"/>
          </a:xfrm>
          <a:prstGeom prst="ellipse">
            <a:avLst/>
          </a:prstGeom>
          <a:no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87AC9BA6-5D88-0C5F-9DE7-04752A55682E}"/>
              </a:ext>
            </a:extLst>
          </p:cNvPr>
          <p:cNvSpPr/>
          <p:nvPr/>
        </p:nvSpPr>
        <p:spPr>
          <a:xfrm>
            <a:off x="4324066" y="1147044"/>
            <a:ext cx="572862" cy="411053"/>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7964A86-58EC-7985-15AD-C09D23B31D6F}"/>
              </a:ext>
            </a:extLst>
          </p:cNvPr>
          <p:cNvSpPr txBox="1"/>
          <p:nvPr/>
        </p:nvSpPr>
        <p:spPr>
          <a:xfrm>
            <a:off x="171449" y="3781425"/>
            <a:ext cx="3357563"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t>The </a:t>
            </a:r>
            <a:r>
              <a:rPr lang="en-US" sz="1100" b="1"/>
              <a:t>City</a:t>
            </a:r>
            <a:r>
              <a:rPr lang="en-US" sz="1100"/>
              <a:t>, </a:t>
            </a:r>
            <a:r>
              <a:rPr lang="en-US" sz="1100" b="1"/>
              <a:t>State</a:t>
            </a:r>
            <a:r>
              <a:rPr lang="en-US" sz="1100"/>
              <a:t>, </a:t>
            </a:r>
            <a:r>
              <a:rPr lang="en-US" sz="1100" b="1"/>
              <a:t>Region</a:t>
            </a:r>
            <a:r>
              <a:rPr lang="en-US" sz="1100"/>
              <a:t>, and </a:t>
            </a:r>
            <a:r>
              <a:rPr lang="en-US" sz="1100" b="1"/>
              <a:t>Country</a:t>
            </a:r>
            <a:r>
              <a:rPr lang="en-US" sz="1100"/>
              <a:t> fields were organized in a hierarchical order, allowing all related entries (e.g., all records for Los Angeles, then all for Dallas, etc.) to be grouped together.</a:t>
            </a:r>
          </a:p>
        </p:txBody>
      </p:sp>
    </p:spTree>
    <p:extLst>
      <p:ext uri="{BB962C8B-B14F-4D97-AF65-F5344CB8AC3E}">
        <p14:creationId xmlns:p14="http://schemas.microsoft.com/office/powerpoint/2010/main" val="20233952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 screen&#10;&#10;AI-generated content may be incorrect.">
            <a:extLst>
              <a:ext uri="{FF2B5EF4-FFF2-40B4-BE49-F238E27FC236}">
                <a16:creationId xmlns:a16="http://schemas.microsoft.com/office/drawing/2014/main" id="{75D32A4E-C945-44EF-D262-B1F3C6011329}"/>
              </a:ext>
            </a:extLst>
          </p:cNvPr>
          <p:cNvPicPr>
            <a:picLocks noChangeAspect="1"/>
          </p:cNvPicPr>
          <p:nvPr/>
        </p:nvPicPr>
        <p:blipFill>
          <a:blip r:embed="rId2"/>
          <a:stretch>
            <a:fillRect/>
          </a:stretch>
        </p:blipFill>
        <p:spPr>
          <a:xfrm>
            <a:off x="4227124" y="1088456"/>
            <a:ext cx="1971675" cy="1223962"/>
          </a:xfrm>
          <a:prstGeom prst="rect">
            <a:avLst/>
          </a:prstGeom>
        </p:spPr>
      </p:pic>
      <p:pic>
        <p:nvPicPr>
          <p:cNvPr id="3" name="Picture 2" descr="A black and white screen with white text&#10;&#10;AI-generated content may be incorrect.">
            <a:extLst>
              <a:ext uri="{FF2B5EF4-FFF2-40B4-BE49-F238E27FC236}">
                <a16:creationId xmlns:a16="http://schemas.microsoft.com/office/drawing/2014/main" id="{BAFDA9BD-3632-CEDD-06CC-01DB5EC4AF46}"/>
              </a:ext>
            </a:extLst>
          </p:cNvPr>
          <p:cNvPicPr>
            <a:picLocks noChangeAspect="1"/>
          </p:cNvPicPr>
          <p:nvPr/>
        </p:nvPicPr>
        <p:blipFill>
          <a:blip r:embed="rId3"/>
          <a:stretch>
            <a:fillRect/>
          </a:stretch>
        </p:blipFill>
        <p:spPr>
          <a:xfrm>
            <a:off x="4229279" y="2438400"/>
            <a:ext cx="3762375" cy="495300"/>
          </a:xfrm>
          <a:prstGeom prst="rect">
            <a:avLst/>
          </a:prstGeom>
        </p:spPr>
      </p:pic>
      <p:pic>
        <p:nvPicPr>
          <p:cNvPr id="6" name="Picture 5" descr="A table with numbers and letters&#10;&#10;AI-generated content may be incorrect.">
            <a:extLst>
              <a:ext uri="{FF2B5EF4-FFF2-40B4-BE49-F238E27FC236}">
                <a16:creationId xmlns:a16="http://schemas.microsoft.com/office/drawing/2014/main" id="{33604780-9D7F-BB0C-7B74-A25D22A7A506}"/>
              </a:ext>
            </a:extLst>
          </p:cNvPr>
          <p:cNvPicPr>
            <a:picLocks noChangeAspect="1"/>
          </p:cNvPicPr>
          <p:nvPr/>
        </p:nvPicPr>
        <p:blipFill>
          <a:blip r:embed="rId4"/>
          <a:stretch>
            <a:fillRect/>
          </a:stretch>
        </p:blipFill>
        <p:spPr>
          <a:xfrm>
            <a:off x="312528" y="1012435"/>
            <a:ext cx="2716692" cy="2962905"/>
          </a:xfrm>
          <a:prstGeom prst="rect">
            <a:avLst/>
          </a:prstGeom>
        </p:spPr>
      </p:pic>
      <p:sp>
        <p:nvSpPr>
          <p:cNvPr id="10" name="TextBox 9">
            <a:extLst>
              <a:ext uri="{FF2B5EF4-FFF2-40B4-BE49-F238E27FC236}">
                <a16:creationId xmlns:a16="http://schemas.microsoft.com/office/drawing/2014/main" id="{003D9CE5-B02D-02C0-6ECC-D5A32456B4A7}"/>
              </a:ext>
            </a:extLst>
          </p:cNvPr>
          <p:cNvSpPr txBox="1"/>
          <p:nvPr/>
        </p:nvSpPr>
        <p:spPr>
          <a:xfrm>
            <a:off x="2757127" y="15821"/>
            <a:ext cx="2873374" cy="369332"/>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a:solidFill>
                  <a:schemeClr val="accent2"/>
                </a:solidFill>
                <a:latin typeface="Lexend"/>
              </a:rPr>
              <a:t>Q2. DATA CLEANSING </a:t>
            </a:r>
          </a:p>
        </p:txBody>
      </p:sp>
      <p:sp>
        <p:nvSpPr>
          <p:cNvPr id="12" name="TextBox 11">
            <a:extLst>
              <a:ext uri="{FF2B5EF4-FFF2-40B4-BE49-F238E27FC236}">
                <a16:creationId xmlns:a16="http://schemas.microsoft.com/office/drawing/2014/main" id="{D11D7F6F-6BFC-C405-ECE9-2196B8FB7190}"/>
              </a:ext>
            </a:extLst>
          </p:cNvPr>
          <p:cNvSpPr txBox="1"/>
          <p:nvPr/>
        </p:nvSpPr>
        <p:spPr>
          <a:xfrm>
            <a:off x="314325" y="619125"/>
            <a:ext cx="1695449" cy="307777"/>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accent2"/>
                </a:solidFill>
                <a:latin typeface="Lexend"/>
              </a:rPr>
              <a:t>Customer Name</a:t>
            </a:r>
          </a:p>
        </p:txBody>
      </p:sp>
      <p:sp>
        <p:nvSpPr>
          <p:cNvPr id="13" name="TextBox 12">
            <a:extLst>
              <a:ext uri="{FF2B5EF4-FFF2-40B4-BE49-F238E27FC236}">
                <a16:creationId xmlns:a16="http://schemas.microsoft.com/office/drawing/2014/main" id="{797C73BE-B874-1AB6-8DF6-01B43C225161}"/>
              </a:ext>
            </a:extLst>
          </p:cNvPr>
          <p:cNvSpPr txBox="1"/>
          <p:nvPr/>
        </p:nvSpPr>
        <p:spPr>
          <a:xfrm>
            <a:off x="314325" y="4071937"/>
            <a:ext cx="28575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The </a:t>
            </a:r>
            <a:r>
              <a:rPr lang="en-US" sz="1200" b="1"/>
              <a:t>First Name</a:t>
            </a:r>
            <a:r>
              <a:rPr lang="en-US" sz="1200"/>
              <a:t> and </a:t>
            </a:r>
            <a:r>
              <a:rPr lang="en-US" sz="1200" b="1"/>
              <a:t>Last Name</a:t>
            </a:r>
            <a:r>
              <a:rPr lang="en-US" sz="1200"/>
              <a:t> fields were sorted in alphabetical order.</a:t>
            </a:r>
          </a:p>
        </p:txBody>
      </p:sp>
      <p:sp>
        <p:nvSpPr>
          <p:cNvPr id="14" name="TextBox 13">
            <a:extLst>
              <a:ext uri="{FF2B5EF4-FFF2-40B4-BE49-F238E27FC236}">
                <a16:creationId xmlns:a16="http://schemas.microsoft.com/office/drawing/2014/main" id="{F4CADE69-D68F-ADFA-5686-B1ACC458743F}"/>
              </a:ext>
            </a:extLst>
          </p:cNvPr>
          <p:cNvSpPr txBox="1"/>
          <p:nvPr/>
        </p:nvSpPr>
        <p:spPr>
          <a:xfrm>
            <a:off x="4229100" y="647700"/>
            <a:ext cx="1190624" cy="307777"/>
          </a:xfrm>
          <a:prstGeom prst="rect">
            <a:avLst/>
          </a:prstGeom>
          <a:solidFill>
            <a:schemeClr val="accent1">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accent2"/>
                </a:solidFill>
                <a:latin typeface="Lexend"/>
              </a:rPr>
              <a:t>Measures</a:t>
            </a:r>
          </a:p>
        </p:txBody>
      </p:sp>
      <p:sp>
        <p:nvSpPr>
          <p:cNvPr id="15" name="TextBox 14">
            <a:extLst>
              <a:ext uri="{FF2B5EF4-FFF2-40B4-BE49-F238E27FC236}">
                <a16:creationId xmlns:a16="http://schemas.microsoft.com/office/drawing/2014/main" id="{9492F065-92A4-5CBA-44DB-54E0F00D583F}"/>
              </a:ext>
            </a:extLst>
          </p:cNvPr>
          <p:cNvSpPr txBox="1"/>
          <p:nvPr/>
        </p:nvSpPr>
        <p:spPr>
          <a:xfrm>
            <a:off x="4114800" y="3195638"/>
            <a:ext cx="4905375" cy="14465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t>Several new DAX measures were created to enhance data analysis capabilities:</a:t>
            </a:r>
          </a:p>
          <a:p>
            <a:pPr marL="228600" indent="-228600">
              <a:buFont typeface=""/>
              <a:buChar char="•"/>
            </a:pPr>
            <a:r>
              <a:rPr lang="en-US" sz="1100" b="1"/>
              <a:t>Total Sales</a:t>
            </a:r>
            <a:r>
              <a:rPr lang="en-US" sz="1100"/>
              <a:t> – Calculates the total revenue generated from all orders.</a:t>
            </a:r>
          </a:p>
          <a:p>
            <a:pPr marL="228600" indent="-228600">
              <a:buFont typeface=""/>
              <a:buChar char="•"/>
            </a:pPr>
            <a:r>
              <a:rPr lang="en-US" sz="1100" b="1"/>
              <a:t>Total Quantity</a:t>
            </a:r>
            <a:r>
              <a:rPr lang="en-US" sz="1100"/>
              <a:t> – Sums the total quantity of items sold.</a:t>
            </a:r>
          </a:p>
          <a:p>
            <a:pPr marL="228600" indent="-228600">
              <a:buFont typeface=""/>
              <a:buChar char="•"/>
            </a:pPr>
            <a:r>
              <a:rPr lang="en-US" sz="1100" b="1"/>
              <a:t>Average Sales per Order</a:t>
            </a:r>
            <a:r>
              <a:rPr lang="en-US" sz="1100"/>
              <a:t> – Computes the average revenue per individual order.</a:t>
            </a:r>
          </a:p>
          <a:p>
            <a:pPr marL="228600" indent="-228600">
              <a:buFont typeface=""/>
              <a:buChar char="•"/>
            </a:pPr>
            <a:r>
              <a:rPr lang="en-US" sz="1100" b="1"/>
              <a:t>Customer Count</a:t>
            </a:r>
            <a:r>
              <a:rPr lang="en-US" sz="1100"/>
              <a:t> – Counts the number of unique customers.</a:t>
            </a:r>
          </a:p>
          <a:p>
            <a:pPr marL="228600" indent="-228600">
              <a:buFont typeface=""/>
              <a:buChar char="•"/>
            </a:pPr>
            <a:r>
              <a:rPr lang="en-US" sz="1100" b="1"/>
              <a:t>Max Sales</a:t>
            </a:r>
            <a:r>
              <a:rPr lang="en-US" sz="1100"/>
              <a:t> – Identifies the highest sales value from a single order.</a:t>
            </a:r>
          </a:p>
        </p:txBody>
      </p:sp>
    </p:spTree>
    <p:extLst>
      <p:ext uri="{BB962C8B-B14F-4D97-AF65-F5344CB8AC3E}">
        <p14:creationId xmlns:p14="http://schemas.microsoft.com/office/powerpoint/2010/main" val="4284493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001">
          <a:extLst>
            <a:ext uri="{FF2B5EF4-FFF2-40B4-BE49-F238E27FC236}">
              <a16:creationId xmlns:a16="http://schemas.microsoft.com/office/drawing/2014/main" id="{5F0318DA-328D-661E-9A24-9DDAB77E79EC}"/>
            </a:ext>
          </a:extLst>
        </p:cNvPr>
        <p:cNvGrpSpPr/>
        <p:nvPr/>
      </p:nvGrpSpPr>
      <p:grpSpPr>
        <a:xfrm>
          <a:off x="0" y="0"/>
          <a:ext cx="0" cy="0"/>
          <a:chOff x="0" y="0"/>
          <a:chExt cx="0" cy="0"/>
        </a:xfrm>
      </p:grpSpPr>
      <p:sp>
        <p:nvSpPr>
          <p:cNvPr id="1003" name="Google Shape;1003;p38">
            <a:extLst>
              <a:ext uri="{FF2B5EF4-FFF2-40B4-BE49-F238E27FC236}">
                <a16:creationId xmlns:a16="http://schemas.microsoft.com/office/drawing/2014/main" id="{655C9FB3-09C5-234F-B98A-A3C25D08A7EE}"/>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38</a:t>
            </a:fld>
            <a:endParaRPr b="1">
              <a:latin typeface="Open Sans"/>
              <a:ea typeface="Open Sans"/>
              <a:cs typeface="Open Sans"/>
              <a:sym typeface="Open Sans"/>
            </a:endParaRPr>
          </a:p>
        </p:txBody>
      </p:sp>
      <p:sp>
        <p:nvSpPr>
          <p:cNvPr id="3" name="Rectangle 2">
            <a:extLst>
              <a:ext uri="{FF2B5EF4-FFF2-40B4-BE49-F238E27FC236}">
                <a16:creationId xmlns:a16="http://schemas.microsoft.com/office/drawing/2014/main" id="{6F5916B1-2FB5-6212-5605-89CCF3AF21E3}"/>
              </a:ext>
            </a:extLst>
          </p:cNvPr>
          <p:cNvSpPr/>
          <p:nvPr/>
        </p:nvSpPr>
        <p:spPr>
          <a:xfrm>
            <a:off x="1377619" y="1379154"/>
            <a:ext cx="6534509" cy="2102688"/>
          </a:xfrm>
          <a:prstGeom prst="rect">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2" name="Google Shape;1002;p38">
            <a:extLst>
              <a:ext uri="{FF2B5EF4-FFF2-40B4-BE49-F238E27FC236}">
                <a16:creationId xmlns:a16="http://schemas.microsoft.com/office/drawing/2014/main" id="{EE53348C-6C73-BA21-CAAC-5E39E3BB5F21}"/>
              </a:ext>
            </a:extLst>
          </p:cNvPr>
          <p:cNvSpPr txBox="1">
            <a:spLocks noGrp="1"/>
          </p:cNvSpPr>
          <p:nvPr>
            <p:ph type="title"/>
          </p:nvPr>
        </p:nvSpPr>
        <p:spPr>
          <a:xfrm>
            <a:off x="1765955" y="1417490"/>
            <a:ext cx="5760427" cy="1014803"/>
          </a:xfrm>
          <a:prstGeom prst="rect">
            <a:avLst/>
          </a:prstGeom>
        </p:spPr>
        <p:txBody>
          <a:bodyPr spcFirstLastPara="1" wrap="square" lIns="91425" tIns="91425" rIns="91425" bIns="91425" anchor="t" anchorCtr="0">
            <a:noAutofit/>
          </a:bodyPr>
          <a:lstStyle/>
          <a:p>
            <a:r>
              <a:rPr lang="en" sz="4000">
                <a:solidFill>
                  <a:schemeClr val="bg1"/>
                </a:solidFill>
                <a:latin typeface="Lexend"/>
              </a:rPr>
              <a:t>PREDICTIVE ANALYSIS </a:t>
            </a:r>
            <a:br>
              <a:rPr lang="en" sz="4000">
                <a:solidFill>
                  <a:schemeClr val="bg1"/>
                </a:solidFill>
                <a:latin typeface="Lexend"/>
              </a:rPr>
            </a:br>
            <a:r>
              <a:rPr lang="en" sz="4000">
                <a:solidFill>
                  <a:schemeClr val="bg1"/>
                </a:solidFill>
                <a:latin typeface="Lexend"/>
              </a:rPr>
              <a:t>AND MODELING</a:t>
            </a:r>
          </a:p>
        </p:txBody>
      </p:sp>
    </p:spTree>
    <p:extLst>
      <p:ext uri="{BB962C8B-B14F-4D97-AF65-F5344CB8AC3E}">
        <p14:creationId xmlns:p14="http://schemas.microsoft.com/office/powerpoint/2010/main" val="32799534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Picture 3" descr="A screenshot of a spreadsheet&#10;&#10;AI-generated content may be incorrect.">
            <a:extLst>
              <a:ext uri="{FF2B5EF4-FFF2-40B4-BE49-F238E27FC236}">
                <a16:creationId xmlns:a16="http://schemas.microsoft.com/office/drawing/2014/main" id="{1C80F01E-811C-C3C3-DCAD-B590F97AB2C8}"/>
              </a:ext>
            </a:extLst>
          </p:cNvPr>
          <p:cNvPicPr>
            <a:picLocks noChangeAspect="1"/>
          </p:cNvPicPr>
          <p:nvPr/>
        </p:nvPicPr>
        <p:blipFill>
          <a:blip r:embed="rId2"/>
          <a:stretch>
            <a:fillRect/>
          </a:stretch>
        </p:blipFill>
        <p:spPr>
          <a:xfrm>
            <a:off x="3135127" y="764482"/>
            <a:ext cx="5902570" cy="3297911"/>
          </a:xfrm>
          <a:prstGeom prst="rect">
            <a:avLst/>
          </a:prstGeom>
          <a:noFill/>
          <a:ln>
            <a:noFill/>
          </a:ln>
        </p:spPr>
      </p:pic>
      <p:sp>
        <p:nvSpPr>
          <p:cNvPr id="8" name="TextBox 7">
            <a:extLst>
              <a:ext uri="{FF2B5EF4-FFF2-40B4-BE49-F238E27FC236}">
                <a16:creationId xmlns:a16="http://schemas.microsoft.com/office/drawing/2014/main" id="{D2BF2FF7-E290-0F02-8AA6-9E13C768E661}"/>
              </a:ext>
            </a:extLst>
          </p:cNvPr>
          <p:cNvSpPr txBox="1"/>
          <p:nvPr/>
        </p:nvSpPr>
        <p:spPr>
          <a:xfrm>
            <a:off x="104774" y="1490662"/>
            <a:ext cx="2676525" cy="1661993"/>
          </a:xfrm>
          <a:prstGeom prst="rect">
            <a:avLst/>
          </a:prstGeom>
          <a:solidFill>
            <a:schemeClr val="accent2">
              <a:lumMod val="20000"/>
              <a:lumOff val="80000"/>
            </a:schemeClr>
          </a:solid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800" b="1">
                <a:solidFill>
                  <a:schemeClr val="accent2"/>
                </a:solidFill>
                <a:latin typeface="Lexend"/>
              </a:rPr>
              <a:t>Pivot Table</a:t>
            </a:r>
            <a:endParaRPr lang="en-US"/>
          </a:p>
          <a:p>
            <a:r>
              <a:rPr lang="en-US" sz="1200">
                <a:solidFill>
                  <a:schemeClr val="tx1"/>
                </a:solidFill>
                <a:latin typeface="Lexend"/>
              </a:rPr>
              <a:t>Pivot Table was built to summarize and analyze total sales data by </a:t>
            </a:r>
            <a:r>
              <a:rPr lang="en-US" sz="1200" b="1">
                <a:solidFill>
                  <a:schemeClr val="tx1"/>
                </a:solidFill>
                <a:latin typeface="Lexend"/>
              </a:rPr>
              <a:t>segment, year, and region,</a:t>
            </a:r>
            <a:r>
              <a:rPr lang="en-US" sz="1200">
                <a:solidFill>
                  <a:schemeClr val="tx1"/>
                </a:solidFill>
                <a:latin typeface="Lexend"/>
              </a:rPr>
              <a:t> making it easier to understand performance patterns and support data-driven decisions quickly and efficiently.</a:t>
            </a:r>
          </a:p>
        </p:txBody>
      </p:sp>
    </p:spTree>
    <p:extLst>
      <p:ext uri="{BB962C8B-B14F-4D97-AF65-F5344CB8AC3E}">
        <p14:creationId xmlns:p14="http://schemas.microsoft.com/office/powerpoint/2010/main" val="38408252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DE0DF84-382E-8F09-5A03-7EDBA65362F0}"/>
              </a:ext>
            </a:extLst>
          </p:cNvPr>
          <p:cNvPicPr>
            <a:picLocks noGrp="1" noChangeAspect="1"/>
          </p:cNvPicPr>
          <p:nvPr>
            <p:ph idx="1"/>
          </p:nvPr>
        </p:nvPicPr>
        <p:blipFill>
          <a:blip r:embed="rId2"/>
          <a:srcRect r="7542" b="6497"/>
          <a:stretch>
            <a:fillRect/>
          </a:stretch>
        </p:blipFill>
        <p:spPr>
          <a:xfrm>
            <a:off x="1589370" y="581000"/>
            <a:ext cx="6170211" cy="4332616"/>
          </a:xfrm>
          <a:prstGeom prst="rect">
            <a:avLst/>
          </a:prstGeom>
          <a:noFill/>
          <a:ln>
            <a:noFill/>
          </a:ln>
        </p:spPr>
      </p:pic>
      <p:sp>
        <p:nvSpPr>
          <p:cNvPr id="6" name="TextBox 5">
            <a:extLst>
              <a:ext uri="{FF2B5EF4-FFF2-40B4-BE49-F238E27FC236}">
                <a16:creationId xmlns:a16="http://schemas.microsoft.com/office/drawing/2014/main" id="{7D8CA43A-A504-1EE4-EF97-9FDBC83D7733}"/>
              </a:ext>
            </a:extLst>
          </p:cNvPr>
          <p:cNvSpPr txBox="1"/>
          <p:nvPr/>
        </p:nvSpPr>
        <p:spPr>
          <a:xfrm>
            <a:off x="3067049" y="95250"/>
            <a:ext cx="3014662" cy="369332"/>
          </a:xfrm>
          <a:prstGeom prst="rect">
            <a:avLst/>
          </a:prstGeom>
          <a:solidFill>
            <a:schemeClr val="accent2">
              <a:lumMod val="20000"/>
              <a:lumOff val="80000"/>
            </a:schemeClr>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1">
                <a:solidFill>
                  <a:schemeClr val="accent2"/>
                </a:solidFill>
                <a:latin typeface="Roboto"/>
              </a:rPr>
              <a:t>Visualization: Question 2</a:t>
            </a:r>
          </a:p>
        </p:txBody>
      </p:sp>
    </p:spTree>
    <p:extLst>
      <p:ext uri="{BB962C8B-B14F-4D97-AF65-F5344CB8AC3E}">
        <p14:creationId xmlns:p14="http://schemas.microsoft.com/office/powerpoint/2010/main" val="42291439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001">
          <a:extLst>
            <a:ext uri="{FF2B5EF4-FFF2-40B4-BE49-F238E27FC236}">
              <a16:creationId xmlns:a16="http://schemas.microsoft.com/office/drawing/2014/main" id="{BD4B3B86-ABAC-FA11-7555-5241A4B0F9EE}"/>
            </a:ext>
          </a:extLst>
        </p:cNvPr>
        <p:cNvGrpSpPr/>
        <p:nvPr/>
      </p:nvGrpSpPr>
      <p:grpSpPr>
        <a:xfrm>
          <a:off x="0" y="0"/>
          <a:ext cx="0" cy="0"/>
          <a:chOff x="0" y="0"/>
          <a:chExt cx="0" cy="0"/>
        </a:xfrm>
      </p:grpSpPr>
      <p:sp>
        <p:nvSpPr>
          <p:cNvPr id="1003" name="Google Shape;1003;p38">
            <a:extLst>
              <a:ext uri="{FF2B5EF4-FFF2-40B4-BE49-F238E27FC236}">
                <a16:creationId xmlns:a16="http://schemas.microsoft.com/office/drawing/2014/main" id="{0CADC6C2-FA85-5C79-C4C3-C652F0B227E7}"/>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fld id="{00000000-1234-1234-1234-123412341234}" type="slidenum">
              <a:rPr lang="en" b="1">
                <a:latin typeface="Open Sans"/>
                <a:ea typeface="Open Sans"/>
                <a:cs typeface="Open Sans"/>
                <a:sym typeface="Open Sans"/>
              </a:rPr>
              <a:t>41</a:t>
            </a:fld>
            <a:endParaRPr b="1">
              <a:latin typeface="Open Sans"/>
              <a:ea typeface="Open Sans"/>
              <a:cs typeface="Open Sans"/>
              <a:sym typeface="Open Sans"/>
            </a:endParaRPr>
          </a:p>
        </p:txBody>
      </p:sp>
      <p:sp>
        <p:nvSpPr>
          <p:cNvPr id="3" name="Rectangle 2">
            <a:extLst>
              <a:ext uri="{FF2B5EF4-FFF2-40B4-BE49-F238E27FC236}">
                <a16:creationId xmlns:a16="http://schemas.microsoft.com/office/drawing/2014/main" id="{7C40EF63-1EC3-7262-CE20-4998A12B1F82}"/>
              </a:ext>
            </a:extLst>
          </p:cNvPr>
          <p:cNvSpPr/>
          <p:nvPr/>
        </p:nvSpPr>
        <p:spPr>
          <a:xfrm>
            <a:off x="1377619" y="1379154"/>
            <a:ext cx="6534509" cy="2102688"/>
          </a:xfrm>
          <a:prstGeom prst="rect">
            <a:avLst/>
          </a:prstGeom>
          <a:solidFill>
            <a:schemeClr val="accent2"/>
          </a:solidFill>
          <a:ln>
            <a:solidFill>
              <a:schemeClr val="accent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2" name="Google Shape;1002;p38">
            <a:extLst>
              <a:ext uri="{FF2B5EF4-FFF2-40B4-BE49-F238E27FC236}">
                <a16:creationId xmlns:a16="http://schemas.microsoft.com/office/drawing/2014/main" id="{EFF4752C-A6AE-7619-5BB5-9EFE5AC6E719}"/>
              </a:ext>
            </a:extLst>
          </p:cNvPr>
          <p:cNvSpPr txBox="1">
            <a:spLocks noGrp="1"/>
          </p:cNvSpPr>
          <p:nvPr>
            <p:ph type="title"/>
          </p:nvPr>
        </p:nvSpPr>
        <p:spPr>
          <a:xfrm>
            <a:off x="1765955" y="2065829"/>
            <a:ext cx="5760427" cy="1014803"/>
          </a:xfrm>
          <a:prstGeom prst="rect">
            <a:avLst/>
          </a:prstGeom>
        </p:spPr>
        <p:txBody>
          <a:bodyPr spcFirstLastPara="1" wrap="square" lIns="91425" tIns="91425" rIns="91425" bIns="91425" anchor="t" anchorCtr="0">
            <a:noAutofit/>
          </a:bodyPr>
          <a:lstStyle/>
          <a:p>
            <a:r>
              <a:rPr lang="en" sz="4000">
                <a:solidFill>
                  <a:schemeClr val="bg1"/>
                </a:solidFill>
                <a:latin typeface="Lexend"/>
              </a:rPr>
              <a:t>EVALUATION</a:t>
            </a:r>
            <a:br>
              <a:rPr lang="en" sz="4000">
                <a:latin typeface="Lexend"/>
              </a:rPr>
            </a:br>
            <a:endParaRPr lang="en" sz="4000">
              <a:solidFill>
                <a:schemeClr val="bg1"/>
              </a:solidFill>
              <a:latin typeface="Lexend"/>
            </a:endParaRPr>
          </a:p>
        </p:txBody>
      </p:sp>
    </p:spTree>
    <p:extLst>
      <p:ext uri="{BB962C8B-B14F-4D97-AF65-F5344CB8AC3E}">
        <p14:creationId xmlns:p14="http://schemas.microsoft.com/office/powerpoint/2010/main" val="200773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22">
          <a:extLst>
            <a:ext uri="{FF2B5EF4-FFF2-40B4-BE49-F238E27FC236}">
              <a16:creationId xmlns:a16="http://schemas.microsoft.com/office/drawing/2014/main" id="{92F3FF1E-6346-FDFA-97E8-6BABB554768B}"/>
            </a:ext>
          </a:extLst>
        </p:cNvPr>
        <p:cNvGrpSpPr/>
        <p:nvPr/>
      </p:nvGrpSpPr>
      <p:grpSpPr>
        <a:xfrm>
          <a:off x="0" y="0"/>
          <a:ext cx="0" cy="0"/>
          <a:chOff x="0" y="0"/>
          <a:chExt cx="0" cy="0"/>
        </a:xfrm>
      </p:grpSpPr>
      <p:grpSp>
        <p:nvGrpSpPr>
          <p:cNvPr id="727" name="Google Shape;727;p42">
            <a:extLst>
              <a:ext uri="{FF2B5EF4-FFF2-40B4-BE49-F238E27FC236}">
                <a16:creationId xmlns:a16="http://schemas.microsoft.com/office/drawing/2014/main" id="{384F97B7-8CCA-C224-4D6F-700729B2C7FF}"/>
              </a:ext>
            </a:extLst>
          </p:cNvPr>
          <p:cNvGrpSpPr/>
          <p:nvPr/>
        </p:nvGrpSpPr>
        <p:grpSpPr>
          <a:xfrm rot="254121">
            <a:off x="704777" y="2612769"/>
            <a:ext cx="1152516" cy="870439"/>
            <a:chOff x="5177150" y="1453425"/>
            <a:chExt cx="712875" cy="538400"/>
          </a:xfrm>
        </p:grpSpPr>
        <p:sp>
          <p:nvSpPr>
            <p:cNvPr id="728" name="Google Shape;728;p42">
              <a:extLst>
                <a:ext uri="{FF2B5EF4-FFF2-40B4-BE49-F238E27FC236}">
                  <a16:creationId xmlns:a16="http://schemas.microsoft.com/office/drawing/2014/main" id="{1614FC3B-7EF3-4136-40F4-8ECBF27CC12A}"/>
                </a:ext>
              </a:extLst>
            </p:cNvPr>
            <p:cNvSpPr/>
            <p:nvPr/>
          </p:nvSpPr>
          <p:spPr>
            <a:xfrm>
              <a:off x="5650750" y="1465175"/>
              <a:ext cx="239275" cy="526650"/>
            </a:xfrm>
            <a:custGeom>
              <a:avLst/>
              <a:gdLst/>
              <a:ahLst/>
              <a:cxnLst/>
              <a:rect l="l" t="t" r="r" b="b"/>
              <a:pathLst>
                <a:path w="9571" h="21066" extrusionOk="0">
                  <a:moveTo>
                    <a:pt x="4750" y="0"/>
                  </a:moveTo>
                  <a:cubicBezTo>
                    <a:pt x="4446" y="0"/>
                    <a:pt x="4143" y="39"/>
                    <a:pt x="3850" y="123"/>
                  </a:cubicBezTo>
                  <a:cubicBezTo>
                    <a:pt x="1716" y="738"/>
                    <a:pt x="865" y="3278"/>
                    <a:pt x="577" y="5478"/>
                  </a:cubicBezTo>
                  <a:cubicBezTo>
                    <a:pt x="105" y="9012"/>
                    <a:pt x="616" y="12508"/>
                    <a:pt x="131" y="16017"/>
                  </a:cubicBezTo>
                  <a:cubicBezTo>
                    <a:pt x="66" y="16383"/>
                    <a:pt x="40" y="16750"/>
                    <a:pt x="27" y="17130"/>
                  </a:cubicBezTo>
                  <a:cubicBezTo>
                    <a:pt x="0" y="18177"/>
                    <a:pt x="197" y="19224"/>
                    <a:pt x="891" y="19971"/>
                  </a:cubicBezTo>
                  <a:cubicBezTo>
                    <a:pt x="1467" y="20599"/>
                    <a:pt x="2318" y="20926"/>
                    <a:pt x="3156" y="21018"/>
                  </a:cubicBezTo>
                  <a:cubicBezTo>
                    <a:pt x="3424" y="21050"/>
                    <a:pt x="3676" y="21065"/>
                    <a:pt x="3912" y="21065"/>
                  </a:cubicBezTo>
                  <a:cubicBezTo>
                    <a:pt x="6397" y="21065"/>
                    <a:pt x="7117" y="19347"/>
                    <a:pt x="7607" y="16907"/>
                  </a:cubicBezTo>
                  <a:cubicBezTo>
                    <a:pt x="8026" y="14812"/>
                    <a:pt x="8445" y="12718"/>
                    <a:pt x="8864" y="10610"/>
                  </a:cubicBezTo>
                  <a:cubicBezTo>
                    <a:pt x="9217" y="8868"/>
                    <a:pt x="9571" y="7088"/>
                    <a:pt x="9401" y="5307"/>
                  </a:cubicBezTo>
                  <a:cubicBezTo>
                    <a:pt x="9230" y="3527"/>
                    <a:pt x="8471" y="1733"/>
                    <a:pt x="6992" y="712"/>
                  </a:cubicBezTo>
                  <a:cubicBezTo>
                    <a:pt x="6339" y="267"/>
                    <a:pt x="5542" y="0"/>
                    <a:pt x="47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42">
              <a:extLst>
                <a:ext uri="{FF2B5EF4-FFF2-40B4-BE49-F238E27FC236}">
                  <a16:creationId xmlns:a16="http://schemas.microsoft.com/office/drawing/2014/main" id="{DC0E5B08-3DEF-460E-CA55-98C17BF47000}"/>
                </a:ext>
              </a:extLst>
            </p:cNvPr>
            <p:cNvSpPr/>
            <p:nvPr/>
          </p:nvSpPr>
          <p:spPr>
            <a:xfrm>
              <a:off x="5745000" y="1490175"/>
              <a:ext cx="14100" cy="42575"/>
            </a:xfrm>
            <a:custGeom>
              <a:avLst/>
              <a:gdLst/>
              <a:ahLst/>
              <a:cxnLst/>
              <a:rect l="l" t="t" r="r" b="b"/>
              <a:pathLst>
                <a:path w="564" h="1703" extrusionOk="0">
                  <a:moveTo>
                    <a:pt x="407" y="0"/>
                  </a:moveTo>
                  <a:lnTo>
                    <a:pt x="1" y="39"/>
                  </a:lnTo>
                  <a:cubicBezTo>
                    <a:pt x="27" y="367"/>
                    <a:pt x="66" y="602"/>
                    <a:pt x="80" y="812"/>
                  </a:cubicBezTo>
                  <a:cubicBezTo>
                    <a:pt x="132" y="1113"/>
                    <a:pt x="145" y="1401"/>
                    <a:pt x="145" y="1702"/>
                  </a:cubicBezTo>
                  <a:lnTo>
                    <a:pt x="564" y="1702"/>
                  </a:lnTo>
                  <a:cubicBezTo>
                    <a:pt x="564" y="1388"/>
                    <a:pt x="538" y="1074"/>
                    <a:pt x="499" y="759"/>
                  </a:cubicBezTo>
                  <a:cubicBezTo>
                    <a:pt x="472" y="563"/>
                    <a:pt x="446" y="327"/>
                    <a:pt x="4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42">
              <a:extLst>
                <a:ext uri="{FF2B5EF4-FFF2-40B4-BE49-F238E27FC236}">
                  <a16:creationId xmlns:a16="http://schemas.microsoft.com/office/drawing/2014/main" id="{69FAB374-739F-D0A6-2144-3BD63FA78125}"/>
                </a:ext>
              </a:extLst>
            </p:cNvPr>
            <p:cNvSpPr/>
            <p:nvPr/>
          </p:nvSpPr>
          <p:spPr>
            <a:xfrm>
              <a:off x="5659250" y="1524850"/>
              <a:ext cx="207225" cy="230775"/>
            </a:xfrm>
            <a:custGeom>
              <a:avLst/>
              <a:gdLst/>
              <a:ahLst/>
              <a:cxnLst/>
              <a:rect l="l" t="t" r="r" b="b"/>
              <a:pathLst>
                <a:path w="8289" h="9231" extrusionOk="0">
                  <a:moveTo>
                    <a:pt x="3876" y="1"/>
                  </a:moveTo>
                  <a:lnTo>
                    <a:pt x="3745" y="132"/>
                  </a:lnTo>
                  <a:cubicBezTo>
                    <a:pt x="315" y="3326"/>
                    <a:pt x="1" y="7005"/>
                    <a:pt x="302" y="8498"/>
                  </a:cubicBezTo>
                  <a:lnTo>
                    <a:pt x="708" y="8419"/>
                  </a:lnTo>
                  <a:cubicBezTo>
                    <a:pt x="420" y="7018"/>
                    <a:pt x="721" y="3614"/>
                    <a:pt x="3889" y="564"/>
                  </a:cubicBezTo>
                  <a:cubicBezTo>
                    <a:pt x="5212" y="1847"/>
                    <a:pt x="6756" y="3693"/>
                    <a:pt x="7319" y="5081"/>
                  </a:cubicBezTo>
                  <a:cubicBezTo>
                    <a:pt x="7529" y="5539"/>
                    <a:pt x="7673" y="6036"/>
                    <a:pt x="7751" y="6534"/>
                  </a:cubicBezTo>
                  <a:cubicBezTo>
                    <a:pt x="7869" y="7411"/>
                    <a:pt x="7699" y="8301"/>
                    <a:pt x="7529" y="9152"/>
                  </a:cubicBezTo>
                  <a:lnTo>
                    <a:pt x="7935" y="9231"/>
                  </a:lnTo>
                  <a:cubicBezTo>
                    <a:pt x="8092" y="8393"/>
                    <a:pt x="8288" y="7424"/>
                    <a:pt x="8144" y="6481"/>
                  </a:cubicBezTo>
                  <a:cubicBezTo>
                    <a:pt x="8066" y="5945"/>
                    <a:pt x="7909" y="5421"/>
                    <a:pt x="7699" y="4923"/>
                  </a:cubicBezTo>
                  <a:cubicBezTo>
                    <a:pt x="7044" y="3339"/>
                    <a:pt x="5303" y="1349"/>
                    <a:pt x="4020" y="132"/>
                  </a:cubicBezTo>
                  <a:lnTo>
                    <a:pt x="387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42">
              <a:extLst>
                <a:ext uri="{FF2B5EF4-FFF2-40B4-BE49-F238E27FC236}">
                  <a16:creationId xmlns:a16="http://schemas.microsoft.com/office/drawing/2014/main" id="{D414A632-52BA-930D-D921-2037ECA7EB66}"/>
                </a:ext>
              </a:extLst>
            </p:cNvPr>
            <p:cNvSpPr/>
            <p:nvPr/>
          </p:nvSpPr>
          <p:spPr>
            <a:xfrm>
              <a:off x="5424250" y="1453425"/>
              <a:ext cx="230125" cy="526225"/>
            </a:xfrm>
            <a:custGeom>
              <a:avLst/>
              <a:gdLst/>
              <a:ahLst/>
              <a:cxnLst/>
              <a:rect l="l" t="t" r="r" b="b"/>
              <a:pathLst>
                <a:path w="9205" h="21049" extrusionOk="0">
                  <a:moveTo>
                    <a:pt x="5317" y="0"/>
                  </a:moveTo>
                  <a:cubicBezTo>
                    <a:pt x="4724" y="0"/>
                    <a:pt x="4124" y="137"/>
                    <a:pt x="3588" y="383"/>
                  </a:cubicBezTo>
                  <a:cubicBezTo>
                    <a:pt x="1964" y="1130"/>
                    <a:pt x="917" y="2792"/>
                    <a:pt x="459" y="4507"/>
                  </a:cubicBezTo>
                  <a:cubicBezTo>
                    <a:pt x="1" y="6236"/>
                    <a:pt x="40" y="8055"/>
                    <a:pt x="105" y="9836"/>
                  </a:cubicBezTo>
                  <a:cubicBezTo>
                    <a:pt x="171" y="11970"/>
                    <a:pt x="236" y="14104"/>
                    <a:pt x="302" y="16251"/>
                  </a:cubicBezTo>
                  <a:cubicBezTo>
                    <a:pt x="380" y="18974"/>
                    <a:pt x="878" y="20886"/>
                    <a:pt x="4007" y="21043"/>
                  </a:cubicBezTo>
                  <a:cubicBezTo>
                    <a:pt x="4083" y="21046"/>
                    <a:pt x="4160" y="21048"/>
                    <a:pt x="4236" y="21048"/>
                  </a:cubicBezTo>
                  <a:cubicBezTo>
                    <a:pt x="5005" y="21048"/>
                    <a:pt x="5797" y="20864"/>
                    <a:pt x="6416" y="20388"/>
                  </a:cubicBezTo>
                  <a:cubicBezTo>
                    <a:pt x="7214" y="19760"/>
                    <a:pt x="7581" y="18752"/>
                    <a:pt x="7725" y="17717"/>
                  </a:cubicBezTo>
                  <a:cubicBezTo>
                    <a:pt x="7777" y="17351"/>
                    <a:pt x="7804" y="16984"/>
                    <a:pt x="7817" y="16605"/>
                  </a:cubicBezTo>
                  <a:cubicBezTo>
                    <a:pt x="7908" y="13070"/>
                    <a:pt x="8995" y="9705"/>
                    <a:pt x="9126" y="6144"/>
                  </a:cubicBezTo>
                  <a:cubicBezTo>
                    <a:pt x="9204" y="3931"/>
                    <a:pt x="8786" y="1287"/>
                    <a:pt x="6782" y="318"/>
                  </a:cubicBezTo>
                  <a:cubicBezTo>
                    <a:pt x="6329" y="100"/>
                    <a:pt x="5826" y="0"/>
                    <a:pt x="53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42">
              <a:extLst>
                <a:ext uri="{FF2B5EF4-FFF2-40B4-BE49-F238E27FC236}">
                  <a16:creationId xmlns:a16="http://schemas.microsoft.com/office/drawing/2014/main" id="{E780F810-FA9C-D8CE-49D4-66F2051BBF50}"/>
                </a:ext>
              </a:extLst>
            </p:cNvPr>
            <p:cNvSpPr/>
            <p:nvPr/>
          </p:nvSpPr>
          <p:spPr>
            <a:xfrm>
              <a:off x="5571225" y="1481650"/>
              <a:ext cx="20625" cy="42900"/>
            </a:xfrm>
            <a:custGeom>
              <a:avLst/>
              <a:gdLst/>
              <a:ahLst/>
              <a:cxnLst/>
              <a:rect l="l" t="t" r="r" b="b"/>
              <a:pathLst>
                <a:path w="825" h="1716" extrusionOk="0">
                  <a:moveTo>
                    <a:pt x="419" y="1"/>
                  </a:moveTo>
                  <a:cubicBezTo>
                    <a:pt x="340" y="302"/>
                    <a:pt x="275" y="537"/>
                    <a:pt x="210" y="734"/>
                  </a:cubicBezTo>
                  <a:cubicBezTo>
                    <a:pt x="118" y="1035"/>
                    <a:pt x="52" y="1336"/>
                    <a:pt x="0" y="1650"/>
                  </a:cubicBezTo>
                  <a:lnTo>
                    <a:pt x="406" y="1716"/>
                  </a:lnTo>
                  <a:cubicBezTo>
                    <a:pt x="445" y="1415"/>
                    <a:pt x="524" y="1127"/>
                    <a:pt x="615" y="852"/>
                  </a:cubicBezTo>
                  <a:cubicBezTo>
                    <a:pt x="668" y="655"/>
                    <a:pt x="746" y="420"/>
                    <a:pt x="825" y="105"/>
                  </a:cubicBezTo>
                  <a:lnTo>
                    <a:pt x="41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42">
              <a:extLst>
                <a:ext uri="{FF2B5EF4-FFF2-40B4-BE49-F238E27FC236}">
                  <a16:creationId xmlns:a16="http://schemas.microsoft.com/office/drawing/2014/main" id="{B6DE233D-F99D-1C26-6007-AC68F3703632}"/>
                </a:ext>
              </a:extLst>
            </p:cNvPr>
            <p:cNvSpPr/>
            <p:nvPr/>
          </p:nvSpPr>
          <p:spPr>
            <a:xfrm>
              <a:off x="5435700" y="1516025"/>
              <a:ext cx="213425" cy="224225"/>
            </a:xfrm>
            <a:custGeom>
              <a:avLst/>
              <a:gdLst/>
              <a:ahLst/>
              <a:cxnLst/>
              <a:rect l="l" t="t" r="r" b="b"/>
              <a:pathLst>
                <a:path w="8537" h="8969" extrusionOk="0">
                  <a:moveTo>
                    <a:pt x="5578" y="0"/>
                  </a:moveTo>
                  <a:lnTo>
                    <a:pt x="5408" y="105"/>
                  </a:lnTo>
                  <a:cubicBezTo>
                    <a:pt x="3942" y="1087"/>
                    <a:pt x="1899" y="2763"/>
                    <a:pt x="996" y="4216"/>
                  </a:cubicBezTo>
                  <a:cubicBezTo>
                    <a:pt x="695" y="4674"/>
                    <a:pt x="459" y="5159"/>
                    <a:pt x="289" y="5682"/>
                  </a:cubicBezTo>
                  <a:cubicBezTo>
                    <a:pt x="1" y="6586"/>
                    <a:pt x="27" y="7568"/>
                    <a:pt x="53" y="8419"/>
                  </a:cubicBezTo>
                  <a:lnTo>
                    <a:pt x="459" y="8419"/>
                  </a:lnTo>
                  <a:cubicBezTo>
                    <a:pt x="433" y="7541"/>
                    <a:pt x="420" y="6638"/>
                    <a:pt x="682" y="5800"/>
                  </a:cubicBezTo>
                  <a:cubicBezTo>
                    <a:pt x="839" y="5316"/>
                    <a:pt x="1061" y="4858"/>
                    <a:pt x="1336" y="4425"/>
                  </a:cubicBezTo>
                  <a:cubicBezTo>
                    <a:pt x="2135" y="3156"/>
                    <a:pt x="3955" y="1598"/>
                    <a:pt x="5473" y="550"/>
                  </a:cubicBezTo>
                  <a:cubicBezTo>
                    <a:pt x="8092" y="4072"/>
                    <a:pt x="7830" y="7489"/>
                    <a:pt x="7306" y="8811"/>
                  </a:cubicBezTo>
                  <a:lnTo>
                    <a:pt x="7686" y="8968"/>
                  </a:lnTo>
                  <a:cubicBezTo>
                    <a:pt x="8249" y="7541"/>
                    <a:pt x="8537" y="3863"/>
                    <a:pt x="5696" y="157"/>
                  </a:cubicBezTo>
                  <a:lnTo>
                    <a:pt x="55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42">
              <a:extLst>
                <a:ext uri="{FF2B5EF4-FFF2-40B4-BE49-F238E27FC236}">
                  <a16:creationId xmlns:a16="http://schemas.microsoft.com/office/drawing/2014/main" id="{E4132394-C914-D58B-F0C3-661098D64459}"/>
                </a:ext>
              </a:extLst>
            </p:cNvPr>
            <p:cNvSpPr/>
            <p:nvPr/>
          </p:nvSpPr>
          <p:spPr>
            <a:xfrm>
              <a:off x="5510000" y="1700400"/>
              <a:ext cx="171875" cy="114150"/>
            </a:xfrm>
            <a:custGeom>
              <a:avLst/>
              <a:gdLst/>
              <a:ahLst/>
              <a:cxnLst/>
              <a:rect l="l" t="t" r="r" b="b"/>
              <a:pathLst>
                <a:path w="6875" h="4566" extrusionOk="0">
                  <a:moveTo>
                    <a:pt x="5787" y="196"/>
                  </a:moveTo>
                  <a:cubicBezTo>
                    <a:pt x="5887" y="196"/>
                    <a:pt x="5988" y="208"/>
                    <a:pt x="6089" y="232"/>
                  </a:cubicBezTo>
                  <a:cubicBezTo>
                    <a:pt x="6285" y="258"/>
                    <a:pt x="6468" y="376"/>
                    <a:pt x="6573" y="546"/>
                  </a:cubicBezTo>
                  <a:cubicBezTo>
                    <a:pt x="6652" y="729"/>
                    <a:pt x="6599" y="978"/>
                    <a:pt x="6403" y="1292"/>
                  </a:cubicBezTo>
                  <a:cubicBezTo>
                    <a:pt x="5382" y="2968"/>
                    <a:pt x="2645" y="4356"/>
                    <a:pt x="511" y="4356"/>
                  </a:cubicBezTo>
                  <a:lnTo>
                    <a:pt x="498" y="4356"/>
                  </a:lnTo>
                  <a:lnTo>
                    <a:pt x="4439" y="873"/>
                  </a:lnTo>
                  <a:cubicBezTo>
                    <a:pt x="4688" y="638"/>
                    <a:pt x="4963" y="441"/>
                    <a:pt x="5277" y="297"/>
                  </a:cubicBezTo>
                  <a:cubicBezTo>
                    <a:pt x="5443" y="231"/>
                    <a:pt x="5614" y="196"/>
                    <a:pt x="5787" y="196"/>
                  </a:cubicBezTo>
                  <a:close/>
                  <a:moveTo>
                    <a:pt x="5801" y="0"/>
                  </a:moveTo>
                  <a:cubicBezTo>
                    <a:pt x="5596" y="0"/>
                    <a:pt x="5392" y="38"/>
                    <a:pt x="5198" y="114"/>
                  </a:cubicBezTo>
                  <a:cubicBezTo>
                    <a:pt x="4871" y="258"/>
                    <a:pt x="4570" y="468"/>
                    <a:pt x="4308" y="729"/>
                  </a:cubicBezTo>
                  <a:lnTo>
                    <a:pt x="210" y="4356"/>
                  </a:lnTo>
                  <a:cubicBezTo>
                    <a:pt x="145" y="4356"/>
                    <a:pt x="79" y="4343"/>
                    <a:pt x="27" y="4343"/>
                  </a:cubicBezTo>
                  <a:lnTo>
                    <a:pt x="1" y="4539"/>
                  </a:lnTo>
                  <a:cubicBezTo>
                    <a:pt x="92" y="4552"/>
                    <a:pt x="184" y="4565"/>
                    <a:pt x="276" y="4565"/>
                  </a:cubicBezTo>
                  <a:lnTo>
                    <a:pt x="498" y="4565"/>
                  </a:lnTo>
                  <a:cubicBezTo>
                    <a:pt x="2685" y="4565"/>
                    <a:pt x="5513" y="3125"/>
                    <a:pt x="6586" y="1397"/>
                  </a:cubicBezTo>
                  <a:cubicBezTo>
                    <a:pt x="6822" y="1031"/>
                    <a:pt x="6874" y="716"/>
                    <a:pt x="6756" y="468"/>
                  </a:cubicBezTo>
                  <a:cubicBezTo>
                    <a:pt x="6625" y="245"/>
                    <a:pt x="6403" y="88"/>
                    <a:pt x="6141" y="36"/>
                  </a:cubicBezTo>
                  <a:cubicBezTo>
                    <a:pt x="6029" y="12"/>
                    <a:pt x="5915" y="0"/>
                    <a:pt x="58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42">
              <a:extLst>
                <a:ext uri="{FF2B5EF4-FFF2-40B4-BE49-F238E27FC236}">
                  <a16:creationId xmlns:a16="http://schemas.microsoft.com/office/drawing/2014/main" id="{B4FEF174-981E-A07E-7CBD-3C6082E1DA6D}"/>
                </a:ext>
              </a:extLst>
            </p:cNvPr>
            <p:cNvSpPr/>
            <p:nvPr/>
          </p:nvSpPr>
          <p:spPr>
            <a:xfrm>
              <a:off x="5177150" y="1728775"/>
              <a:ext cx="341075" cy="165950"/>
            </a:xfrm>
            <a:custGeom>
              <a:avLst/>
              <a:gdLst/>
              <a:ahLst/>
              <a:cxnLst/>
              <a:rect l="l" t="t" r="r" b="b"/>
              <a:pathLst>
                <a:path w="13643" h="6638" extrusionOk="0">
                  <a:moveTo>
                    <a:pt x="0" y="0"/>
                  </a:moveTo>
                  <a:lnTo>
                    <a:pt x="0" y="6638"/>
                  </a:lnTo>
                  <a:lnTo>
                    <a:pt x="10945" y="6638"/>
                  </a:lnTo>
                  <a:lnTo>
                    <a:pt x="13642" y="3326"/>
                  </a:lnTo>
                  <a:lnTo>
                    <a:pt x="1094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42">
              <a:extLst>
                <a:ext uri="{FF2B5EF4-FFF2-40B4-BE49-F238E27FC236}">
                  <a16:creationId xmlns:a16="http://schemas.microsoft.com/office/drawing/2014/main" id="{F1FDB6E8-3548-0CF3-776D-E5F901D6258A}"/>
                </a:ext>
              </a:extLst>
            </p:cNvPr>
            <p:cNvSpPr/>
            <p:nvPr/>
          </p:nvSpPr>
          <p:spPr>
            <a:xfrm>
              <a:off x="5254050" y="1779175"/>
              <a:ext cx="33750" cy="71050"/>
            </a:xfrm>
            <a:custGeom>
              <a:avLst/>
              <a:gdLst/>
              <a:ahLst/>
              <a:cxnLst/>
              <a:rect l="l" t="t" r="r" b="b"/>
              <a:pathLst>
                <a:path w="1350" h="2842" extrusionOk="0">
                  <a:moveTo>
                    <a:pt x="577" y="511"/>
                  </a:moveTo>
                  <a:lnTo>
                    <a:pt x="577" y="1231"/>
                  </a:lnTo>
                  <a:cubicBezTo>
                    <a:pt x="393" y="1218"/>
                    <a:pt x="276" y="1048"/>
                    <a:pt x="289" y="878"/>
                  </a:cubicBezTo>
                  <a:cubicBezTo>
                    <a:pt x="289" y="786"/>
                    <a:pt x="315" y="707"/>
                    <a:pt x="354" y="629"/>
                  </a:cubicBezTo>
                  <a:cubicBezTo>
                    <a:pt x="407" y="563"/>
                    <a:pt x="485" y="511"/>
                    <a:pt x="577" y="511"/>
                  </a:cubicBezTo>
                  <a:close/>
                  <a:moveTo>
                    <a:pt x="773" y="1532"/>
                  </a:moveTo>
                  <a:cubicBezTo>
                    <a:pt x="865" y="1545"/>
                    <a:pt x="956" y="1585"/>
                    <a:pt x="1022" y="1663"/>
                  </a:cubicBezTo>
                  <a:cubicBezTo>
                    <a:pt x="1074" y="1729"/>
                    <a:pt x="1100" y="1820"/>
                    <a:pt x="1100" y="1912"/>
                  </a:cubicBezTo>
                  <a:cubicBezTo>
                    <a:pt x="1100" y="2017"/>
                    <a:pt x="1074" y="2108"/>
                    <a:pt x="1022" y="2187"/>
                  </a:cubicBezTo>
                  <a:cubicBezTo>
                    <a:pt x="956" y="2252"/>
                    <a:pt x="865" y="2292"/>
                    <a:pt x="773" y="2305"/>
                  </a:cubicBezTo>
                  <a:lnTo>
                    <a:pt x="773" y="1532"/>
                  </a:lnTo>
                  <a:close/>
                  <a:moveTo>
                    <a:pt x="577" y="0"/>
                  </a:moveTo>
                  <a:lnTo>
                    <a:pt x="577" y="288"/>
                  </a:lnTo>
                  <a:cubicBezTo>
                    <a:pt x="420" y="302"/>
                    <a:pt x="289" y="367"/>
                    <a:pt x="184" y="485"/>
                  </a:cubicBezTo>
                  <a:cubicBezTo>
                    <a:pt x="92" y="603"/>
                    <a:pt x="40" y="747"/>
                    <a:pt x="40" y="904"/>
                  </a:cubicBezTo>
                  <a:cubicBezTo>
                    <a:pt x="40" y="1048"/>
                    <a:pt x="79" y="1192"/>
                    <a:pt x="171" y="1297"/>
                  </a:cubicBezTo>
                  <a:cubicBezTo>
                    <a:pt x="276" y="1401"/>
                    <a:pt x="407" y="1467"/>
                    <a:pt x="551" y="1493"/>
                  </a:cubicBezTo>
                  <a:lnTo>
                    <a:pt x="577" y="1493"/>
                  </a:lnTo>
                  <a:lnTo>
                    <a:pt x="577" y="2305"/>
                  </a:lnTo>
                  <a:cubicBezTo>
                    <a:pt x="485" y="2292"/>
                    <a:pt x="407" y="2252"/>
                    <a:pt x="354" y="2174"/>
                  </a:cubicBezTo>
                  <a:cubicBezTo>
                    <a:pt x="289" y="2095"/>
                    <a:pt x="249" y="1990"/>
                    <a:pt x="249" y="1886"/>
                  </a:cubicBezTo>
                  <a:lnTo>
                    <a:pt x="1" y="1886"/>
                  </a:lnTo>
                  <a:cubicBezTo>
                    <a:pt x="1" y="2056"/>
                    <a:pt x="66" y="2213"/>
                    <a:pt x="171" y="2344"/>
                  </a:cubicBezTo>
                  <a:cubicBezTo>
                    <a:pt x="276" y="2449"/>
                    <a:pt x="420" y="2527"/>
                    <a:pt x="577" y="2527"/>
                  </a:cubicBezTo>
                  <a:lnTo>
                    <a:pt x="577" y="2841"/>
                  </a:lnTo>
                  <a:lnTo>
                    <a:pt x="773" y="2841"/>
                  </a:lnTo>
                  <a:lnTo>
                    <a:pt x="773" y="2527"/>
                  </a:lnTo>
                  <a:cubicBezTo>
                    <a:pt x="930" y="2514"/>
                    <a:pt x="1087" y="2449"/>
                    <a:pt x="1192" y="2344"/>
                  </a:cubicBezTo>
                  <a:cubicBezTo>
                    <a:pt x="1297" y="2213"/>
                    <a:pt x="1349" y="2056"/>
                    <a:pt x="1349" y="1899"/>
                  </a:cubicBezTo>
                  <a:cubicBezTo>
                    <a:pt x="1349" y="1755"/>
                    <a:pt x="1310" y="1611"/>
                    <a:pt x="1218" y="1493"/>
                  </a:cubicBezTo>
                  <a:cubicBezTo>
                    <a:pt x="1114" y="1388"/>
                    <a:pt x="983" y="1323"/>
                    <a:pt x="839" y="1297"/>
                  </a:cubicBezTo>
                  <a:lnTo>
                    <a:pt x="773" y="1297"/>
                  </a:lnTo>
                  <a:lnTo>
                    <a:pt x="773" y="511"/>
                  </a:lnTo>
                  <a:cubicBezTo>
                    <a:pt x="956" y="550"/>
                    <a:pt x="1048" y="681"/>
                    <a:pt x="1061" y="904"/>
                  </a:cubicBezTo>
                  <a:lnTo>
                    <a:pt x="1310" y="904"/>
                  </a:lnTo>
                  <a:cubicBezTo>
                    <a:pt x="1310" y="747"/>
                    <a:pt x="1258" y="590"/>
                    <a:pt x="1153" y="472"/>
                  </a:cubicBezTo>
                  <a:cubicBezTo>
                    <a:pt x="1048" y="367"/>
                    <a:pt x="917" y="302"/>
                    <a:pt x="773" y="288"/>
                  </a:cubicBezTo>
                  <a:lnTo>
                    <a:pt x="7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42">
              <a:extLst>
                <a:ext uri="{FF2B5EF4-FFF2-40B4-BE49-F238E27FC236}">
                  <a16:creationId xmlns:a16="http://schemas.microsoft.com/office/drawing/2014/main" id="{A6B8FFC1-EB55-6F21-B544-46008DE7DD8A}"/>
                </a:ext>
              </a:extLst>
            </p:cNvPr>
            <p:cNvSpPr/>
            <p:nvPr/>
          </p:nvSpPr>
          <p:spPr>
            <a:xfrm>
              <a:off x="5294975" y="1779175"/>
              <a:ext cx="33725" cy="71050"/>
            </a:xfrm>
            <a:custGeom>
              <a:avLst/>
              <a:gdLst/>
              <a:ahLst/>
              <a:cxnLst/>
              <a:rect l="l" t="t" r="r" b="b"/>
              <a:pathLst>
                <a:path w="1349" h="2842" extrusionOk="0">
                  <a:moveTo>
                    <a:pt x="563" y="511"/>
                  </a:moveTo>
                  <a:lnTo>
                    <a:pt x="563" y="1231"/>
                  </a:lnTo>
                  <a:cubicBezTo>
                    <a:pt x="380" y="1218"/>
                    <a:pt x="262" y="1048"/>
                    <a:pt x="275" y="878"/>
                  </a:cubicBezTo>
                  <a:cubicBezTo>
                    <a:pt x="275" y="786"/>
                    <a:pt x="301" y="694"/>
                    <a:pt x="354" y="629"/>
                  </a:cubicBezTo>
                  <a:cubicBezTo>
                    <a:pt x="406" y="563"/>
                    <a:pt x="472" y="511"/>
                    <a:pt x="563" y="511"/>
                  </a:cubicBezTo>
                  <a:close/>
                  <a:moveTo>
                    <a:pt x="773" y="1532"/>
                  </a:moveTo>
                  <a:cubicBezTo>
                    <a:pt x="864" y="1545"/>
                    <a:pt x="943" y="1585"/>
                    <a:pt x="1008" y="1663"/>
                  </a:cubicBezTo>
                  <a:cubicBezTo>
                    <a:pt x="1061" y="1729"/>
                    <a:pt x="1100" y="1820"/>
                    <a:pt x="1087" y="1912"/>
                  </a:cubicBezTo>
                  <a:cubicBezTo>
                    <a:pt x="1087" y="2017"/>
                    <a:pt x="1061" y="2108"/>
                    <a:pt x="1008" y="2187"/>
                  </a:cubicBezTo>
                  <a:cubicBezTo>
                    <a:pt x="943" y="2252"/>
                    <a:pt x="864" y="2305"/>
                    <a:pt x="773" y="2305"/>
                  </a:cubicBezTo>
                  <a:lnTo>
                    <a:pt x="773" y="1532"/>
                  </a:lnTo>
                  <a:close/>
                  <a:moveTo>
                    <a:pt x="563" y="0"/>
                  </a:moveTo>
                  <a:lnTo>
                    <a:pt x="563" y="288"/>
                  </a:lnTo>
                  <a:cubicBezTo>
                    <a:pt x="419" y="302"/>
                    <a:pt x="275" y="367"/>
                    <a:pt x="184" y="485"/>
                  </a:cubicBezTo>
                  <a:cubicBezTo>
                    <a:pt x="79" y="603"/>
                    <a:pt x="26" y="747"/>
                    <a:pt x="26" y="904"/>
                  </a:cubicBezTo>
                  <a:cubicBezTo>
                    <a:pt x="26" y="1048"/>
                    <a:pt x="66" y="1192"/>
                    <a:pt x="157" y="1297"/>
                  </a:cubicBezTo>
                  <a:cubicBezTo>
                    <a:pt x="262" y="1401"/>
                    <a:pt x="393" y="1467"/>
                    <a:pt x="537" y="1493"/>
                  </a:cubicBezTo>
                  <a:lnTo>
                    <a:pt x="563" y="1493"/>
                  </a:lnTo>
                  <a:lnTo>
                    <a:pt x="563" y="2305"/>
                  </a:lnTo>
                  <a:cubicBezTo>
                    <a:pt x="472" y="2292"/>
                    <a:pt x="393" y="2252"/>
                    <a:pt x="341" y="2174"/>
                  </a:cubicBezTo>
                  <a:cubicBezTo>
                    <a:pt x="275" y="2095"/>
                    <a:pt x="249" y="1990"/>
                    <a:pt x="236" y="1886"/>
                  </a:cubicBezTo>
                  <a:lnTo>
                    <a:pt x="0" y="1886"/>
                  </a:lnTo>
                  <a:cubicBezTo>
                    <a:pt x="0" y="2056"/>
                    <a:pt x="53" y="2213"/>
                    <a:pt x="157" y="2344"/>
                  </a:cubicBezTo>
                  <a:cubicBezTo>
                    <a:pt x="262" y="2449"/>
                    <a:pt x="406" y="2527"/>
                    <a:pt x="563" y="2527"/>
                  </a:cubicBezTo>
                  <a:lnTo>
                    <a:pt x="563" y="2841"/>
                  </a:lnTo>
                  <a:lnTo>
                    <a:pt x="773" y="2841"/>
                  </a:lnTo>
                  <a:lnTo>
                    <a:pt x="773" y="2527"/>
                  </a:lnTo>
                  <a:cubicBezTo>
                    <a:pt x="930" y="2514"/>
                    <a:pt x="1074" y="2449"/>
                    <a:pt x="1192" y="2344"/>
                  </a:cubicBezTo>
                  <a:cubicBezTo>
                    <a:pt x="1296" y="2226"/>
                    <a:pt x="1349" y="2069"/>
                    <a:pt x="1336" y="1899"/>
                  </a:cubicBezTo>
                  <a:cubicBezTo>
                    <a:pt x="1349" y="1755"/>
                    <a:pt x="1296" y="1611"/>
                    <a:pt x="1205" y="1493"/>
                  </a:cubicBezTo>
                  <a:cubicBezTo>
                    <a:pt x="1100" y="1388"/>
                    <a:pt x="969" y="1323"/>
                    <a:pt x="825" y="1297"/>
                  </a:cubicBezTo>
                  <a:lnTo>
                    <a:pt x="773" y="1297"/>
                  </a:lnTo>
                  <a:lnTo>
                    <a:pt x="773" y="511"/>
                  </a:lnTo>
                  <a:cubicBezTo>
                    <a:pt x="943" y="550"/>
                    <a:pt x="1048" y="681"/>
                    <a:pt x="1061" y="904"/>
                  </a:cubicBezTo>
                  <a:lnTo>
                    <a:pt x="1309" y="904"/>
                  </a:lnTo>
                  <a:cubicBezTo>
                    <a:pt x="1296" y="747"/>
                    <a:pt x="1244" y="590"/>
                    <a:pt x="1139" y="472"/>
                  </a:cubicBezTo>
                  <a:cubicBezTo>
                    <a:pt x="1048" y="367"/>
                    <a:pt x="917" y="302"/>
                    <a:pt x="773" y="288"/>
                  </a:cubicBezTo>
                  <a:lnTo>
                    <a:pt x="7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8" name="Google Shape;738;p42">
            <a:extLst>
              <a:ext uri="{FF2B5EF4-FFF2-40B4-BE49-F238E27FC236}">
                <a16:creationId xmlns:a16="http://schemas.microsoft.com/office/drawing/2014/main" id="{2DB852CC-BC5A-1463-C607-4F7BE850E428}"/>
              </a:ext>
            </a:extLst>
          </p:cNvPr>
          <p:cNvGrpSpPr/>
          <p:nvPr/>
        </p:nvGrpSpPr>
        <p:grpSpPr>
          <a:xfrm>
            <a:off x="7926312" y="3853158"/>
            <a:ext cx="479276" cy="463063"/>
            <a:chOff x="6085197" y="1608975"/>
            <a:chExt cx="296453" cy="286425"/>
          </a:xfrm>
        </p:grpSpPr>
        <p:sp>
          <p:nvSpPr>
            <p:cNvPr id="739" name="Google Shape;739;p42">
              <a:extLst>
                <a:ext uri="{FF2B5EF4-FFF2-40B4-BE49-F238E27FC236}">
                  <a16:creationId xmlns:a16="http://schemas.microsoft.com/office/drawing/2014/main" id="{D8BD3D08-E640-14CC-54D6-648C5C5A868B}"/>
                </a:ext>
              </a:extLst>
            </p:cNvPr>
            <p:cNvSpPr/>
            <p:nvPr/>
          </p:nvSpPr>
          <p:spPr>
            <a:xfrm>
              <a:off x="6227450" y="1611925"/>
              <a:ext cx="154200" cy="280850"/>
            </a:xfrm>
            <a:custGeom>
              <a:avLst/>
              <a:gdLst/>
              <a:ahLst/>
              <a:cxnLst/>
              <a:rect l="l" t="t" r="r" b="b"/>
              <a:pathLst>
                <a:path w="6168" h="11234" extrusionOk="0">
                  <a:moveTo>
                    <a:pt x="2515" y="0"/>
                  </a:moveTo>
                  <a:lnTo>
                    <a:pt x="2515" y="956"/>
                  </a:lnTo>
                  <a:cubicBezTo>
                    <a:pt x="1114" y="1126"/>
                    <a:pt x="223" y="2003"/>
                    <a:pt x="223" y="3273"/>
                  </a:cubicBezTo>
                  <a:cubicBezTo>
                    <a:pt x="223" y="4622"/>
                    <a:pt x="1088" y="5303"/>
                    <a:pt x="2999" y="5853"/>
                  </a:cubicBezTo>
                  <a:cubicBezTo>
                    <a:pt x="4544" y="6271"/>
                    <a:pt x="4989" y="6861"/>
                    <a:pt x="4989" y="7699"/>
                  </a:cubicBezTo>
                  <a:cubicBezTo>
                    <a:pt x="4989" y="8641"/>
                    <a:pt x="4334" y="9178"/>
                    <a:pt x="3156" y="9178"/>
                  </a:cubicBezTo>
                  <a:cubicBezTo>
                    <a:pt x="2096" y="9178"/>
                    <a:pt x="1415" y="8667"/>
                    <a:pt x="1192" y="7633"/>
                  </a:cubicBezTo>
                  <a:lnTo>
                    <a:pt x="1" y="7633"/>
                  </a:lnTo>
                  <a:cubicBezTo>
                    <a:pt x="158" y="8929"/>
                    <a:pt x="1009" y="9885"/>
                    <a:pt x="2567" y="10055"/>
                  </a:cubicBezTo>
                  <a:lnTo>
                    <a:pt x="2567" y="11233"/>
                  </a:lnTo>
                  <a:lnTo>
                    <a:pt x="3601" y="11233"/>
                  </a:lnTo>
                  <a:lnTo>
                    <a:pt x="3601" y="10068"/>
                  </a:lnTo>
                  <a:cubicBezTo>
                    <a:pt x="5185" y="9911"/>
                    <a:pt x="6167" y="8995"/>
                    <a:pt x="6167" y="7581"/>
                  </a:cubicBezTo>
                  <a:cubicBezTo>
                    <a:pt x="6167" y="6298"/>
                    <a:pt x="5539" y="5394"/>
                    <a:pt x="3339" y="4740"/>
                  </a:cubicBezTo>
                  <a:cubicBezTo>
                    <a:pt x="1899" y="4321"/>
                    <a:pt x="1415" y="4007"/>
                    <a:pt x="1415" y="3169"/>
                  </a:cubicBezTo>
                  <a:cubicBezTo>
                    <a:pt x="1415" y="2501"/>
                    <a:pt x="1808" y="1859"/>
                    <a:pt x="2973" y="1859"/>
                  </a:cubicBezTo>
                  <a:cubicBezTo>
                    <a:pt x="4243" y="1859"/>
                    <a:pt x="4609" y="2527"/>
                    <a:pt x="4727" y="3103"/>
                  </a:cubicBezTo>
                  <a:lnTo>
                    <a:pt x="5945" y="3103"/>
                  </a:lnTo>
                  <a:cubicBezTo>
                    <a:pt x="5827" y="2226"/>
                    <a:pt x="5303" y="1152"/>
                    <a:pt x="3549" y="969"/>
                  </a:cubicBezTo>
                  <a:lnTo>
                    <a:pt x="354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42">
              <a:extLst>
                <a:ext uri="{FF2B5EF4-FFF2-40B4-BE49-F238E27FC236}">
                  <a16:creationId xmlns:a16="http://schemas.microsoft.com/office/drawing/2014/main" id="{FF9C7B0D-E3B1-28D2-1682-44754642C9D9}"/>
                </a:ext>
              </a:extLst>
            </p:cNvPr>
            <p:cNvSpPr/>
            <p:nvPr/>
          </p:nvSpPr>
          <p:spPr>
            <a:xfrm>
              <a:off x="6152500" y="1611925"/>
              <a:ext cx="153875" cy="280850"/>
            </a:xfrm>
            <a:custGeom>
              <a:avLst/>
              <a:gdLst/>
              <a:ahLst/>
              <a:cxnLst/>
              <a:rect l="l" t="t" r="r" b="b"/>
              <a:pathLst>
                <a:path w="6155" h="11234" extrusionOk="0">
                  <a:moveTo>
                    <a:pt x="2501" y="0"/>
                  </a:moveTo>
                  <a:lnTo>
                    <a:pt x="2501" y="956"/>
                  </a:lnTo>
                  <a:cubicBezTo>
                    <a:pt x="1101" y="1126"/>
                    <a:pt x="210" y="2003"/>
                    <a:pt x="210" y="3273"/>
                  </a:cubicBezTo>
                  <a:cubicBezTo>
                    <a:pt x="210" y="4622"/>
                    <a:pt x="1074" y="5303"/>
                    <a:pt x="2986" y="5853"/>
                  </a:cubicBezTo>
                  <a:cubicBezTo>
                    <a:pt x="4531" y="6271"/>
                    <a:pt x="4976" y="6861"/>
                    <a:pt x="4976" y="7699"/>
                  </a:cubicBezTo>
                  <a:cubicBezTo>
                    <a:pt x="4976" y="8641"/>
                    <a:pt x="4321" y="9178"/>
                    <a:pt x="3143" y="9178"/>
                  </a:cubicBezTo>
                  <a:cubicBezTo>
                    <a:pt x="2082" y="9178"/>
                    <a:pt x="1389" y="8667"/>
                    <a:pt x="1179" y="7633"/>
                  </a:cubicBezTo>
                  <a:lnTo>
                    <a:pt x="1" y="7633"/>
                  </a:lnTo>
                  <a:cubicBezTo>
                    <a:pt x="158" y="8929"/>
                    <a:pt x="996" y="9885"/>
                    <a:pt x="2567" y="10055"/>
                  </a:cubicBezTo>
                  <a:lnTo>
                    <a:pt x="2567" y="11233"/>
                  </a:lnTo>
                  <a:lnTo>
                    <a:pt x="3601" y="11233"/>
                  </a:lnTo>
                  <a:lnTo>
                    <a:pt x="3601" y="10068"/>
                  </a:lnTo>
                  <a:cubicBezTo>
                    <a:pt x="5172" y="9911"/>
                    <a:pt x="6154" y="8995"/>
                    <a:pt x="6154" y="7581"/>
                  </a:cubicBezTo>
                  <a:cubicBezTo>
                    <a:pt x="6154" y="6298"/>
                    <a:pt x="5526" y="5394"/>
                    <a:pt x="3326" y="4740"/>
                  </a:cubicBezTo>
                  <a:cubicBezTo>
                    <a:pt x="1873" y="4321"/>
                    <a:pt x="1389" y="4007"/>
                    <a:pt x="1389" y="3169"/>
                  </a:cubicBezTo>
                  <a:cubicBezTo>
                    <a:pt x="1389" y="2501"/>
                    <a:pt x="1794" y="1859"/>
                    <a:pt x="2947" y="1859"/>
                  </a:cubicBezTo>
                  <a:cubicBezTo>
                    <a:pt x="4230" y="1859"/>
                    <a:pt x="4583" y="2527"/>
                    <a:pt x="4714" y="3103"/>
                  </a:cubicBezTo>
                  <a:lnTo>
                    <a:pt x="5918" y="3103"/>
                  </a:lnTo>
                  <a:cubicBezTo>
                    <a:pt x="5814" y="2226"/>
                    <a:pt x="5290" y="1152"/>
                    <a:pt x="3523" y="969"/>
                  </a:cubicBezTo>
                  <a:lnTo>
                    <a:pt x="352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42">
              <a:extLst>
                <a:ext uri="{FF2B5EF4-FFF2-40B4-BE49-F238E27FC236}">
                  <a16:creationId xmlns:a16="http://schemas.microsoft.com/office/drawing/2014/main" id="{D4AA5329-8DEB-4FEB-CEBB-723D614A7207}"/>
                </a:ext>
              </a:extLst>
            </p:cNvPr>
            <p:cNvSpPr/>
            <p:nvPr/>
          </p:nvSpPr>
          <p:spPr>
            <a:xfrm>
              <a:off x="6085197" y="1608975"/>
              <a:ext cx="160075" cy="286425"/>
            </a:xfrm>
            <a:custGeom>
              <a:avLst/>
              <a:gdLst/>
              <a:ahLst/>
              <a:cxnLst/>
              <a:rect l="l" t="t" r="r" b="b"/>
              <a:pathLst>
                <a:path w="6403" h="11457" extrusionOk="0">
                  <a:moveTo>
                    <a:pt x="3562" y="210"/>
                  </a:moveTo>
                  <a:lnTo>
                    <a:pt x="3562" y="1166"/>
                  </a:lnTo>
                  <a:lnTo>
                    <a:pt x="3653" y="1179"/>
                  </a:lnTo>
                  <a:cubicBezTo>
                    <a:pt x="5290" y="1349"/>
                    <a:pt x="5814" y="2292"/>
                    <a:pt x="5945" y="3103"/>
                  </a:cubicBezTo>
                  <a:lnTo>
                    <a:pt x="4937" y="3103"/>
                  </a:lnTo>
                  <a:cubicBezTo>
                    <a:pt x="4727" y="2279"/>
                    <a:pt x="4125" y="1873"/>
                    <a:pt x="3091" y="1873"/>
                  </a:cubicBezTo>
                  <a:cubicBezTo>
                    <a:pt x="2056" y="1873"/>
                    <a:pt x="1441" y="2396"/>
                    <a:pt x="1441" y="3287"/>
                  </a:cubicBezTo>
                  <a:cubicBezTo>
                    <a:pt x="1441" y="4216"/>
                    <a:pt x="2030" y="4543"/>
                    <a:pt x="3431" y="4949"/>
                  </a:cubicBezTo>
                  <a:cubicBezTo>
                    <a:pt x="5395" y="5525"/>
                    <a:pt x="6193" y="6324"/>
                    <a:pt x="6193" y="7699"/>
                  </a:cubicBezTo>
                  <a:cubicBezTo>
                    <a:pt x="6193" y="9047"/>
                    <a:pt x="5264" y="9937"/>
                    <a:pt x="3719" y="10081"/>
                  </a:cubicBezTo>
                  <a:lnTo>
                    <a:pt x="3627" y="10095"/>
                  </a:lnTo>
                  <a:lnTo>
                    <a:pt x="3627" y="11247"/>
                  </a:lnTo>
                  <a:lnTo>
                    <a:pt x="2789" y="11247"/>
                  </a:lnTo>
                  <a:lnTo>
                    <a:pt x="2789" y="10081"/>
                  </a:lnTo>
                  <a:lnTo>
                    <a:pt x="2698" y="10068"/>
                  </a:lnTo>
                  <a:cubicBezTo>
                    <a:pt x="1310" y="9911"/>
                    <a:pt x="446" y="9126"/>
                    <a:pt x="236" y="7856"/>
                  </a:cubicBezTo>
                  <a:lnTo>
                    <a:pt x="1218" y="7856"/>
                  </a:lnTo>
                  <a:cubicBezTo>
                    <a:pt x="1467" y="8864"/>
                    <a:pt x="2174" y="9401"/>
                    <a:pt x="3274" y="9401"/>
                  </a:cubicBezTo>
                  <a:cubicBezTo>
                    <a:pt x="4504" y="9401"/>
                    <a:pt x="5211" y="8825"/>
                    <a:pt x="5211" y="7817"/>
                  </a:cubicBezTo>
                  <a:cubicBezTo>
                    <a:pt x="5211" y="6848"/>
                    <a:pt x="4609" y="6272"/>
                    <a:pt x="3156" y="5866"/>
                  </a:cubicBezTo>
                  <a:cubicBezTo>
                    <a:pt x="1179" y="5303"/>
                    <a:pt x="446" y="4635"/>
                    <a:pt x="446" y="3391"/>
                  </a:cubicBezTo>
                  <a:cubicBezTo>
                    <a:pt x="446" y="2187"/>
                    <a:pt x="1297" y="1336"/>
                    <a:pt x="2658" y="1179"/>
                  </a:cubicBezTo>
                  <a:lnTo>
                    <a:pt x="2750" y="1166"/>
                  </a:lnTo>
                  <a:lnTo>
                    <a:pt x="2750" y="210"/>
                  </a:lnTo>
                  <a:close/>
                  <a:moveTo>
                    <a:pt x="2528" y="1"/>
                  </a:moveTo>
                  <a:lnTo>
                    <a:pt x="2528" y="982"/>
                  </a:lnTo>
                  <a:cubicBezTo>
                    <a:pt x="1114" y="1192"/>
                    <a:pt x="236" y="2095"/>
                    <a:pt x="236" y="3391"/>
                  </a:cubicBezTo>
                  <a:cubicBezTo>
                    <a:pt x="236" y="4936"/>
                    <a:pt x="1375" y="5565"/>
                    <a:pt x="3091" y="6062"/>
                  </a:cubicBezTo>
                  <a:cubicBezTo>
                    <a:pt x="4766" y="6533"/>
                    <a:pt x="5002" y="7188"/>
                    <a:pt x="5002" y="7817"/>
                  </a:cubicBezTo>
                  <a:cubicBezTo>
                    <a:pt x="5002" y="8707"/>
                    <a:pt x="4387" y="9191"/>
                    <a:pt x="3274" y="9191"/>
                  </a:cubicBezTo>
                  <a:cubicBezTo>
                    <a:pt x="2240" y="9191"/>
                    <a:pt x="1611" y="8707"/>
                    <a:pt x="1402" y="7738"/>
                  </a:cubicBezTo>
                  <a:lnTo>
                    <a:pt x="1375" y="7646"/>
                  </a:lnTo>
                  <a:lnTo>
                    <a:pt x="1" y="7646"/>
                  </a:lnTo>
                  <a:lnTo>
                    <a:pt x="14" y="7764"/>
                  </a:lnTo>
                  <a:cubicBezTo>
                    <a:pt x="197" y="9165"/>
                    <a:pt x="1127" y="10068"/>
                    <a:pt x="2593" y="10265"/>
                  </a:cubicBezTo>
                  <a:lnTo>
                    <a:pt x="2593" y="11456"/>
                  </a:lnTo>
                  <a:lnTo>
                    <a:pt x="3824" y="11456"/>
                  </a:lnTo>
                  <a:lnTo>
                    <a:pt x="3837" y="10304"/>
                  </a:lnTo>
                  <a:cubicBezTo>
                    <a:pt x="5447" y="10121"/>
                    <a:pt x="6403" y="9152"/>
                    <a:pt x="6403" y="7725"/>
                  </a:cubicBezTo>
                  <a:cubicBezTo>
                    <a:pt x="6403" y="6232"/>
                    <a:pt x="5565" y="5381"/>
                    <a:pt x="3496" y="4779"/>
                  </a:cubicBezTo>
                  <a:cubicBezTo>
                    <a:pt x="2004" y="4334"/>
                    <a:pt x="1637" y="4046"/>
                    <a:pt x="1637" y="3300"/>
                  </a:cubicBezTo>
                  <a:cubicBezTo>
                    <a:pt x="1637" y="2933"/>
                    <a:pt x="1781" y="2082"/>
                    <a:pt x="3091" y="2082"/>
                  </a:cubicBezTo>
                  <a:cubicBezTo>
                    <a:pt x="4046" y="2082"/>
                    <a:pt x="4596" y="2462"/>
                    <a:pt x="4766" y="3234"/>
                  </a:cubicBezTo>
                  <a:lnTo>
                    <a:pt x="4779" y="3313"/>
                  </a:lnTo>
                  <a:lnTo>
                    <a:pt x="6180" y="3313"/>
                  </a:lnTo>
                  <a:lnTo>
                    <a:pt x="6167" y="3195"/>
                  </a:lnTo>
                  <a:cubicBezTo>
                    <a:pt x="6076" y="2462"/>
                    <a:pt x="5630" y="1218"/>
                    <a:pt x="3771" y="982"/>
                  </a:cubicBezTo>
                  <a:lnTo>
                    <a:pt x="377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2" name="Google Shape;742;p42">
            <a:extLst>
              <a:ext uri="{FF2B5EF4-FFF2-40B4-BE49-F238E27FC236}">
                <a16:creationId xmlns:a16="http://schemas.microsoft.com/office/drawing/2014/main" id="{93D69E7A-3D10-FEEC-28FD-FC046E66353C}"/>
              </a:ext>
            </a:extLst>
          </p:cNvPr>
          <p:cNvGrpSpPr/>
          <p:nvPr/>
        </p:nvGrpSpPr>
        <p:grpSpPr>
          <a:xfrm rot="21279094">
            <a:off x="132074" y="333363"/>
            <a:ext cx="1082690" cy="839815"/>
            <a:chOff x="4159225" y="1883250"/>
            <a:chExt cx="669675" cy="519450"/>
          </a:xfrm>
        </p:grpSpPr>
        <p:sp>
          <p:nvSpPr>
            <p:cNvPr id="743" name="Google Shape;743;p42">
              <a:extLst>
                <a:ext uri="{FF2B5EF4-FFF2-40B4-BE49-F238E27FC236}">
                  <a16:creationId xmlns:a16="http://schemas.microsoft.com/office/drawing/2014/main" id="{278EB47A-0377-7ED1-D73C-1A0F5C4CDBAA}"/>
                </a:ext>
              </a:extLst>
            </p:cNvPr>
            <p:cNvSpPr/>
            <p:nvPr/>
          </p:nvSpPr>
          <p:spPr>
            <a:xfrm>
              <a:off x="4159225" y="2173250"/>
              <a:ext cx="229450" cy="229450"/>
            </a:xfrm>
            <a:custGeom>
              <a:avLst/>
              <a:gdLst/>
              <a:ahLst/>
              <a:cxnLst/>
              <a:rect l="l" t="t" r="r" b="b"/>
              <a:pathLst>
                <a:path w="9178" h="9178" extrusionOk="0">
                  <a:moveTo>
                    <a:pt x="5512" y="0"/>
                  </a:moveTo>
                  <a:lnTo>
                    <a:pt x="4439" y="2252"/>
                  </a:lnTo>
                  <a:lnTo>
                    <a:pt x="3103" y="144"/>
                  </a:lnTo>
                  <a:lnTo>
                    <a:pt x="3287" y="2632"/>
                  </a:lnTo>
                  <a:lnTo>
                    <a:pt x="1074" y="1493"/>
                  </a:lnTo>
                  <a:lnTo>
                    <a:pt x="2488" y="3548"/>
                  </a:lnTo>
                  <a:lnTo>
                    <a:pt x="0" y="3653"/>
                  </a:lnTo>
                  <a:lnTo>
                    <a:pt x="2252" y="4727"/>
                  </a:lnTo>
                  <a:lnTo>
                    <a:pt x="144" y="6075"/>
                  </a:lnTo>
                  <a:lnTo>
                    <a:pt x="2632" y="5879"/>
                  </a:lnTo>
                  <a:lnTo>
                    <a:pt x="2632" y="5879"/>
                  </a:lnTo>
                  <a:lnTo>
                    <a:pt x="1480" y="8091"/>
                  </a:lnTo>
                  <a:lnTo>
                    <a:pt x="3535" y="6690"/>
                  </a:lnTo>
                  <a:lnTo>
                    <a:pt x="3653" y="9178"/>
                  </a:lnTo>
                  <a:lnTo>
                    <a:pt x="4727" y="6926"/>
                  </a:lnTo>
                  <a:lnTo>
                    <a:pt x="6075" y="9034"/>
                  </a:lnTo>
                  <a:lnTo>
                    <a:pt x="5879" y="6546"/>
                  </a:lnTo>
                  <a:lnTo>
                    <a:pt x="8091" y="7685"/>
                  </a:lnTo>
                  <a:lnTo>
                    <a:pt x="6677" y="5630"/>
                  </a:lnTo>
                  <a:lnTo>
                    <a:pt x="9178" y="5525"/>
                  </a:lnTo>
                  <a:lnTo>
                    <a:pt x="6926" y="4452"/>
                  </a:lnTo>
                  <a:lnTo>
                    <a:pt x="9021" y="3103"/>
                  </a:lnTo>
                  <a:lnTo>
                    <a:pt x="9021" y="3103"/>
                  </a:lnTo>
                  <a:lnTo>
                    <a:pt x="6533" y="3300"/>
                  </a:lnTo>
                  <a:lnTo>
                    <a:pt x="7685" y="1087"/>
                  </a:lnTo>
                  <a:lnTo>
                    <a:pt x="5630" y="2501"/>
                  </a:lnTo>
                  <a:lnTo>
                    <a:pt x="551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42">
              <a:extLst>
                <a:ext uri="{FF2B5EF4-FFF2-40B4-BE49-F238E27FC236}">
                  <a16:creationId xmlns:a16="http://schemas.microsoft.com/office/drawing/2014/main" id="{BC7E56DB-382C-DEBB-3722-A26F020E277E}"/>
                </a:ext>
              </a:extLst>
            </p:cNvPr>
            <p:cNvSpPr/>
            <p:nvPr/>
          </p:nvSpPr>
          <p:spPr>
            <a:xfrm>
              <a:off x="4331050" y="1887850"/>
              <a:ext cx="494600" cy="391800"/>
            </a:xfrm>
            <a:custGeom>
              <a:avLst/>
              <a:gdLst/>
              <a:ahLst/>
              <a:cxnLst/>
              <a:rect l="l" t="t" r="r" b="b"/>
              <a:pathLst>
                <a:path w="19784" h="15672" extrusionOk="0">
                  <a:moveTo>
                    <a:pt x="1" y="0"/>
                  </a:moveTo>
                  <a:lnTo>
                    <a:pt x="1" y="15671"/>
                  </a:lnTo>
                  <a:lnTo>
                    <a:pt x="19783" y="15671"/>
                  </a:lnTo>
                  <a:lnTo>
                    <a:pt x="197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42">
              <a:extLst>
                <a:ext uri="{FF2B5EF4-FFF2-40B4-BE49-F238E27FC236}">
                  <a16:creationId xmlns:a16="http://schemas.microsoft.com/office/drawing/2014/main" id="{8A9300A0-51C3-FC62-F64F-F477C9EEEE8F}"/>
                </a:ext>
              </a:extLst>
            </p:cNvPr>
            <p:cNvSpPr/>
            <p:nvPr/>
          </p:nvSpPr>
          <p:spPr>
            <a:xfrm>
              <a:off x="4306825" y="1886200"/>
              <a:ext cx="494925" cy="391800"/>
            </a:xfrm>
            <a:custGeom>
              <a:avLst/>
              <a:gdLst/>
              <a:ahLst/>
              <a:cxnLst/>
              <a:rect l="l" t="t" r="r" b="b"/>
              <a:pathLst>
                <a:path w="19797" h="15672" extrusionOk="0">
                  <a:moveTo>
                    <a:pt x="1" y="1"/>
                  </a:moveTo>
                  <a:lnTo>
                    <a:pt x="1" y="15672"/>
                  </a:lnTo>
                  <a:lnTo>
                    <a:pt x="19796" y="15672"/>
                  </a:lnTo>
                  <a:lnTo>
                    <a:pt x="1979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42">
              <a:extLst>
                <a:ext uri="{FF2B5EF4-FFF2-40B4-BE49-F238E27FC236}">
                  <a16:creationId xmlns:a16="http://schemas.microsoft.com/office/drawing/2014/main" id="{AB05F423-FC6B-DDC4-9E75-66D9F22FD3EE}"/>
                </a:ext>
              </a:extLst>
            </p:cNvPr>
            <p:cNvSpPr/>
            <p:nvPr/>
          </p:nvSpPr>
          <p:spPr>
            <a:xfrm>
              <a:off x="4303900" y="2079650"/>
              <a:ext cx="525000" cy="7875"/>
            </a:xfrm>
            <a:custGeom>
              <a:avLst/>
              <a:gdLst/>
              <a:ahLst/>
              <a:cxnLst/>
              <a:rect l="l" t="t" r="r" b="b"/>
              <a:pathLst>
                <a:path w="21000" h="315" extrusionOk="0">
                  <a:moveTo>
                    <a:pt x="0" y="0"/>
                  </a:moveTo>
                  <a:lnTo>
                    <a:pt x="0" y="209"/>
                  </a:lnTo>
                  <a:lnTo>
                    <a:pt x="21000" y="314"/>
                  </a:lnTo>
                  <a:lnTo>
                    <a:pt x="21000" y="105"/>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42">
              <a:extLst>
                <a:ext uri="{FF2B5EF4-FFF2-40B4-BE49-F238E27FC236}">
                  <a16:creationId xmlns:a16="http://schemas.microsoft.com/office/drawing/2014/main" id="{E32E6901-0B15-70EF-3D47-1D8034E6005A}"/>
                </a:ext>
              </a:extLst>
            </p:cNvPr>
            <p:cNvSpPr/>
            <p:nvPr/>
          </p:nvSpPr>
          <p:spPr>
            <a:xfrm>
              <a:off x="4552975" y="1883250"/>
              <a:ext cx="4925" cy="408500"/>
            </a:xfrm>
            <a:custGeom>
              <a:avLst/>
              <a:gdLst/>
              <a:ahLst/>
              <a:cxnLst/>
              <a:rect l="l" t="t" r="r" b="b"/>
              <a:pathLst>
                <a:path w="197" h="16340" extrusionOk="0">
                  <a:moveTo>
                    <a:pt x="0" y="1"/>
                  </a:moveTo>
                  <a:lnTo>
                    <a:pt x="0" y="16340"/>
                  </a:lnTo>
                  <a:lnTo>
                    <a:pt x="197" y="16340"/>
                  </a:lnTo>
                  <a:lnTo>
                    <a:pt x="1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42">
              <a:extLst>
                <a:ext uri="{FF2B5EF4-FFF2-40B4-BE49-F238E27FC236}">
                  <a16:creationId xmlns:a16="http://schemas.microsoft.com/office/drawing/2014/main" id="{15C32155-E462-AF2D-58DE-E5D0B9A6D978}"/>
                </a:ext>
              </a:extLst>
            </p:cNvPr>
            <p:cNvSpPr/>
            <p:nvPr/>
          </p:nvSpPr>
          <p:spPr>
            <a:xfrm>
              <a:off x="4528425" y="2071775"/>
              <a:ext cx="50900" cy="55025"/>
            </a:xfrm>
            <a:custGeom>
              <a:avLst/>
              <a:gdLst/>
              <a:ahLst/>
              <a:cxnLst/>
              <a:rect l="l" t="t" r="r" b="b"/>
              <a:pathLst>
                <a:path w="2036" h="2201" extrusionOk="0">
                  <a:moveTo>
                    <a:pt x="1061" y="1"/>
                  </a:moveTo>
                  <a:lnTo>
                    <a:pt x="969" y="328"/>
                  </a:lnTo>
                  <a:cubicBezTo>
                    <a:pt x="773" y="970"/>
                    <a:pt x="445" y="1559"/>
                    <a:pt x="0" y="2056"/>
                  </a:cubicBezTo>
                  <a:lnTo>
                    <a:pt x="157" y="2200"/>
                  </a:lnTo>
                  <a:cubicBezTo>
                    <a:pt x="550" y="1755"/>
                    <a:pt x="864" y="1231"/>
                    <a:pt x="1074" y="669"/>
                  </a:cubicBezTo>
                  <a:cubicBezTo>
                    <a:pt x="1283" y="1153"/>
                    <a:pt x="1545" y="1611"/>
                    <a:pt x="1859" y="2030"/>
                  </a:cubicBezTo>
                  <a:cubicBezTo>
                    <a:pt x="1886" y="2082"/>
                    <a:pt x="1925" y="2109"/>
                    <a:pt x="1977" y="2122"/>
                  </a:cubicBezTo>
                  <a:lnTo>
                    <a:pt x="2017" y="1925"/>
                  </a:lnTo>
                  <a:cubicBezTo>
                    <a:pt x="2025" y="1925"/>
                    <a:pt x="2034" y="1931"/>
                    <a:pt x="2035" y="1931"/>
                  </a:cubicBezTo>
                  <a:cubicBezTo>
                    <a:pt x="2035" y="1931"/>
                    <a:pt x="2034" y="1930"/>
                    <a:pt x="2030" y="1925"/>
                  </a:cubicBezTo>
                  <a:cubicBezTo>
                    <a:pt x="1689" y="1428"/>
                    <a:pt x="1349" y="904"/>
                    <a:pt x="1166" y="328"/>
                  </a:cubicBezTo>
                  <a:lnTo>
                    <a:pt x="10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42">
              <a:extLst>
                <a:ext uri="{FF2B5EF4-FFF2-40B4-BE49-F238E27FC236}">
                  <a16:creationId xmlns:a16="http://schemas.microsoft.com/office/drawing/2014/main" id="{672FF7A2-346F-43C2-E851-2B3E885E9CEE}"/>
                </a:ext>
              </a:extLst>
            </p:cNvPr>
            <p:cNvSpPr/>
            <p:nvPr/>
          </p:nvSpPr>
          <p:spPr>
            <a:xfrm>
              <a:off x="4553625" y="2018400"/>
              <a:ext cx="76275" cy="63875"/>
            </a:xfrm>
            <a:custGeom>
              <a:avLst/>
              <a:gdLst/>
              <a:ahLst/>
              <a:cxnLst/>
              <a:rect l="l" t="t" r="r" b="b"/>
              <a:pathLst>
                <a:path w="3051" h="2555" extrusionOk="0">
                  <a:moveTo>
                    <a:pt x="2287" y="201"/>
                  </a:moveTo>
                  <a:cubicBezTo>
                    <a:pt x="2390" y="201"/>
                    <a:pt x="2491" y="234"/>
                    <a:pt x="2580" y="316"/>
                  </a:cubicBezTo>
                  <a:cubicBezTo>
                    <a:pt x="2841" y="552"/>
                    <a:pt x="2658" y="971"/>
                    <a:pt x="2514" y="1154"/>
                  </a:cubicBezTo>
                  <a:cubicBezTo>
                    <a:pt x="2056" y="1769"/>
                    <a:pt x="1100" y="2345"/>
                    <a:pt x="302" y="2345"/>
                  </a:cubicBezTo>
                  <a:lnTo>
                    <a:pt x="262" y="2345"/>
                  </a:lnTo>
                  <a:cubicBezTo>
                    <a:pt x="341" y="2254"/>
                    <a:pt x="432" y="2123"/>
                    <a:pt x="537" y="1939"/>
                  </a:cubicBezTo>
                  <a:cubicBezTo>
                    <a:pt x="577" y="1887"/>
                    <a:pt x="603" y="1835"/>
                    <a:pt x="629" y="1822"/>
                  </a:cubicBezTo>
                  <a:cubicBezTo>
                    <a:pt x="734" y="1664"/>
                    <a:pt x="838" y="1520"/>
                    <a:pt x="930" y="1376"/>
                  </a:cubicBezTo>
                  <a:cubicBezTo>
                    <a:pt x="1061" y="1180"/>
                    <a:pt x="1205" y="984"/>
                    <a:pt x="1349" y="800"/>
                  </a:cubicBezTo>
                  <a:cubicBezTo>
                    <a:pt x="1388" y="761"/>
                    <a:pt x="1427" y="709"/>
                    <a:pt x="1480" y="643"/>
                  </a:cubicBezTo>
                  <a:cubicBezTo>
                    <a:pt x="1570" y="553"/>
                    <a:pt x="1945" y="201"/>
                    <a:pt x="2287" y="201"/>
                  </a:cubicBezTo>
                  <a:close/>
                  <a:moveTo>
                    <a:pt x="2297" y="1"/>
                  </a:moveTo>
                  <a:cubicBezTo>
                    <a:pt x="1969" y="1"/>
                    <a:pt x="1613" y="235"/>
                    <a:pt x="1336" y="512"/>
                  </a:cubicBezTo>
                  <a:cubicBezTo>
                    <a:pt x="1283" y="565"/>
                    <a:pt x="1231" y="617"/>
                    <a:pt x="1179" y="683"/>
                  </a:cubicBezTo>
                  <a:cubicBezTo>
                    <a:pt x="1035" y="866"/>
                    <a:pt x="904" y="1062"/>
                    <a:pt x="773" y="1259"/>
                  </a:cubicBezTo>
                  <a:cubicBezTo>
                    <a:pt x="668" y="1403"/>
                    <a:pt x="563" y="1547"/>
                    <a:pt x="459" y="1691"/>
                  </a:cubicBezTo>
                  <a:cubicBezTo>
                    <a:pt x="446" y="1717"/>
                    <a:pt x="406" y="1769"/>
                    <a:pt x="367" y="1835"/>
                  </a:cubicBezTo>
                  <a:cubicBezTo>
                    <a:pt x="262" y="2018"/>
                    <a:pt x="144" y="2175"/>
                    <a:pt x="0" y="2332"/>
                  </a:cubicBezTo>
                  <a:cubicBezTo>
                    <a:pt x="7" y="2326"/>
                    <a:pt x="14" y="2322"/>
                    <a:pt x="20" y="2322"/>
                  </a:cubicBezTo>
                  <a:cubicBezTo>
                    <a:pt x="27" y="2322"/>
                    <a:pt x="33" y="2326"/>
                    <a:pt x="40" y="2332"/>
                  </a:cubicBezTo>
                  <a:lnTo>
                    <a:pt x="0" y="2529"/>
                  </a:lnTo>
                  <a:cubicBezTo>
                    <a:pt x="105" y="2542"/>
                    <a:pt x="197" y="2555"/>
                    <a:pt x="302" y="2555"/>
                  </a:cubicBezTo>
                  <a:cubicBezTo>
                    <a:pt x="1192" y="2555"/>
                    <a:pt x="2187" y="1939"/>
                    <a:pt x="2684" y="1285"/>
                  </a:cubicBezTo>
                  <a:cubicBezTo>
                    <a:pt x="2933" y="958"/>
                    <a:pt x="3051" y="460"/>
                    <a:pt x="2724" y="172"/>
                  </a:cubicBezTo>
                  <a:cubicBezTo>
                    <a:pt x="2595" y="52"/>
                    <a:pt x="2449" y="1"/>
                    <a:pt x="22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42">
              <a:extLst>
                <a:ext uri="{FF2B5EF4-FFF2-40B4-BE49-F238E27FC236}">
                  <a16:creationId xmlns:a16="http://schemas.microsoft.com/office/drawing/2014/main" id="{F4E207FB-DE88-EAA4-BC61-7611BBE4F7D8}"/>
                </a:ext>
              </a:extLst>
            </p:cNvPr>
            <p:cNvSpPr/>
            <p:nvPr/>
          </p:nvSpPr>
          <p:spPr>
            <a:xfrm>
              <a:off x="4486850" y="2007775"/>
              <a:ext cx="72375" cy="76475"/>
            </a:xfrm>
            <a:custGeom>
              <a:avLst/>
              <a:gdLst/>
              <a:ahLst/>
              <a:cxnLst/>
              <a:rect l="l" t="t" r="r" b="b"/>
              <a:pathLst>
                <a:path w="2895" h="3059" extrusionOk="0">
                  <a:moveTo>
                    <a:pt x="821" y="200"/>
                  </a:moveTo>
                  <a:cubicBezTo>
                    <a:pt x="1018" y="200"/>
                    <a:pt x="1221" y="285"/>
                    <a:pt x="1362" y="401"/>
                  </a:cubicBezTo>
                  <a:cubicBezTo>
                    <a:pt x="1611" y="636"/>
                    <a:pt x="1807" y="924"/>
                    <a:pt x="1925" y="1252"/>
                  </a:cubicBezTo>
                  <a:cubicBezTo>
                    <a:pt x="1991" y="1396"/>
                    <a:pt x="2069" y="1540"/>
                    <a:pt x="2161" y="1710"/>
                  </a:cubicBezTo>
                  <a:cubicBezTo>
                    <a:pt x="2357" y="2063"/>
                    <a:pt x="2527" y="2443"/>
                    <a:pt x="2645" y="2836"/>
                  </a:cubicBezTo>
                  <a:cubicBezTo>
                    <a:pt x="2462" y="2783"/>
                    <a:pt x="2292" y="2718"/>
                    <a:pt x="2122" y="2626"/>
                  </a:cubicBezTo>
                  <a:cubicBezTo>
                    <a:pt x="2043" y="2574"/>
                    <a:pt x="1964" y="2535"/>
                    <a:pt x="1899" y="2508"/>
                  </a:cubicBezTo>
                  <a:cubicBezTo>
                    <a:pt x="1336" y="2273"/>
                    <a:pt x="655" y="1906"/>
                    <a:pt x="367" y="1291"/>
                  </a:cubicBezTo>
                  <a:cubicBezTo>
                    <a:pt x="210" y="964"/>
                    <a:pt x="210" y="505"/>
                    <a:pt x="498" y="296"/>
                  </a:cubicBezTo>
                  <a:cubicBezTo>
                    <a:pt x="594" y="229"/>
                    <a:pt x="706" y="200"/>
                    <a:pt x="821" y="200"/>
                  </a:cubicBezTo>
                  <a:close/>
                  <a:moveTo>
                    <a:pt x="835" y="0"/>
                  </a:moveTo>
                  <a:cubicBezTo>
                    <a:pt x="680" y="0"/>
                    <a:pt x="527" y="41"/>
                    <a:pt x="393" y="139"/>
                  </a:cubicBezTo>
                  <a:cubicBezTo>
                    <a:pt x="1" y="401"/>
                    <a:pt x="1" y="977"/>
                    <a:pt x="184" y="1383"/>
                  </a:cubicBezTo>
                  <a:cubicBezTo>
                    <a:pt x="498" y="2063"/>
                    <a:pt x="1218" y="2443"/>
                    <a:pt x="1820" y="2705"/>
                  </a:cubicBezTo>
                  <a:cubicBezTo>
                    <a:pt x="1886" y="2731"/>
                    <a:pt x="1951" y="2757"/>
                    <a:pt x="2030" y="2810"/>
                  </a:cubicBezTo>
                  <a:cubicBezTo>
                    <a:pt x="2252" y="2940"/>
                    <a:pt x="2501" y="3019"/>
                    <a:pt x="2750" y="3058"/>
                  </a:cubicBezTo>
                  <a:lnTo>
                    <a:pt x="2789" y="3058"/>
                  </a:lnTo>
                  <a:lnTo>
                    <a:pt x="2894" y="3045"/>
                  </a:lnTo>
                  <a:lnTo>
                    <a:pt x="2881" y="2940"/>
                  </a:lnTo>
                  <a:cubicBezTo>
                    <a:pt x="2763" y="2469"/>
                    <a:pt x="2580" y="2024"/>
                    <a:pt x="2344" y="1605"/>
                  </a:cubicBezTo>
                  <a:cubicBezTo>
                    <a:pt x="2266" y="1461"/>
                    <a:pt x="2187" y="1304"/>
                    <a:pt x="2122" y="1160"/>
                  </a:cubicBezTo>
                  <a:cubicBezTo>
                    <a:pt x="1991" y="806"/>
                    <a:pt x="1781" y="492"/>
                    <a:pt x="1506" y="244"/>
                  </a:cubicBezTo>
                  <a:cubicBezTo>
                    <a:pt x="1323" y="100"/>
                    <a:pt x="1077" y="0"/>
                    <a:pt x="8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1" name="Google Shape;751;p42">
            <a:extLst>
              <a:ext uri="{FF2B5EF4-FFF2-40B4-BE49-F238E27FC236}">
                <a16:creationId xmlns:a16="http://schemas.microsoft.com/office/drawing/2014/main" id="{EBB5BDCD-E557-9E56-8E28-CE387DDD46F8}"/>
              </a:ext>
            </a:extLst>
          </p:cNvPr>
          <p:cNvGrpSpPr/>
          <p:nvPr/>
        </p:nvGrpSpPr>
        <p:grpSpPr>
          <a:xfrm>
            <a:off x="7972605" y="171278"/>
            <a:ext cx="870083" cy="870083"/>
            <a:chOff x="2429425" y="1984725"/>
            <a:chExt cx="239600" cy="239600"/>
          </a:xfrm>
        </p:grpSpPr>
        <p:sp>
          <p:nvSpPr>
            <p:cNvPr id="752" name="Google Shape;752;p42">
              <a:extLst>
                <a:ext uri="{FF2B5EF4-FFF2-40B4-BE49-F238E27FC236}">
                  <a16:creationId xmlns:a16="http://schemas.microsoft.com/office/drawing/2014/main" id="{CC9F0B4A-3605-ED9E-8F72-6053F8F4F343}"/>
                </a:ext>
              </a:extLst>
            </p:cNvPr>
            <p:cNvSpPr/>
            <p:nvPr/>
          </p:nvSpPr>
          <p:spPr>
            <a:xfrm>
              <a:off x="2429425" y="1984725"/>
              <a:ext cx="239600" cy="239600"/>
            </a:xfrm>
            <a:custGeom>
              <a:avLst/>
              <a:gdLst/>
              <a:ahLst/>
              <a:cxnLst/>
              <a:rect l="l" t="t" r="r" b="b"/>
              <a:pathLst>
                <a:path w="9584" h="9584" extrusionOk="0">
                  <a:moveTo>
                    <a:pt x="3771" y="0"/>
                  </a:moveTo>
                  <a:lnTo>
                    <a:pt x="3679" y="2606"/>
                  </a:lnTo>
                  <a:lnTo>
                    <a:pt x="1519" y="1152"/>
                  </a:lnTo>
                  <a:lnTo>
                    <a:pt x="2736" y="3457"/>
                  </a:lnTo>
                  <a:lnTo>
                    <a:pt x="131" y="3273"/>
                  </a:lnTo>
                  <a:lnTo>
                    <a:pt x="2344" y="4661"/>
                  </a:lnTo>
                  <a:lnTo>
                    <a:pt x="0" y="5813"/>
                  </a:lnTo>
                  <a:lnTo>
                    <a:pt x="2606" y="5905"/>
                  </a:lnTo>
                  <a:lnTo>
                    <a:pt x="1152" y="8065"/>
                  </a:lnTo>
                  <a:lnTo>
                    <a:pt x="1152" y="8065"/>
                  </a:lnTo>
                  <a:lnTo>
                    <a:pt x="3457" y="6847"/>
                  </a:lnTo>
                  <a:lnTo>
                    <a:pt x="3273" y="9453"/>
                  </a:lnTo>
                  <a:lnTo>
                    <a:pt x="4661" y="7240"/>
                  </a:lnTo>
                  <a:lnTo>
                    <a:pt x="5813" y="9584"/>
                  </a:lnTo>
                  <a:lnTo>
                    <a:pt x="5905" y="6978"/>
                  </a:lnTo>
                  <a:lnTo>
                    <a:pt x="8065" y="8432"/>
                  </a:lnTo>
                  <a:lnTo>
                    <a:pt x="6847" y="6127"/>
                  </a:lnTo>
                  <a:lnTo>
                    <a:pt x="9453" y="6311"/>
                  </a:lnTo>
                  <a:lnTo>
                    <a:pt x="7240" y="4923"/>
                  </a:lnTo>
                  <a:lnTo>
                    <a:pt x="9584" y="3771"/>
                  </a:lnTo>
                  <a:lnTo>
                    <a:pt x="6978" y="3679"/>
                  </a:lnTo>
                  <a:lnTo>
                    <a:pt x="8432" y="1519"/>
                  </a:lnTo>
                  <a:lnTo>
                    <a:pt x="6127" y="2737"/>
                  </a:lnTo>
                  <a:lnTo>
                    <a:pt x="6127" y="2737"/>
                  </a:lnTo>
                  <a:lnTo>
                    <a:pt x="6311" y="131"/>
                  </a:lnTo>
                  <a:lnTo>
                    <a:pt x="4923" y="2344"/>
                  </a:lnTo>
                  <a:lnTo>
                    <a:pt x="377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42">
              <a:extLst>
                <a:ext uri="{FF2B5EF4-FFF2-40B4-BE49-F238E27FC236}">
                  <a16:creationId xmlns:a16="http://schemas.microsoft.com/office/drawing/2014/main" id="{AAB6A98E-6EA5-58D8-F0F5-0C0CB020D6D9}"/>
                </a:ext>
              </a:extLst>
            </p:cNvPr>
            <p:cNvSpPr/>
            <p:nvPr/>
          </p:nvSpPr>
          <p:spPr>
            <a:xfrm>
              <a:off x="2543993" y="2064079"/>
              <a:ext cx="17050" cy="80875"/>
            </a:xfrm>
            <a:custGeom>
              <a:avLst/>
              <a:gdLst/>
              <a:ahLst/>
              <a:cxnLst/>
              <a:rect l="l" t="t" r="r" b="b"/>
              <a:pathLst>
                <a:path w="682" h="3235" extrusionOk="0">
                  <a:moveTo>
                    <a:pt x="66" y="1"/>
                  </a:moveTo>
                  <a:lnTo>
                    <a:pt x="131" y="2266"/>
                  </a:lnTo>
                  <a:lnTo>
                    <a:pt x="459" y="2266"/>
                  </a:lnTo>
                  <a:lnTo>
                    <a:pt x="524" y="1"/>
                  </a:lnTo>
                  <a:close/>
                  <a:moveTo>
                    <a:pt x="288" y="2645"/>
                  </a:moveTo>
                  <a:cubicBezTo>
                    <a:pt x="131" y="2645"/>
                    <a:pt x="0" y="2789"/>
                    <a:pt x="13" y="2946"/>
                  </a:cubicBezTo>
                  <a:cubicBezTo>
                    <a:pt x="0" y="3103"/>
                    <a:pt x="131" y="3234"/>
                    <a:pt x="288" y="3234"/>
                  </a:cubicBezTo>
                  <a:cubicBezTo>
                    <a:pt x="681" y="3234"/>
                    <a:pt x="681" y="2645"/>
                    <a:pt x="288" y="2645"/>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A105832A-D108-8BF3-DF79-1446D990D783}"/>
              </a:ext>
            </a:extLst>
          </p:cNvPr>
          <p:cNvSpPr txBox="1"/>
          <p:nvPr/>
        </p:nvSpPr>
        <p:spPr>
          <a:xfrm>
            <a:off x="3187728" y="705333"/>
            <a:ext cx="3681322"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chemeClr val="accent2"/>
                </a:solidFill>
                <a:latin typeface="Roboto"/>
                <a:ea typeface="Roboto"/>
                <a:cs typeface="Roboto"/>
              </a:rPr>
              <a:t>Conclusion: Answer to Question 2</a:t>
            </a:r>
            <a:endParaRPr lang="en-US">
              <a:solidFill>
                <a:schemeClr val="accent2"/>
              </a:solidFill>
            </a:endParaRPr>
          </a:p>
        </p:txBody>
      </p:sp>
      <p:sp>
        <p:nvSpPr>
          <p:cNvPr id="4" name="TextBox 3">
            <a:extLst>
              <a:ext uri="{FF2B5EF4-FFF2-40B4-BE49-F238E27FC236}">
                <a16:creationId xmlns:a16="http://schemas.microsoft.com/office/drawing/2014/main" id="{5286C5C7-AC6E-9E03-28F3-149CFBE15EE2}"/>
              </a:ext>
            </a:extLst>
          </p:cNvPr>
          <p:cNvSpPr txBox="1"/>
          <p:nvPr/>
        </p:nvSpPr>
        <p:spPr>
          <a:xfrm>
            <a:off x="2391915" y="1287300"/>
            <a:ext cx="5401819" cy="26538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n-US">
                <a:latin typeface="Roboto"/>
              </a:rPr>
              <a:t>Based on the Sales Data Analysis, the Consumer segment  emerged as the top performing segment across all regions, generating the highest total revenue.</a:t>
            </a:r>
          </a:p>
          <a:p>
            <a:pPr marL="285750" indent="-285750">
              <a:buChar char="•"/>
            </a:pPr>
            <a:endParaRPr lang="en-US">
              <a:latin typeface="Roboto"/>
            </a:endParaRPr>
          </a:p>
          <a:p>
            <a:pPr marL="285750" indent="-285750">
              <a:buChar char="•"/>
            </a:pPr>
            <a:r>
              <a:rPr lang="en-US">
                <a:latin typeface="Roboto"/>
              </a:rPr>
              <a:t>This indicates a strong demand from individual consumers, making this segment a key driver of business performance.</a:t>
            </a:r>
          </a:p>
          <a:p>
            <a:pPr marL="285750" indent="-285750">
              <a:buChar char="•"/>
            </a:pPr>
            <a:endParaRPr lang="en-US">
              <a:latin typeface="Roboto"/>
            </a:endParaRPr>
          </a:p>
          <a:p>
            <a:pPr marL="285750" indent="-285750">
              <a:buChar char="•"/>
            </a:pPr>
            <a:r>
              <a:rPr lang="en-US">
                <a:latin typeface="Roboto"/>
              </a:rPr>
              <a:t>This trend was consistent across the years, indicating a stable engagement and purchasing behavior from this group.</a:t>
            </a:r>
          </a:p>
          <a:p>
            <a:pPr marL="285750" indent="-285750">
              <a:buChar char="•"/>
            </a:pPr>
            <a:endParaRPr lang="en-US">
              <a:latin typeface="Roboto"/>
            </a:endParaRPr>
          </a:p>
          <a:p>
            <a:pPr marL="285750" indent="-285750">
              <a:buChar char="•"/>
            </a:pPr>
            <a:r>
              <a:rPr lang="en-US">
                <a:latin typeface="Roboto"/>
              </a:rPr>
              <a:t>As a result, a targeted marketing and retention strategy aimed at this segment could further enhance revenue growth.</a:t>
            </a:r>
          </a:p>
        </p:txBody>
      </p:sp>
    </p:spTree>
    <p:extLst>
      <p:ext uri="{BB962C8B-B14F-4D97-AF65-F5344CB8AC3E}">
        <p14:creationId xmlns:p14="http://schemas.microsoft.com/office/powerpoint/2010/main" val="811102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61D42-1959-423D-AB28-29C40C3D8FEC}"/>
              </a:ext>
            </a:extLst>
          </p:cNvPr>
          <p:cNvSpPr>
            <a:spLocks noGrp="1"/>
          </p:cNvSpPr>
          <p:nvPr>
            <p:ph type="title"/>
          </p:nvPr>
        </p:nvSpPr>
        <p:spPr>
          <a:xfrm>
            <a:off x="548640" y="548640"/>
            <a:ext cx="4798705" cy="1069848"/>
          </a:xfrm>
        </p:spPr>
        <p:txBody>
          <a:bodyPr>
            <a:norm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CA" sz="3000">
                <a:solidFill>
                  <a:srgbClr val="FFFFFF"/>
                </a:solidFill>
              </a:rPr>
              <a:t>5W 1H Analysis</a:t>
            </a:r>
            <a:br>
              <a:rPr lang="en-CA" sz="3000">
                <a:solidFill>
                  <a:srgbClr val="FFFFFF"/>
                </a:solidFill>
              </a:rPr>
            </a:br>
            <a:r>
              <a:rPr lang="en-CA" sz="3000">
                <a:solidFill>
                  <a:srgbClr val="FFFFFF"/>
                </a:solidFill>
              </a:rPr>
              <a:t>1 – </a:t>
            </a:r>
            <a:r>
              <a:rPr lang="en-US" sz="3000">
                <a:solidFill>
                  <a:srgbClr val="FFFFFF"/>
                </a:solidFill>
              </a:rPr>
              <a:t>Who</a:t>
            </a:r>
            <a:endParaRPr lang="en-CA" sz="3000">
              <a:solidFill>
                <a:srgbClr val="FFFFFF"/>
              </a:solidFill>
            </a:endParaRPr>
          </a:p>
        </p:txBody>
      </p:sp>
      <p:graphicFrame>
        <p:nvGraphicFramePr>
          <p:cNvPr id="6" name="Content Placeholder 5">
            <a:extLst>
              <a:ext uri="{FF2B5EF4-FFF2-40B4-BE49-F238E27FC236}">
                <a16:creationId xmlns:a16="http://schemas.microsoft.com/office/drawing/2014/main" id="{DA733954-731A-4E94-99F4-DD1402118A33}"/>
              </a:ext>
            </a:extLst>
          </p:cNvPr>
          <p:cNvGraphicFramePr>
            <a:graphicFrameLocks noGrp="1"/>
          </p:cNvGraphicFramePr>
          <p:nvPr>
            <p:ph idx="1"/>
            <p:extLst>
              <p:ext uri="{D42A27DB-BD31-4B8C-83A1-F6EECF244321}">
                <p14:modId xmlns:p14="http://schemas.microsoft.com/office/powerpoint/2010/main" val="881740213"/>
              </p:ext>
            </p:extLst>
          </p:nvPr>
        </p:nvGraphicFramePr>
        <p:xfrm>
          <a:off x="120063" y="537882"/>
          <a:ext cx="8918532" cy="4396740"/>
        </p:xfrm>
        <a:graphic>
          <a:graphicData uri="http://schemas.openxmlformats.org/drawingml/2006/table">
            <a:tbl>
              <a:tblPr firstRow="1" bandRow="1">
                <a:tableStyleId>{5C22544A-7EE6-4342-B048-85BDC9FD1C3A}</a:tableStyleId>
              </a:tblPr>
              <a:tblGrid>
                <a:gridCol w="591208">
                  <a:extLst>
                    <a:ext uri="{9D8B030D-6E8A-4147-A177-3AD203B41FA5}">
                      <a16:colId xmlns:a16="http://schemas.microsoft.com/office/drawing/2014/main" val="132850126"/>
                    </a:ext>
                  </a:extLst>
                </a:gridCol>
                <a:gridCol w="1996742">
                  <a:extLst>
                    <a:ext uri="{9D8B030D-6E8A-4147-A177-3AD203B41FA5}">
                      <a16:colId xmlns:a16="http://schemas.microsoft.com/office/drawing/2014/main" val="2577973472"/>
                    </a:ext>
                  </a:extLst>
                </a:gridCol>
                <a:gridCol w="6330582">
                  <a:extLst>
                    <a:ext uri="{9D8B030D-6E8A-4147-A177-3AD203B41FA5}">
                      <a16:colId xmlns:a16="http://schemas.microsoft.com/office/drawing/2014/main" val="3264490754"/>
                    </a:ext>
                  </a:extLst>
                </a:gridCol>
              </a:tblGrid>
              <a:tr h="259335">
                <a:tc>
                  <a:txBody>
                    <a:bodyPr/>
                    <a:lstStyle/>
                    <a:p>
                      <a:r>
                        <a:rPr lang="en-US" sz="1400"/>
                        <a:t>#</a:t>
                      </a:r>
                    </a:p>
                  </a:txBody>
                  <a:tcPr marL="68580" marR="68580" marT="34290" marB="34290"/>
                </a:tc>
                <a:tc>
                  <a:txBody>
                    <a:bodyPr/>
                    <a:lstStyle/>
                    <a:p>
                      <a:r>
                        <a:rPr lang="en-US" sz="1400"/>
                        <a:t>Question</a:t>
                      </a:r>
                    </a:p>
                  </a:txBody>
                  <a:tcPr marL="68580" marR="68580" marT="34290" marB="34290"/>
                </a:tc>
                <a:tc>
                  <a:txBody>
                    <a:bodyPr/>
                    <a:lstStyle/>
                    <a:p>
                      <a:r>
                        <a:rPr lang="en-US" sz="1400"/>
                        <a:t>Answer</a:t>
                      </a:r>
                    </a:p>
                  </a:txBody>
                  <a:tcPr marL="68580" marR="68580" marT="34290" marB="34290"/>
                </a:tc>
                <a:extLst>
                  <a:ext uri="{0D108BD9-81ED-4DB2-BD59-A6C34878D82A}">
                    <a16:rowId xmlns:a16="http://schemas.microsoft.com/office/drawing/2014/main" val="3234149977"/>
                  </a:ext>
                </a:extLst>
              </a:tr>
              <a:tr h="1057294">
                <a:tc>
                  <a:txBody>
                    <a:bodyPr/>
                    <a:lstStyle/>
                    <a:p>
                      <a:r>
                        <a:rPr lang="en-US" sz="1400"/>
                        <a:t>Q1.1</a:t>
                      </a:r>
                    </a:p>
                  </a:txBody>
                  <a:tcPr marL="68580" marR="68580" marT="34290" marB="34290"/>
                </a:tc>
                <a:tc>
                  <a:txBody>
                    <a:bodyPr/>
                    <a:lstStyle/>
                    <a:p>
                      <a:r>
                        <a:rPr lang="en-US">
                          <a:latin typeface="Arial"/>
                        </a:rPr>
                        <a:t>Who is involved?</a:t>
                      </a:r>
                    </a:p>
                  </a:txBody>
                  <a:tcPr marL="68580" marR="68580" marT="34290" marB="34290"/>
                </a:tc>
                <a:tc>
                  <a:txBody>
                    <a:bodyPr/>
                    <a:lstStyle/>
                    <a:p>
                      <a:pPr marL="0" lvl="0" indent="0" algn="l">
                        <a:lnSpc>
                          <a:spcPct val="100000"/>
                        </a:lnSpc>
                        <a:spcBef>
                          <a:spcPts val="0"/>
                        </a:spcBef>
                        <a:spcAft>
                          <a:spcPts val="0"/>
                        </a:spcAft>
                        <a:buFont typeface="Arial"/>
                        <a:buChar char="•"/>
                      </a:pPr>
                      <a:r>
                        <a:rPr lang="en-US">
                          <a:latin typeface="Arial"/>
                        </a:rPr>
                        <a:t>The primary parties involved are Argos as a retailer, its marketing and strategy teams, and consumers who engage through its in-store, catalogue, and digital channels.</a:t>
                      </a:r>
                    </a:p>
                    <a:p>
                      <a:pPr marL="0" lvl="0" indent="0" algn="l">
                        <a:lnSpc>
                          <a:spcPct val="100000"/>
                        </a:lnSpc>
                        <a:spcBef>
                          <a:spcPts val="0"/>
                        </a:spcBef>
                        <a:spcAft>
                          <a:spcPts val="0"/>
                        </a:spcAft>
                        <a:buFont typeface="Arial"/>
                        <a:buChar char="•"/>
                      </a:pPr>
                      <a:r>
                        <a:rPr lang="en-US">
                          <a:latin typeface="Arial"/>
                        </a:rPr>
                        <a:t>Also involved are suppliers, technology partners, and Argos employees who support sales and service.</a:t>
                      </a:r>
                    </a:p>
                  </a:txBody>
                  <a:tcPr marL="68580" marR="68580" marT="34290" marB="34290"/>
                </a:tc>
                <a:extLst>
                  <a:ext uri="{0D108BD9-81ED-4DB2-BD59-A6C34878D82A}">
                    <a16:rowId xmlns:a16="http://schemas.microsoft.com/office/drawing/2014/main" val="1285076396"/>
                  </a:ext>
                </a:extLst>
              </a:tr>
              <a:tr h="259335">
                <a:tc>
                  <a:txBody>
                    <a:bodyPr/>
                    <a:lstStyle/>
                    <a:p>
                      <a:r>
                        <a:rPr lang="en-US" sz="1400"/>
                        <a:t>Q1.2</a:t>
                      </a:r>
                    </a:p>
                  </a:txBody>
                  <a:tcPr marL="68580" marR="68580" marT="34290" marB="34290"/>
                </a:tc>
                <a:tc>
                  <a:txBody>
                    <a:bodyPr/>
                    <a:lstStyle/>
                    <a:p>
                      <a:r>
                        <a:rPr lang="en-US">
                          <a:latin typeface="Arial"/>
                        </a:rPr>
                        <a:t>Who is affected?</a:t>
                      </a:r>
                    </a:p>
                  </a:txBody>
                  <a:tcPr marL="68580" marR="68580" marT="34290" marB="34290"/>
                </a:tc>
                <a:tc>
                  <a:txBody>
                    <a:bodyPr/>
                    <a:lstStyle/>
                    <a:p>
                      <a:pPr marL="285750" indent="-285750">
                        <a:buFont typeface="Arial"/>
                        <a:buChar char="•"/>
                      </a:pPr>
                      <a:r>
                        <a:rPr lang="en-US">
                          <a:latin typeface="Arial"/>
                        </a:rPr>
                        <a:t>Argos, customers and competitors</a:t>
                      </a:r>
                    </a:p>
                  </a:txBody>
                  <a:tcPr marL="68580" marR="68580" marT="34290" marB="34290"/>
                </a:tc>
                <a:extLst>
                  <a:ext uri="{0D108BD9-81ED-4DB2-BD59-A6C34878D82A}">
                    <a16:rowId xmlns:a16="http://schemas.microsoft.com/office/drawing/2014/main" val="560721380"/>
                  </a:ext>
                </a:extLst>
              </a:tr>
              <a:tr h="12567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Q1.3</a:t>
                      </a:r>
                    </a:p>
                  </a:txBody>
                  <a:tcPr marL="68580" marR="68580" marT="34290" marB="34290"/>
                </a:tc>
                <a:tc>
                  <a:txBody>
                    <a:bodyPr/>
                    <a:lstStyle/>
                    <a:p>
                      <a:r>
                        <a:rPr lang="en-US">
                          <a:latin typeface="Arial"/>
                        </a:rPr>
                        <a:t>Who will benefit?</a:t>
                      </a:r>
                    </a:p>
                  </a:txBody>
                  <a:tcPr marL="68580" marR="68580" marT="34290" marB="34290"/>
                </a:tc>
                <a:tc>
                  <a:txBody>
                    <a:bodyPr/>
                    <a:lstStyle/>
                    <a:p>
                      <a:pPr marL="285750" lvl="0" indent="-285750" algn="l">
                        <a:lnSpc>
                          <a:spcPct val="100000"/>
                        </a:lnSpc>
                        <a:spcBef>
                          <a:spcPts val="0"/>
                        </a:spcBef>
                        <a:spcAft>
                          <a:spcPts val="0"/>
                        </a:spcAft>
                        <a:buFont typeface="Arial"/>
                        <a:buChar char="•"/>
                      </a:pPr>
                      <a:r>
                        <a:rPr lang="en-US">
                          <a:latin typeface="Arial"/>
                        </a:rPr>
                        <a:t>Frequent customers (the “Get its”) benefit from better service and expanded product options.</a:t>
                      </a:r>
                    </a:p>
                    <a:p>
                      <a:pPr marL="285750" lvl="0" indent="-285750" algn="l">
                        <a:lnSpc>
                          <a:spcPct val="100000"/>
                        </a:lnSpc>
                        <a:spcBef>
                          <a:spcPts val="0"/>
                        </a:spcBef>
                        <a:spcAft>
                          <a:spcPts val="0"/>
                        </a:spcAft>
                        <a:buFont typeface="Arial"/>
                        <a:buChar char="•"/>
                      </a:pPr>
                      <a:r>
                        <a:rPr lang="en-US">
                          <a:latin typeface="Arial"/>
                        </a:rPr>
                        <a:t>Infrequent customers (the “Don’t quite get its”) benefit through tailored promotions and improved convenience.</a:t>
                      </a:r>
                    </a:p>
                    <a:p>
                      <a:pPr marL="285750" lvl="0" indent="-285750" algn="l">
                        <a:lnSpc>
                          <a:spcPct val="100000"/>
                        </a:lnSpc>
                        <a:spcBef>
                          <a:spcPts val="0"/>
                        </a:spcBef>
                        <a:spcAft>
                          <a:spcPts val="0"/>
                        </a:spcAft>
                        <a:buFont typeface="Arial"/>
                        <a:buChar char="•"/>
                      </a:pPr>
                      <a:r>
                        <a:rPr lang="en-US">
                          <a:latin typeface="Arial"/>
                        </a:rPr>
                        <a:t>Argos benefits from higher loyalty, increased sales, and growth from both new and retained customers.</a:t>
                      </a:r>
                    </a:p>
                  </a:txBody>
                  <a:tcPr marL="68580" marR="68580" marT="34290" marB="34290"/>
                </a:tc>
                <a:extLst>
                  <a:ext uri="{0D108BD9-81ED-4DB2-BD59-A6C34878D82A}">
                    <a16:rowId xmlns:a16="http://schemas.microsoft.com/office/drawing/2014/main" val="1901711666"/>
                  </a:ext>
                </a:extLst>
              </a:tr>
              <a:tr h="12567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Q1.4</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Arial"/>
                        </a:rPr>
                        <a:t>Who will be harmed?</a:t>
                      </a:r>
                    </a:p>
                  </a:txBody>
                  <a:tcPr marL="68580" marR="68580" marT="34290" marB="34290"/>
                </a:tc>
                <a:tc>
                  <a:txBody>
                    <a:bodyPr/>
                    <a:lstStyle/>
                    <a:p>
                      <a:pPr marL="285750" lvl="0" indent="-285750" algn="l">
                        <a:lnSpc>
                          <a:spcPct val="100000"/>
                        </a:lnSpc>
                        <a:spcBef>
                          <a:spcPts val="0"/>
                        </a:spcBef>
                        <a:spcAft>
                          <a:spcPts val="0"/>
                        </a:spcAft>
                        <a:buFont typeface="Arial"/>
                        <a:buChar char="•"/>
                      </a:pPr>
                      <a:r>
                        <a:rPr lang="en-US">
                          <a:latin typeface="Arial"/>
                        </a:rPr>
                        <a:t>Competitors may lose market share as Argos improves customer engagement.</a:t>
                      </a:r>
                    </a:p>
                    <a:p>
                      <a:pPr marL="285750" lvl="0" indent="-285750" algn="l">
                        <a:lnSpc>
                          <a:spcPct val="100000"/>
                        </a:lnSpc>
                        <a:spcBef>
                          <a:spcPts val="0"/>
                        </a:spcBef>
                        <a:spcAft>
                          <a:spcPts val="0"/>
                        </a:spcAft>
                        <a:buFont typeface="Arial"/>
                        <a:buChar char="•"/>
                      </a:pPr>
                      <a:r>
                        <a:rPr lang="en-US">
                          <a:latin typeface="Arial"/>
                        </a:rPr>
                        <a:t>Infrequent customers may feel overwhelmed or left behind if Argos overemphasizes digital tools and underinvests in traditional channels.</a:t>
                      </a:r>
                    </a:p>
                    <a:p>
                      <a:pPr marL="285750" lvl="0" indent="-285750" algn="l">
                        <a:lnSpc>
                          <a:spcPct val="100000"/>
                        </a:lnSpc>
                        <a:spcBef>
                          <a:spcPts val="0"/>
                        </a:spcBef>
                        <a:spcAft>
                          <a:spcPts val="0"/>
                        </a:spcAft>
                        <a:buFont typeface="Arial"/>
                        <a:buChar char="•"/>
                      </a:pPr>
                      <a:r>
                        <a:rPr lang="en-US">
                          <a:latin typeface="Arial"/>
                        </a:rPr>
                        <a:t>Employees in non-digital roles might face pressure or redundancy as operations digitize.</a:t>
                      </a:r>
                    </a:p>
                  </a:txBody>
                  <a:tcPr marL="68580" marR="68580" marT="34290" marB="34290"/>
                </a:tc>
                <a:extLst>
                  <a:ext uri="{0D108BD9-81ED-4DB2-BD59-A6C34878D82A}">
                    <a16:rowId xmlns:a16="http://schemas.microsoft.com/office/drawing/2014/main" val="1747657050"/>
                  </a:ext>
                </a:extLst>
              </a:tr>
            </a:tbl>
          </a:graphicData>
        </a:graphic>
      </p:graphicFrame>
      <p:sp>
        <p:nvSpPr>
          <p:cNvPr id="5" name="Google Shape;914;p45">
            <a:extLst>
              <a:ext uri="{FF2B5EF4-FFF2-40B4-BE49-F238E27FC236}">
                <a16:creationId xmlns:a16="http://schemas.microsoft.com/office/drawing/2014/main" id="{F7C6FB67-FCB2-7AD8-B990-789351F28E70}"/>
              </a:ext>
            </a:extLst>
          </p:cNvPr>
          <p:cNvSpPr txBox="1">
            <a:spLocks/>
          </p:cNvSpPr>
          <p:nvPr/>
        </p:nvSpPr>
        <p:spPr>
          <a:xfrm>
            <a:off x="118295" y="-152327"/>
            <a:ext cx="6375084" cy="87462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1pPr>
            <a:lvl2pPr marR="0" lvl="1"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2pPr>
            <a:lvl3pPr marR="0" lvl="2"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3pPr>
            <a:lvl4pPr marR="0" lvl="3"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4pPr>
            <a:lvl5pPr marR="0" lvl="4"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5pPr>
            <a:lvl6pPr marR="0" lvl="5"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6pPr>
            <a:lvl7pPr marR="0" lvl="6"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7pPr>
            <a:lvl8pPr marR="0" lvl="7"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8pPr>
            <a:lvl9pPr marR="0" lvl="8"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9pPr>
          </a:lstStyle>
          <a:p>
            <a:r>
              <a:rPr lang="en">
                <a:solidFill>
                  <a:schemeClr val="accent1"/>
                </a:solidFill>
              </a:rPr>
              <a:t>1- Who</a:t>
            </a:r>
          </a:p>
        </p:txBody>
      </p:sp>
    </p:spTree>
    <p:extLst>
      <p:ext uri="{BB962C8B-B14F-4D97-AF65-F5344CB8AC3E}">
        <p14:creationId xmlns:p14="http://schemas.microsoft.com/office/powerpoint/2010/main" val="19603003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DA733954-731A-4E94-99F4-DD1402118A33}"/>
              </a:ext>
            </a:extLst>
          </p:cNvPr>
          <p:cNvGraphicFramePr>
            <a:graphicFrameLocks noGrp="1"/>
          </p:cNvGraphicFramePr>
          <p:nvPr>
            <p:ph idx="1"/>
            <p:extLst>
              <p:ext uri="{D42A27DB-BD31-4B8C-83A1-F6EECF244321}">
                <p14:modId xmlns:p14="http://schemas.microsoft.com/office/powerpoint/2010/main" val="1791838191"/>
              </p:ext>
            </p:extLst>
          </p:nvPr>
        </p:nvGraphicFramePr>
        <p:xfrm>
          <a:off x="216566" y="728806"/>
          <a:ext cx="8713366" cy="4187190"/>
        </p:xfrm>
        <a:graphic>
          <a:graphicData uri="http://schemas.openxmlformats.org/drawingml/2006/table">
            <a:tbl>
              <a:tblPr firstRow="1" bandRow="1">
                <a:tableStyleId>{5C22544A-7EE6-4342-B048-85BDC9FD1C3A}</a:tableStyleId>
              </a:tblPr>
              <a:tblGrid>
                <a:gridCol w="577607">
                  <a:extLst>
                    <a:ext uri="{9D8B030D-6E8A-4147-A177-3AD203B41FA5}">
                      <a16:colId xmlns:a16="http://schemas.microsoft.com/office/drawing/2014/main" val="132850126"/>
                    </a:ext>
                  </a:extLst>
                </a:gridCol>
                <a:gridCol w="1950808">
                  <a:extLst>
                    <a:ext uri="{9D8B030D-6E8A-4147-A177-3AD203B41FA5}">
                      <a16:colId xmlns:a16="http://schemas.microsoft.com/office/drawing/2014/main" val="2577973472"/>
                    </a:ext>
                  </a:extLst>
                </a:gridCol>
                <a:gridCol w="6184951">
                  <a:extLst>
                    <a:ext uri="{9D8B030D-6E8A-4147-A177-3AD203B41FA5}">
                      <a16:colId xmlns:a16="http://schemas.microsoft.com/office/drawing/2014/main" val="3264490754"/>
                    </a:ext>
                  </a:extLst>
                </a:gridCol>
              </a:tblGrid>
              <a:tr h="285750">
                <a:tc>
                  <a:txBody>
                    <a:bodyPr/>
                    <a:lstStyle/>
                    <a:p>
                      <a:r>
                        <a:rPr lang="en-US" sz="1400"/>
                        <a:t>#</a:t>
                      </a:r>
                    </a:p>
                  </a:txBody>
                  <a:tcPr marL="68580" marR="68580" marT="34290" marB="34290"/>
                </a:tc>
                <a:tc>
                  <a:txBody>
                    <a:bodyPr/>
                    <a:lstStyle/>
                    <a:p>
                      <a:r>
                        <a:rPr lang="en-US" sz="1400"/>
                        <a:t>Question</a:t>
                      </a:r>
                    </a:p>
                  </a:txBody>
                  <a:tcPr marL="68580" marR="68580" marT="34290" marB="34290"/>
                </a:tc>
                <a:tc>
                  <a:txBody>
                    <a:bodyPr/>
                    <a:lstStyle/>
                    <a:p>
                      <a:r>
                        <a:rPr lang="en-US" sz="1400"/>
                        <a:t>Answer</a:t>
                      </a:r>
                    </a:p>
                  </a:txBody>
                  <a:tcPr marL="68580" marR="68580" marT="34290" marB="34290"/>
                </a:tc>
                <a:extLst>
                  <a:ext uri="{0D108BD9-81ED-4DB2-BD59-A6C34878D82A}">
                    <a16:rowId xmlns:a16="http://schemas.microsoft.com/office/drawing/2014/main" val="3234149977"/>
                  </a:ext>
                </a:extLst>
              </a:tr>
              <a:tr h="838672">
                <a:tc>
                  <a:txBody>
                    <a:bodyPr/>
                    <a:lstStyle/>
                    <a:p>
                      <a:r>
                        <a:rPr lang="en-US" sz="1400"/>
                        <a:t>Q2.1</a:t>
                      </a:r>
                    </a:p>
                  </a:txBody>
                  <a:tcPr marL="68580" marR="68580" marT="34290" marB="34290"/>
                </a:tc>
                <a:tc>
                  <a:txBody>
                    <a:bodyPr/>
                    <a:lstStyle/>
                    <a:p>
                      <a:r>
                        <a:rPr lang="en-US" sz="1400">
                          <a:solidFill>
                            <a:schemeClr val="bg1">
                              <a:lumMod val="10000"/>
                            </a:schemeClr>
                          </a:solidFill>
                          <a:latin typeface="Arial"/>
                        </a:rPr>
                        <a:t>What is your topic narrowed down in a simple phrase/sentence?</a:t>
                      </a:r>
                    </a:p>
                  </a:txBody>
                  <a:tcPr marL="68580" marR="68580" marT="34290" marB="34290"/>
                </a:tc>
                <a:tc>
                  <a:txBody>
                    <a:bodyPr/>
                    <a:lstStyle/>
                    <a:p>
                      <a:pPr lvl="0">
                        <a:buNone/>
                      </a:pPr>
                      <a:r>
                        <a:rPr lang="en-US" sz="1400" b="0" i="0" u="none" strike="noStrike" noProof="0">
                          <a:solidFill>
                            <a:schemeClr val="bg1">
                              <a:lumMod val="10000"/>
                            </a:schemeClr>
                          </a:solidFill>
                          <a:latin typeface="Arial"/>
                        </a:rPr>
                        <a:t>Improving customer retention by understanding shopping behavior at Argos.</a:t>
                      </a:r>
                      <a:endParaRPr lang="en-US" sz="1400">
                        <a:solidFill>
                          <a:schemeClr val="bg1">
                            <a:lumMod val="10000"/>
                          </a:schemeClr>
                        </a:solidFill>
                        <a:latin typeface="Arial"/>
                      </a:endParaRPr>
                    </a:p>
                  </a:txBody>
                  <a:tcPr marL="68580" marR="68580" marT="34290" marB="34290"/>
                </a:tc>
                <a:extLst>
                  <a:ext uri="{0D108BD9-81ED-4DB2-BD59-A6C34878D82A}">
                    <a16:rowId xmlns:a16="http://schemas.microsoft.com/office/drawing/2014/main" val="1285076396"/>
                  </a:ext>
                </a:extLst>
              </a:tr>
              <a:tr h="1097280">
                <a:tc>
                  <a:txBody>
                    <a:bodyPr/>
                    <a:lstStyle/>
                    <a:p>
                      <a:r>
                        <a:rPr lang="en-US" sz="1400"/>
                        <a:t>Q2.2</a:t>
                      </a:r>
                    </a:p>
                  </a:txBody>
                  <a:tcPr marL="68580" marR="68580" marT="34290" marB="34290"/>
                </a:tc>
                <a:tc>
                  <a:txBody>
                    <a:bodyPr/>
                    <a:lstStyle/>
                    <a:p>
                      <a:r>
                        <a:rPr lang="en-US" sz="1400">
                          <a:solidFill>
                            <a:schemeClr val="bg1">
                              <a:lumMod val="10000"/>
                            </a:schemeClr>
                          </a:solidFill>
                          <a:latin typeface="Arial"/>
                        </a:rPr>
                        <a:t>What does your topic involve? (i.e. What are the different parts to it?)</a:t>
                      </a:r>
                    </a:p>
                  </a:txBody>
                  <a:tcPr marL="68580" marR="68580" marT="34290" marB="34290"/>
                </a:tc>
                <a:tc>
                  <a:txBody>
                    <a:bodyPr/>
                    <a:lstStyle/>
                    <a:p>
                      <a:pPr marL="285750" lvl="0" indent="-285750" algn="l">
                        <a:lnSpc>
                          <a:spcPct val="100000"/>
                        </a:lnSpc>
                        <a:spcBef>
                          <a:spcPts val="0"/>
                        </a:spcBef>
                        <a:spcAft>
                          <a:spcPts val="0"/>
                        </a:spcAft>
                        <a:buFont typeface="Arial"/>
                        <a:buChar char="•"/>
                      </a:pPr>
                      <a:r>
                        <a:rPr lang="en-US" sz="1400" b="0" i="0" u="none" strike="noStrike" noProof="0">
                          <a:solidFill>
                            <a:schemeClr val="bg1">
                              <a:lumMod val="10000"/>
                            </a:schemeClr>
                          </a:solidFill>
                          <a:latin typeface="Arial"/>
                        </a:rPr>
                        <a:t>Customer segmentation by shopping frequency</a:t>
                      </a:r>
                      <a:endParaRPr lang="en-US" sz="1400">
                        <a:solidFill>
                          <a:schemeClr val="bg1">
                            <a:lumMod val="10000"/>
                          </a:schemeClr>
                        </a:solidFill>
                        <a:latin typeface="Arial"/>
                      </a:endParaRPr>
                    </a:p>
                    <a:p>
                      <a:pPr marL="285750" lvl="0" indent="-285750" algn="l">
                        <a:lnSpc>
                          <a:spcPct val="100000"/>
                        </a:lnSpc>
                        <a:spcBef>
                          <a:spcPts val="0"/>
                        </a:spcBef>
                        <a:spcAft>
                          <a:spcPts val="0"/>
                        </a:spcAft>
                        <a:buFont typeface="Arial"/>
                        <a:buChar char="•"/>
                      </a:pPr>
                      <a:r>
                        <a:rPr lang="en-US" sz="1400" b="0" i="0" u="none" strike="noStrike" noProof="0">
                          <a:solidFill>
                            <a:schemeClr val="bg1">
                              <a:lumMod val="10000"/>
                            </a:schemeClr>
                          </a:solidFill>
                          <a:latin typeface="Arial"/>
                        </a:rPr>
                        <a:t>Multi-channel retail strategies (store, catalogue, online)</a:t>
                      </a:r>
                      <a:endParaRPr lang="en-US" sz="1400">
                        <a:solidFill>
                          <a:schemeClr val="bg1">
                            <a:lumMod val="10000"/>
                          </a:schemeClr>
                        </a:solidFill>
                        <a:latin typeface="Arial"/>
                      </a:endParaRPr>
                    </a:p>
                    <a:p>
                      <a:pPr marL="285750" lvl="0" indent="-285750" algn="l">
                        <a:lnSpc>
                          <a:spcPct val="100000"/>
                        </a:lnSpc>
                        <a:spcBef>
                          <a:spcPts val="0"/>
                        </a:spcBef>
                        <a:spcAft>
                          <a:spcPts val="0"/>
                        </a:spcAft>
                        <a:buFont typeface="Arial"/>
                        <a:buChar char="•"/>
                      </a:pPr>
                      <a:r>
                        <a:rPr lang="en-US" sz="1400" b="0" i="0" u="none" strike="noStrike" noProof="0">
                          <a:solidFill>
                            <a:schemeClr val="bg1">
                              <a:lumMod val="10000"/>
                            </a:schemeClr>
                          </a:solidFill>
                          <a:latin typeface="Arial"/>
                        </a:rPr>
                        <a:t>Marketing campaigns targeting different shopper types</a:t>
                      </a:r>
                      <a:endParaRPr lang="en-US" sz="1400">
                        <a:solidFill>
                          <a:schemeClr val="bg1">
                            <a:lumMod val="10000"/>
                          </a:schemeClr>
                        </a:solidFill>
                        <a:latin typeface="Arial"/>
                      </a:endParaRPr>
                    </a:p>
                    <a:p>
                      <a:pPr marL="285750" lvl="0" indent="-285750" algn="l">
                        <a:lnSpc>
                          <a:spcPct val="100000"/>
                        </a:lnSpc>
                        <a:spcBef>
                          <a:spcPts val="0"/>
                        </a:spcBef>
                        <a:spcAft>
                          <a:spcPts val="0"/>
                        </a:spcAft>
                        <a:buFont typeface="Arial"/>
                        <a:buChar char="•"/>
                      </a:pPr>
                      <a:r>
                        <a:rPr lang="en-US" sz="1400" b="0" i="0" u="none" strike="noStrike" noProof="0">
                          <a:solidFill>
                            <a:schemeClr val="bg1">
                              <a:lumMod val="10000"/>
                            </a:schemeClr>
                          </a:solidFill>
                          <a:latin typeface="Arial"/>
                        </a:rPr>
                        <a:t>Technology use for convenience (e.g., Quick Pay, home delivery)</a:t>
                      </a:r>
                      <a:endParaRPr lang="en-US" sz="1400">
                        <a:solidFill>
                          <a:schemeClr val="bg1">
                            <a:lumMod val="10000"/>
                          </a:schemeClr>
                        </a:solidFill>
                        <a:latin typeface="Arial"/>
                      </a:endParaRPr>
                    </a:p>
                    <a:p>
                      <a:pPr marL="285750" lvl="0" indent="-285750" algn="l">
                        <a:lnSpc>
                          <a:spcPct val="100000"/>
                        </a:lnSpc>
                        <a:spcBef>
                          <a:spcPts val="0"/>
                        </a:spcBef>
                        <a:spcAft>
                          <a:spcPts val="0"/>
                        </a:spcAft>
                        <a:buFont typeface="Arial"/>
                        <a:buChar char="•"/>
                      </a:pPr>
                      <a:r>
                        <a:rPr lang="en-US" sz="1400" b="0" i="0" u="none" strike="noStrike" noProof="0">
                          <a:solidFill>
                            <a:schemeClr val="bg1">
                              <a:lumMod val="10000"/>
                            </a:schemeClr>
                          </a:solidFill>
                          <a:latin typeface="Arial"/>
                        </a:rPr>
                        <a:t>Value-focused pricing and customer satisfaction</a:t>
                      </a:r>
                      <a:endParaRPr lang="en-US" sz="1400">
                        <a:solidFill>
                          <a:schemeClr val="bg1">
                            <a:lumMod val="10000"/>
                          </a:schemeClr>
                        </a:solidFill>
                        <a:latin typeface="Arial"/>
                      </a:endParaRPr>
                    </a:p>
                  </a:txBody>
                  <a:tcPr marL="68580" marR="68580" marT="34290" marB="34290"/>
                </a:tc>
                <a:extLst>
                  <a:ext uri="{0D108BD9-81ED-4DB2-BD59-A6C34878D82A}">
                    <a16:rowId xmlns:a16="http://schemas.microsoft.com/office/drawing/2014/main" val="560721380"/>
                  </a:ext>
                </a:extLst>
              </a:tr>
              <a:tr h="6858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Q2.3</a:t>
                      </a:r>
                    </a:p>
                  </a:txBody>
                  <a:tcPr marL="68580" marR="68580" marT="34290" marB="34290"/>
                </a:tc>
                <a:tc>
                  <a:txBody>
                    <a:bodyPr/>
                    <a:lstStyle/>
                    <a:p>
                      <a:r>
                        <a:rPr lang="en-US" sz="1400">
                          <a:solidFill>
                            <a:schemeClr val="bg1">
                              <a:lumMod val="10000"/>
                            </a:schemeClr>
                          </a:solidFill>
                          <a:latin typeface="Arial"/>
                        </a:rPr>
                        <a:t>What is it similar to / different from?</a:t>
                      </a:r>
                    </a:p>
                  </a:txBody>
                  <a:tcPr marL="68580" marR="68580" marT="34290" marB="34290"/>
                </a:tc>
                <a:tc>
                  <a:txBody>
                    <a:bodyPr/>
                    <a:lstStyle/>
                    <a:p>
                      <a:pPr marL="285750" lvl="0" indent="-285750" algn="l">
                        <a:lnSpc>
                          <a:spcPct val="100000"/>
                        </a:lnSpc>
                        <a:spcBef>
                          <a:spcPts val="0"/>
                        </a:spcBef>
                        <a:spcAft>
                          <a:spcPts val="0"/>
                        </a:spcAft>
                        <a:buFont typeface="Arial"/>
                        <a:buChar char="•"/>
                      </a:pPr>
                      <a:r>
                        <a:rPr lang="en-US" sz="1400" b="0" i="0" u="none" strike="noStrike" noProof="0">
                          <a:solidFill>
                            <a:schemeClr val="bg1">
                              <a:lumMod val="10000"/>
                            </a:schemeClr>
                          </a:solidFill>
                          <a:latin typeface="Arial"/>
                        </a:rPr>
                        <a:t>Similar to: Other retail loyalty strategies like those used by Amazon or Walmart</a:t>
                      </a:r>
                      <a:endParaRPr lang="en-US" sz="1400" b="0">
                        <a:solidFill>
                          <a:schemeClr val="bg1">
                            <a:lumMod val="10000"/>
                          </a:schemeClr>
                        </a:solidFill>
                        <a:latin typeface="Arial"/>
                      </a:endParaRPr>
                    </a:p>
                    <a:p>
                      <a:pPr marL="285750" lvl="0" indent="-285750" algn="l">
                        <a:lnSpc>
                          <a:spcPct val="100000"/>
                        </a:lnSpc>
                        <a:spcBef>
                          <a:spcPts val="0"/>
                        </a:spcBef>
                        <a:spcAft>
                          <a:spcPts val="0"/>
                        </a:spcAft>
                        <a:buFont typeface="Arial"/>
                        <a:buChar char="•"/>
                      </a:pPr>
                      <a:r>
                        <a:rPr lang="en-US" sz="1400" b="0" i="0" u="none" strike="noStrike" noProof="0">
                          <a:solidFill>
                            <a:schemeClr val="bg1">
                              <a:lumMod val="10000"/>
                            </a:schemeClr>
                          </a:solidFill>
                          <a:latin typeface="Arial"/>
                        </a:rPr>
                        <a:t>Different from: Traditional high-street retailers who rely heavily on in-store display and less on catalogs or home delivery models</a:t>
                      </a:r>
                      <a:endParaRPr lang="en-US" sz="1400" b="0">
                        <a:solidFill>
                          <a:schemeClr val="bg1">
                            <a:lumMod val="10000"/>
                          </a:schemeClr>
                        </a:solidFill>
                        <a:latin typeface="Arial"/>
                      </a:endParaRPr>
                    </a:p>
                  </a:txBody>
                  <a:tcPr marL="68580" marR="68580" marT="34290" marB="34290"/>
                </a:tc>
                <a:extLst>
                  <a:ext uri="{0D108BD9-81ED-4DB2-BD59-A6C34878D82A}">
                    <a16:rowId xmlns:a16="http://schemas.microsoft.com/office/drawing/2014/main" val="1901711666"/>
                  </a:ext>
                </a:extLst>
              </a:tr>
              <a:tr h="8915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Q2.4</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solidFill>
                            <a:schemeClr val="bg1">
                              <a:lumMod val="10000"/>
                            </a:schemeClr>
                          </a:solidFill>
                          <a:latin typeface="Arial"/>
                        </a:rPr>
                        <a:t>What might be affected/changed by your topic?</a:t>
                      </a:r>
                    </a:p>
                  </a:txBody>
                  <a:tcPr marL="68580" marR="68580" marT="34290" marB="34290"/>
                </a:tc>
                <a:tc>
                  <a:txBody>
                    <a:bodyPr/>
                    <a:lstStyle/>
                    <a:p>
                      <a:pPr marL="285750" lvl="0" indent="-285750" algn="l">
                        <a:lnSpc>
                          <a:spcPct val="100000"/>
                        </a:lnSpc>
                        <a:spcBef>
                          <a:spcPts val="0"/>
                        </a:spcBef>
                        <a:spcAft>
                          <a:spcPts val="0"/>
                        </a:spcAft>
                        <a:buFont typeface="Arial"/>
                        <a:buChar char="•"/>
                      </a:pPr>
                      <a:r>
                        <a:rPr lang="en-US" sz="1400" b="0" i="0" u="none" strike="noStrike" noProof="0">
                          <a:solidFill>
                            <a:schemeClr val="bg1">
                              <a:lumMod val="10000"/>
                            </a:schemeClr>
                          </a:solidFill>
                          <a:latin typeface="Arial"/>
                        </a:rPr>
                        <a:t>Customer loyalty and purchase frequency</a:t>
                      </a:r>
                      <a:endParaRPr lang="en-US" sz="1400" b="0">
                        <a:solidFill>
                          <a:schemeClr val="bg1">
                            <a:lumMod val="10000"/>
                          </a:schemeClr>
                        </a:solidFill>
                        <a:latin typeface="Arial"/>
                      </a:endParaRPr>
                    </a:p>
                    <a:p>
                      <a:pPr marL="285750" lvl="0" indent="-285750" algn="l">
                        <a:lnSpc>
                          <a:spcPct val="100000"/>
                        </a:lnSpc>
                        <a:spcBef>
                          <a:spcPts val="0"/>
                        </a:spcBef>
                        <a:spcAft>
                          <a:spcPts val="0"/>
                        </a:spcAft>
                        <a:buFont typeface="Arial"/>
                        <a:buChar char="•"/>
                      </a:pPr>
                      <a:r>
                        <a:rPr lang="en-US" sz="1400" b="0" i="0" u="none" strike="noStrike" noProof="0">
                          <a:solidFill>
                            <a:schemeClr val="bg1">
                              <a:lumMod val="10000"/>
                            </a:schemeClr>
                          </a:solidFill>
                          <a:latin typeface="Arial"/>
                        </a:rPr>
                        <a:t>Sales growth and basket size</a:t>
                      </a:r>
                      <a:endParaRPr lang="en-US" sz="1400" b="0">
                        <a:solidFill>
                          <a:schemeClr val="bg1">
                            <a:lumMod val="10000"/>
                          </a:schemeClr>
                        </a:solidFill>
                        <a:latin typeface="Arial"/>
                      </a:endParaRPr>
                    </a:p>
                    <a:p>
                      <a:pPr marL="285750" lvl="0" indent="-285750" algn="l">
                        <a:lnSpc>
                          <a:spcPct val="100000"/>
                        </a:lnSpc>
                        <a:spcBef>
                          <a:spcPts val="0"/>
                        </a:spcBef>
                        <a:spcAft>
                          <a:spcPts val="0"/>
                        </a:spcAft>
                        <a:buFont typeface="Arial"/>
                        <a:buChar char="•"/>
                      </a:pPr>
                      <a:r>
                        <a:rPr lang="en-US" sz="1400" b="0" i="0" u="none" strike="noStrike" noProof="0">
                          <a:solidFill>
                            <a:schemeClr val="bg1">
                              <a:lumMod val="10000"/>
                            </a:schemeClr>
                          </a:solidFill>
                          <a:latin typeface="Arial"/>
                        </a:rPr>
                        <a:t>Employee training and roles</a:t>
                      </a:r>
                      <a:endParaRPr lang="en-US" sz="1400" b="0">
                        <a:solidFill>
                          <a:schemeClr val="bg1">
                            <a:lumMod val="10000"/>
                          </a:schemeClr>
                        </a:solidFill>
                        <a:latin typeface="Arial"/>
                      </a:endParaRPr>
                    </a:p>
                    <a:p>
                      <a:pPr marL="285750" lvl="0" indent="-285750" algn="l">
                        <a:lnSpc>
                          <a:spcPct val="100000"/>
                        </a:lnSpc>
                        <a:spcBef>
                          <a:spcPts val="0"/>
                        </a:spcBef>
                        <a:spcAft>
                          <a:spcPts val="0"/>
                        </a:spcAft>
                        <a:buFont typeface="Arial"/>
                        <a:buChar char="•"/>
                      </a:pPr>
                      <a:r>
                        <a:rPr lang="en-US" sz="1400" b="0" i="0" u="none" strike="noStrike" noProof="0">
                          <a:solidFill>
                            <a:schemeClr val="bg1">
                              <a:lumMod val="10000"/>
                            </a:schemeClr>
                          </a:solidFill>
                          <a:latin typeface="Arial"/>
                        </a:rPr>
                        <a:t>Competitor positioning in the retail market</a:t>
                      </a:r>
                      <a:endParaRPr lang="en-US" sz="1400" b="0">
                        <a:solidFill>
                          <a:schemeClr val="bg1">
                            <a:lumMod val="10000"/>
                          </a:schemeClr>
                        </a:solidFill>
                        <a:latin typeface="Arial"/>
                      </a:endParaRPr>
                    </a:p>
                  </a:txBody>
                  <a:tcPr marL="68580" marR="68580" marT="34290" marB="34290"/>
                </a:tc>
                <a:extLst>
                  <a:ext uri="{0D108BD9-81ED-4DB2-BD59-A6C34878D82A}">
                    <a16:rowId xmlns:a16="http://schemas.microsoft.com/office/drawing/2014/main" val="3127282056"/>
                  </a:ext>
                </a:extLst>
              </a:tr>
            </a:tbl>
          </a:graphicData>
        </a:graphic>
      </p:graphicFrame>
      <p:sp>
        <p:nvSpPr>
          <p:cNvPr id="7" name="Google Shape;914;p45">
            <a:extLst>
              <a:ext uri="{FF2B5EF4-FFF2-40B4-BE49-F238E27FC236}">
                <a16:creationId xmlns:a16="http://schemas.microsoft.com/office/drawing/2014/main" id="{BE363022-F1AF-5896-F035-5F194247C8FB}"/>
              </a:ext>
            </a:extLst>
          </p:cNvPr>
          <p:cNvSpPr txBox="1">
            <a:spLocks/>
          </p:cNvSpPr>
          <p:nvPr/>
        </p:nvSpPr>
        <p:spPr>
          <a:xfrm>
            <a:off x="214345" y="1354"/>
            <a:ext cx="6375084" cy="87462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1pPr>
            <a:lvl2pPr marR="0" lvl="1"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2pPr>
            <a:lvl3pPr marR="0" lvl="2"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3pPr>
            <a:lvl4pPr marR="0" lvl="3"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4pPr>
            <a:lvl5pPr marR="0" lvl="4"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5pPr>
            <a:lvl6pPr marR="0" lvl="5"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6pPr>
            <a:lvl7pPr marR="0" lvl="6"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7pPr>
            <a:lvl8pPr marR="0" lvl="7"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8pPr>
            <a:lvl9pPr marR="0" lvl="8"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9pPr>
          </a:lstStyle>
          <a:p>
            <a:r>
              <a:rPr lang="en">
                <a:solidFill>
                  <a:schemeClr val="accent1"/>
                </a:solidFill>
              </a:rPr>
              <a:t>2- What</a:t>
            </a:r>
          </a:p>
        </p:txBody>
      </p:sp>
    </p:spTree>
    <p:extLst>
      <p:ext uri="{BB962C8B-B14F-4D97-AF65-F5344CB8AC3E}">
        <p14:creationId xmlns:p14="http://schemas.microsoft.com/office/powerpoint/2010/main" val="301872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DA733954-731A-4E94-99F4-DD1402118A33}"/>
              </a:ext>
            </a:extLst>
          </p:cNvPr>
          <p:cNvGraphicFramePr>
            <a:graphicFrameLocks noGrp="1"/>
          </p:cNvGraphicFramePr>
          <p:nvPr>
            <p:ph idx="1"/>
            <p:extLst>
              <p:ext uri="{D42A27DB-BD31-4B8C-83A1-F6EECF244321}">
                <p14:modId xmlns:p14="http://schemas.microsoft.com/office/powerpoint/2010/main" val="3695097664"/>
              </p:ext>
            </p:extLst>
          </p:nvPr>
        </p:nvGraphicFramePr>
        <p:xfrm>
          <a:off x="216594" y="876431"/>
          <a:ext cx="8713368" cy="3931624"/>
        </p:xfrm>
        <a:graphic>
          <a:graphicData uri="http://schemas.openxmlformats.org/drawingml/2006/table">
            <a:tbl>
              <a:tblPr firstRow="1" bandRow="1">
                <a:tableStyleId>{5C22544A-7EE6-4342-B048-85BDC9FD1C3A}</a:tableStyleId>
              </a:tblPr>
              <a:tblGrid>
                <a:gridCol w="577607">
                  <a:extLst>
                    <a:ext uri="{9D8B030D-6E8A-4147-A177-3AD203B41FA5}">
                      <a16:colId xmlns:a16="http://schemas.microsoft.com/office/drawing/2014/main" val="132850126"/>
                    </a:ext>
                  </a:extLst>
                </a:gridCol>
                <a:gridCol w="1950809">
                  <a:extLst>
                    <a:ext uri="{9D8B030D-6E8A-4147-A177-3AD203B41FA5}">
                      <a16:colId xmlns:a16="http://schemas.microsoft.com/office/drawing/2014/main" val="2577973472"/>
                    </a:ext>
                  </a:extLst>
                </a:gridCol>
                <a:gridCol w="6184952">
                  <a:extLst>
                    <a:ext uri="{9D8B030D-6E8A-4147-A177-3AD203B41FA5}">
                      <a16:colId xmlns:a16="http://schemas.microsoft.com/office/drawing/2014/main" val="3264490754"/>
                    </a:ext>
                  </a:extLst>
                </a:gridCol>
              </a:tblGrid>
              <a:tr h="405844">
                <a:tc>
                  <a:txBody>
                    <a:bodyPr/>
                    <a:lstStyle/>
                    <a:p>
                      <a:r>
                        <a:rPr lang="en-US" sz="1400"/>
                        <a:t>#</a:t>
                      </a:r>
                    </a:p>
                  </a:txBody>
                  <a:tcPr marL="68580" marR="68580" marT="34290" marB="34290"/>
                </a:tc>
                <a:tc>
                  <a:txBody>
                    <a:bodyPr/>
                    <a:lstStyle/>
                    <a:p>
                      <a:r>
                        <a:rPr lang="en-US" sz="1400"/>
                        <a:t>Question</a:t>
                      </a:r>
                    </a:p>
                  </a:txBody>
                  <a:tcPr marL="68580" marR="68580" marT="34290" marB="34290"/>
                </a:tc>
                <a:tc>
                  <a:txBody>
                    <a:bodyPr/>
                    <a:lstStyle/>
                    <a:p>
                      <a:r>
                        <a:rPr lang="en-US" sz="1400"/>
                        <a:t>Answer</a:t>
                      </a:r>
                    </a:p>
                  </a:txBody>
                  <a:tcPr marL="68580" marR="68580" marT="34290" marB="34290"/>
                </a:tc>
                <a:extLst>
                  <a:ext uri="{0D108BD9-81ED-4DB2-BD59-A6C34878D82A}">
                    <a16:rowId xmlns:a16="http://schemas.microsoft.com/office/drawing/2014/main" val="3234149977"/>
                  </a:ext>
                </a:extLst>
              </a:tr>
              <a:tr h="2460439">
                <a:tc>
                  <a:txBody>
                    <a:bodyPr/>
                    <a:lstStyle/>
                    <a:p>
                      <a:r>
                        <a:rPr lang="en-US" sz="1400"/>
                        <a:t>Q3.1</a:t>
                      </a:r>
                    </a:p>
                  </a:txBody>
                  <a:tcPr marL="68580" marR="68580" marT="34290" marB="34290"/>
                </a:tc>
                <a:tc>
                  <a:txBody>
                    <a:bodyPr/>
                    <a:lstStyle/>
                    <a:p>
                      <a:r>
                        <a:rPr lang="en-US" sz="1400" b="0">
                          <a:solidFill>
                            <a:schemeClr val="bg1">
                              <a:lumMod val="10000"/>
                            </a:schemeClr>
                          </a:solidFill>
                          <a:latin typeface="Arial"/>
                        </a:rPr>
                        <a:t>When does this take place? When did this take place? When will it take place? When should this take place?</a:t>
                      </a:r>
                    </a:p>
                  </a:txBody>
                  <a:tcPr marL="68580" marR="68580" marT="34290" marB="34290"/>
                </a:tc>
                <a:tc>
                  <a:txBody>
                    <a:bodyPr/>
                    <a:lstStyle/>
                    <a:p>
                      <a:pPr lvl="0">
                        <a:buNone/>
                      </a:pPr>
                      <a:r>
                        <a:rPr lang="en-US" sz="1400" b="0" i="0" u="none" strike="noStrike" noProof="0">
                          <a:solidFill>
                            <a:schemeClr val="bg1">
                              <a:lumMod val="10000"/>
                            </a:schemeClr>
                          </a:solidFill>
                          <a:latin typeface="Arial"/>
                        </a:rPr>
                        <a:t>This takes place continually, as customer behavior and market trends evolve.</a:t>
                      </a:r>
                    </a:p>
                    <a:p>
                      <a:pPr lvl="0">
                        <a:buNone/>
                      </a:pPr>
                      <a:r>
                        <a:rPr lang="en-US" sz="1400" b="0" i="0" u="none" strike="noStrike" noProof="0">
                          <a:solidFill>
                            <a:schemeClr val="bg1">
                              <a:lumMod val="10000"/>
                            </a:schemeClr>
                          </a:solidFill>
                          <a:latin typeface="Arial"/>
                        </a:rPr>
                        <a:t>The strategic shift began in the early 2000s, with major growth reported between 2003 and 2004, and has continued since.</a:t>
                      </a:r>
                    </a:p>
                    <a:p>
                      <a:pPr lvl="0">
                        <a:buNone/>
                      </a:pPr>
                      <a:r>
                        <a:rPr lang="en-US" sz="1400" b="0" i="0" u="none" strike="noStrike" noProof="0">
                          <a:solidFill>
                            <a:schemeClr val="bg1">
                              <a:lumMod val="10000"/>
                            </a:schemeClr>
                          </a:solidFill>
                          <a:latin typeface="Arial"/>
                        </a:rPr>
                        <a:t>It will continue into the future as Argos expands digital channels and adapts to changing customer needs.</a:t>
                      </a:r>
                    </a:p>
                    <a:p>
                      <a:pPr lvl="0">
                        <a:buNone/>
                      </a:pPr>
                      <a:r>
                        <a:rPr lang="en-US" sz="1400" b="0" i="0" u="none" strike="noStrike" noProof="0">
                          <a:solidFill>
                            <a:schemeClr val="bg1">
                              <a:lumMod val="10000"/>
                            </a:schemeClr>
                          </a:solidFill>
                          <a:latin typeface="Arial"/>
                        </a:rPr>
                        <a:t>Customer segmentation, marketing, and tech-driven service should be ongoing—regular updates are necessary to stay competitive in retail.</a:t>
                      </a:r>
                      <a:endParaRPr lang="en-US" sz="1400" b="0">
                        <a:solidFill>
                          <a:schemeClr val="bg1">
                            <a:lumMod val="10000"/>
                          </a:schemeClr>
                        </a:solidFill>
                        <a:latin typeface="Arial"/>
                      </a:endParaRPr>
                    </a:p>
                  </a:txBody>
                  <a:tcPr marL="68580" marR="68580" marT="34290" marB="34290"/>
                </a:tc>
                <a:extLst>
                  <a:ext uri="{0D108BD9-81ED-4DB2-BD59-A6C34878D82A}">
                    <a16:rowId xmlns:a16="http://schemas.microsoft.com/office/drawing/2014/main" val="1285076396"/>
                  </a:ext>
                </a:extLst>
              </a:tr>
              <a:tr h="1065341">
                <a:tc>
                  <a:txBody>
                    <a:bodyPr/>
                    <a:lstStyle/>
                    <a:p>
                      <a:r>
                        <a:rPr lang="en-US" sz="1400"/>
                        <a:t>Q3.2</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solidFill>
                            <a:schemeClr val="bg1">
                              <a:lumMod val="10000"/>
                            </a:schemeClr>
                          </a:solidFill>
                          <a:latin typeface="Arial"/>
                        </a:rPr>
                        <a:t>Does when this takes place affect the topic?</a:t>
                      </a:r>
                    </a:p>
                  </a:txBody>
                  <a:tcPr marL="68580" marR="68580" marT="34290" marB="34290"/>
                </a:tc>
                <a:tc>
                  <a:txBody>
                    <a:bodyPr/>
                    <a:lstStyle/>
                    <a:p>
                      <a:pPr lvl="0">
                        <a:buNone/>
                      </a:pPr>
                      <a:r>
                        <a:rPr lang="en-US" sz="1400" b="0" i="0" u="none" strike="noStrike" noProof="0">
                          <a:solidFill>
                            <a:schemeClr val="bg1">
                              <a:lumMod val="10000"/>
                            </a:schemeClr>
                          </a:solidFill>
                          <a:latin typeface="Arial"/>
                        </a:rPr>
                        <a:t>Yes. Timing is critical because consumer preferences shift rapidly. Implementing strategies early helps Argos stay ahead of competitors and meet evolving customer expectations.</a:t>
                      </a:r>
                      <a:endParaRPr lang="en-US" sz="1400">
                        <a:solidFill>
                          <a:schemeClr val="bg1">
                            <a:lumMod val="10000"/>
                          </a:schemeClr>
                        </a:solidFill>
                        <a:latin typeface="Arial"/>
                      </a:endParaRPr>
                    </a:p>
                  </a:txBody>
                  <a:tcPr marL="68580" marR="68580" marT="34290" marB="34290"/>
                </a:tc>
                <a:extLst>
                  <a:ext uri="{0D108BD9-81ED-4DB2-BD59-A6C34878D82A}">
                    <a16:rowId xmlns:a16="http://schemas.microsoft.com/office/drawing/2014/main" val="560721380"/>
                  </a:ext>
                </a:extLst>
              </a:tr>
            </a:tbl>
          </a:graphicData>
        </a:graphic>
      </p:graphicFrame>
      <p:sp>
        <p:nvSpPr>
          <p:cNvPr id="7" name="Google Shape;914;p45">
            <a:extLst>
              <a:ext uri="{FF2B5EF4-FFF2-40B4-BE49-F238E27FC236}">
                <a16:creationId xmlns:a16="http://schemas.microsoft.com/office/drawing/2014/main" id="{84F88307-6A47-FBB9-C810-55797C6D61DF}"/>
              </a:ext>
            </a:extLst>
          </p:cNvPr>
          <p:cNvSpPr txBox="1">
            <a:spLocks/>
          </p:cNvSpPr>
          <p:nvPr/>
        </p:nvSpPr>
        <p:spPr>
          <a:xfrm>
            <a:off x="214345" y="1354"/>
            <a:ext cx="6375084" cy="87462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1pPr>
            <a:lvl2pPr marR="0" lvl="1"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2pPr>
            <a:lvl3pPr marR="0" lvl="2"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3pPr>
            <a:lvl4pPr marR="0" lvl="3"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4pPr>
            <a:lvl5pPr marR="0" lvl="4"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5pPr>
            <a:lvl6pPr marR="0" lvl="5"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6pPr>
            <a:lvl7pPr marR="0" lvl="6"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7pPr>
            <a:lvl8pPr marR="0" lvl="7"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8pPr>
            <a:lvl9pPr marR="0" lvl="8"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9pPr>
          </a:lstStyle>
          <a:p>
            <a:r>
              <a:rPr lang="en">
                <a:solidFill>
                  <a:schemeClr val="accent1"/>
                </a:solidFill>
              </a:rPr>
              <a:t>3- When </a:t>
            </a:r>
          </a:p>
        </p:txBody>
      </p:sp>
    </p:spTree>
    <p:extLst>
      <p:ext uri="{BB962C8B-B14F-4D97-AF65-F5344CB8AC3E}">
        <p14:creationId xmlns:p14="http://schemas.microsoft.com/office/powerpoint/2010/main" val="642936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DA733954-731A-4E94-99F4-DD1402118A33}"/>
              </a:ext>
            </a:extLst>
          </p:cNvPr>
          <p:cNvGraphicFramePr>
            <a:graphicFrameLocks noGrp="1"/>
          </p:cNvGraphicFramePr>
          <p:nvPr>
            <p:ph idx="1"/>
            <p:extLst>
              <p:ext uri="{D42A27DB-BD31-4B8C-83A1-F6EECF244321}">
                <p14:modId xmlns:p14="http://schemas.microsoft.com/office/powerpoint/2010/main" val="733733419"/>
              </p:ext>
            </p:extLst>
          </p:nvPr>
        </p:nvGraphicFramePr>
        <p:xfrm>
          <a:off x="216113" y="725180"/>
          <a:ext cx="8251761" cy="2805466"/>
        </p:xfrm>
        <a:graphic>
          <a:graphicData uri="http://schemas.openxmlformats.org/drawingml/2006/table">
            <a:tbl>
              <a:tblPr firstRow="1" bandRow="1">
                <a:tableStyleId>{5C22544A-7EE6-4342-B048-85BDC9FD1C3A}</a:tableStyleId>
              </a:tblPr>
              <a:tblGrid>
                <a:gridCol w="547008">
                  <a:extLst>
                    <a:ext uri="{9D8B030D-6E8A-4147-A177-3AD203B41FA5}">
                      <a16:colId xmlns:a16="http://schemas.microsoft.com/office/drawing/2014/main" val="132850126"/>
                    </a:ext>
                  </a:extLst>
                </a:gridCol>
                <a:gridCol w="1847461">
                  <a:extLst>
                    <a:ext uri="{9D8B030D-6E8A-4147-A177-3AD203B41FA5}">
                      <a16:colId xmlns:a16="http://schemas.microsoft.com/office/drawing/2014/main" val="2577973472"/>
                    </a:ext>
                  </a:extLst>
                </a:gridCol>
                <a:gridCol w="5857292">
                  <a:extLst>
                    <a:ext uri="{9D8B030D-6E8A-4147-A177-3AD203B41FA5}">
                      <a16:colId xmlns:a16="http://schemas.microsoft.com/office/drawing/2014/main" val="3264490754"/>
                    </a:ext>
                  </a:extLst>
                </a:gridCol>
              </a:tblGrid>
              <a:tr h="703384">
                <a:tc>
                  <a:txBody>
                    <a:bodyPr/>
                    <a:lstStyle/>
                    <a:p>
                      <a:r>
                        <a:rPr lang="en-US" sz="1400"/>
                        <a:t>#</a:t>
                      </a:r>
                    </a:p>
                  </a:txBody>
                  <a:tcPr marL="68580" marR="68580" marT="34290" marB="34290"/>
                </a:tc>
                <a:tc>
                  <a:txBody>
                    <a:bodyPr/>
                    <a:lstStyle/>
                    <a:p>
                      <a:r>
                        <a:rPr lang="en-US" sz="1400"/>
                        <a:t>Question</a:t>
                      </a:r>
                    </a:p>
                  </a:txBody>
                  <a:tcPr marL="68580" marR="68580" marT="34290" marB="34290"/>
                </a:tc>
                <a:tc>
                  <a:txBody>
                    <a:bodyPr/>
                    <a:lstStyle/>
                    <a:p>
                      <a:r>
                        <a:rPr lang="en-US" sz="1400"/>
                        <a:t>Answer</a:t>
                      </a:r>
                    </a:p>
                  </a:txBody>
                  <a:tcPr marL="68580" marR="68580" marT="34290" marB="34290"/>
                </a:tc>
                <a:extLst>
                  <a:ext uri="{0D108BD9-81ED-4DB2-BD59-A6C34878D82A}">
                    <a16:rowId xmlns:a16="http://schemas.microsoft.com/office/drawing/2014/main" val="3234149977"/>
                  </a:ext>
                </a:extLst>
              </a:tr>
              <a:tr h="1051041">
                <a:tc>
                  <a:txBody>
                    <a:bodyPr/>
                    <a:lstStyle/>
                    <a:p>
                      <a:r>
                        <a:rPr lang="en-US" sz="1400"/>
                        <a:t>Q4.1</a:t>
                      </a:r>
                    </a:p>
                  </a:txBody>
                  <a:tcPr marL="68580" marR="68580" marT="34290" marB="34290"/>
                </a:tc>
                <a:tc>
                  <a:txBody>
                    <a:bodyPr/>
                    <a:lstStyle/>
                    <a:p>
                      <a:pPr lvl="0">
                        <a:buNone/>
                      </a:pPr>
                      <a:r>
                        <a:rPr lang="en-US" sz="1400" b="0" i="0" u="none" strike="noStrike" noProof="0">
                          <a:solidFill>
                            <a:schemeClr val="bg1">
                              <a:lumMod val="10000"/>
                            </a:schemeClr>
                          </a:solidFill>
                          <a:latin typeface="Arial"/>
                        </a:rPr>
                        <a:t>Where does this take place? (Where did it …. Where will it … Where should it ….?)</a:t>
                      </a:r>
                      <a:endParaRPr lang="en-US" sz="1400">
                        <a:solidFill>
                          <a:schemeClr val="bg1">
                            <a:lumMod val="10000"/>
                          </a:schemeClr>
                        </a:solidFill>
                        <a:latin typeface="Arial"/>
                      </a:endParaRPr>
                    </a:p>
                  </a:txBody>
                  <a:tcPr marL="68580" marR="68580" marT="34290" marB="34290"/>
                </a:tc>
                <a:tc>
                  <a:txBody>
                    <a:bodyPr/>
                    <a:lstStyle/>
                    <a:p>
                      <a:pPr lvl="0">
                        <a:buNone/>
                      </a:pPr>
                      <a:r>
                        <a:rPr lang="en-US" sz="1400" b="0" i="0" u="none" strike="noStrike" noProof="0">
                          <a:solidFill>
                            <a:schemeClr val="bg1">
                              <a:lumMod val="10000"/>
                            </a:schemeClr>
                          </a:solidFill>
                          <a:latin typeface="Arial"/>
                        </a:rPr>
                        <a:t>This takes place across the UK and the Republic of Ireland, through Argos stores, catalogues, and digital platforms.</a:t>
                      </a:r>
                      <a:endParaRPr lang="en-US" sz="1400" b="0">
                        <a:solidFill>
                          <a:schemeClr val="bg1">
                            <a:lumMod val="10000"/>
                          </a:schemeClr>
                        </a:solidFill>
                        <a:latin typeface="Arial"/>
                      </a:endParaRPr>
                    </a:p>
                  </a:txBody>
                  <a:tcPr marL="68580" marR="68580" marT="34290" marB="34290"/>
                </a:tc>
                <a:extLst>
                  <a:ext uri="{0D108BD9-81ED-4DB2-BD59-A6C34878D82A}">
                    <a16:rowId xmlns:a16="http://schemas.microsoft.com/office/drawing/2014/main" val="1285076396"/>
                  </a:ext>
                </a:extLst>
              </a:tr>
              <a:tr h="1051041">
                <a:tc>
                  <a:txBody>
                    <a:bodyPr/>
                    <a:lstStyle/>
                    <a:p>
                      <a:r>
                        <a:rPr lang="en-US" sz="1400"/>
                        <a:t>Q4.2</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solidFill>
                            <a:schemeClr val="bg1">
                              <a:lumMod val="10000"/>
                            </a:schemeClr>
                          </a:solidFill>
                          <a:latin typeface="Arial"/>
                        </a:rPr>
                        <a:t>Does it matter where it takes place? Is it affected by location?</a:t>
                      </a:r>
                    </a:p>
                  </a:txBody>
                  <a:tcPr marL="68580" marR="68580" marT="34290" marB="34290"/>
                </a:tc>
                <a:tc>
                  <a:txBody>
                    <a:bodyPr/>
                    <a:lstStyle/>
                    <a:p>
                      <a:pPr lvl="0" algn="l">
                        <a:lnSpc>
                          <a:spcPct val="100000"/>
                        </a:lnSpc>
                        <a:spcBef>
                          <a:spcPts val="0"/>
                        </a:spcBef>
                        <a:spcAft>
                          <a:spcPts val="0"/>
                        </a:spcAft>
                        <a:buNone/>
                      </a:pPr>
                      <a:r>
                        <a:rPr lang="en-US" sz="1400" b="0" i="0" u="none" strike="noStrike" noProof="0">
                          <a:solidFill>
                            <a:schemeClr val="bg1">
                              <a:lumMod val="10000"/>
                            </a:schemeClr>
                          </a:solidFill>
                          <a:latin typeface="Arial"/>
                        </a:rPr>
                        <a:t>Yes. Location affects:</a:t>
                      </a:r>
                      <a:endParaRPr lang="en-US" sz="1400" b="0">
                        <a:solidFill>
                          <a:schemeClr val="bg1">
                            <a:lumMod val="10000"/>
                          </a:schemeClr>
                        </a:solidFill>
                        <a:latin typeface="Arial"/>
                      </a:endParaRPr>
                    </a:p>
                    <a:p>
                      <a:pPr marL="285750" lvl="0" indent="-285750" algn="l">
                        <a:lnSpc>
                          <a:spcPct val="100000"/>
                        </a:lnSpc>
                        <a:spcBef>
                          <a:spcPts val="0"/>
                        </a:spcBef>
                        <a:spcAft>
                          <a:spcPts val="0"/>
                        </a:spcAft>
                        <a:buFont typeface="Arial"/>
                        <a:buChar char="•"/>
                      </a:pPr>
                      <a:r>
                        <a:rPr lang="en-US" sz="1400" b="0" i="0" u="none" strike="noStrike" noProof="0">
                          <a:solidFill>
                            <a:schemeClr val="bg1">
                              <a:lumMod val="10000"/>
                            </a:schemeClr>
                          </a:solidFill>
                          <a:latin typeface="Arial"/>
                        </a:rPr>
                        <a:t>Customer accessibility (98% live within 10 miles of a store)</a:t>
                      </a:r>
                      <a:endParaRPr lang="en-US" sz="1400" b="0">
                        <a:solidFill>
                          <a:schemeClr val="bg1">
                            <a:lumMod val="10000"/>
                          </a:schemeClr>
                        </a:solidFill>
                        <a:latin typeface="Arial"/>
                      </a:endParaRPr>
                    </a:p>
                    <a:p>
                      <a:pPr marL="285750" lvl="0" indent="-285750" algn="l">
                        <a:lnSpc>
                          <a:spcPct val="100000"/>
                        </a:lnSpc>
                        <a:spcBef>
                          <a:spcPts val="0"/>
                        </a:spcBef>
                        <a:spcAft>
                          <a:spcPts val="0"/>
                        </a:spcAft>
                        <a:buFont typeface="Arial"/>
                        <a:buChar char="•"/>
                      </a:pPr>
                      <a:r>
                        <a:rPr lang="en-US" sz="1400" b="0" i="0" u="none" strike="noStrike" noProof="0">
                          <a:solidFill>
                            <a:schemeClr val="bg1">
                              <a:lumMod val="10000"/>
                            </a:schemeClr>
                          </a:solidFill>
                          <a:latin typeface="Arial"/>
                        </a:rPr>
                        <a:t>Preferred shopping channels (urban vs rural shoppers may differ)</a:t>
                      </a:r>
                      <a:endParaRPr lang="en-US" sz="1400" b="0">
                        <a:solidFill>
                          <a:schemeClr val="bg1">
                            <a:lumMod val="10000"/>
                          </a:schemeClr>
                        </a:solidFill>
                        <a:latin typeface="Arial"/>
                      </a:endParaRPr>
                    </a:p>
                    <a:p>
                      <a:pPr marL="285750" lvl="0" indent="-285750" algn="l">
                        <a:lnSpc>
                          <a:spcPct val="100000"/>
                        </a:lnSpc>
                        <a:spcBef>
                          <a:spcPts val="0"/>
                        </a:spcBef>
                        <a:spcAft>
                          <a:spcPts val="0"/>
                        </a:spcAft>
                        <a:buFont typeface="Arial"/>
                        <a:buChar char="•"/>
                      </a:pPr>
                      <a:r>
                        <a:rPr lang="en-US" sz="1400" b="0" i="0" u="none" strike="noStrike" noProof="0">
                          <a:solidFill>
                            <a:schemeClr val="bg1">
                              <a:lumMod val="10000"/>
                            </a:schemeClr>
                          </a:solidFill>
                          <a:latin typeface="Arial"/>
                        </a:rPr>
                        <a:t>Delivery options and logistics costs</a:t>
                      </a:r>
                      <a:endParaRPr lang="en-US" sz="1400" b="0">
                        <a:solidFill>
                          <a:schemeClr val="bg1">
                            <a:lumMod val="10000"/>
                          </a:schemeClr>
                        </a:solidFill>
                        <a:latin typeface="Arial"/>
                      </a:endParaRPr>
                    </a:p>
                  </a:txBody>
                  <a:tcPr marL="68580" marR="68580" marT="34290" marB="34290"/>
                </a:tc>
                <a:extLst>
                  <a:ext uri="{0D108BD9-81ED-4DB2-BD59-A6C34878D82A}">
                    <a16:rowId xmlns:a16="http://schemas.microsoft.com/office/drawing/2014/main" val="560721380"/>
                  </a:ext>
                </a:extLst>
              </a:tr>
            </a:tbl>
          </a:graphicData>
        </a:graphic>
      </p:graphicFrame>
      <p:sp>
        <p:nvSpPr>
          <p:cNvPr id="7" name="Google Shape;914;p45">
            <a:extLst>
              <a:ext uri="{FF2B5EF4-FFF2-40B4-BE49-F238E27FC236}">
                <a16:creationId xmlns:a16="http://schemas.microsoft.com/office/drawing/2014/main" id="{9FDF8F0D-DBAF-F03A-D9AB-ACE713B1EF8D}"/>
              </a:ext>
            </a:extLst>
          </p:cNvPr>
          <p:cNvSpPr txBox="1">
            <a:spLocks/>
          </p:cNvSpPr>
          <p:nvPr/>
        </p:nvSpPr>
        <p:spPr>
          <a:xfrm>
            <a:off x="214345" y="1354"/>
            <a:ext cx="6375084" cy="87462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1pPr>
            <a:lvl2pPr marR="0" lvl="1"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2pPr>
            <a:lvl3pPr marR="0" lvl="2"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3pPr>
            <a:lvl4pPr marR="0" lvl="3"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4pPr>
            <a:lvl5pPr marR="0" lvl="4"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5pPr>
            <a:lvl6pPr marR="0" lvl="5"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6pPr>
            <a:lvl7pPr marR="0" lvl="6"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7pPr>
            <a:lvl8pPr marR="0" lvl="7"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8pPr>
            <a:lvl9pPr marR="0" lvl="8"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9pPr>
          </a:lstStyle>
          <a:p>
            <a:r>
              <a:rPr lang="en">
                <a:solidFill>
                  <a:schemeClr val="accent1"/>
                </a:solidFill>
              </a:rPr>
              <a:t>4- Where</a:t>
            </a:r>
          </a:p>
        </p:txBody>
      </p:sp>
    </p:spTree>
    <p:extLst>
      <p:ext uri="{BB962C8B-B14F-4D97-AF65-F5344CB8AC3E}">
        <p14:creationId xmlns:p14="http://schemas.microsoft.com/office/powerpoint/2010/main" val="35589177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DA733954-731A-4E94-99F4-DD1402118A33}"/>
              </a:ext>
            </a:extLst>
          </p:cNvPr>
          <p:cNvGraphicFramePr>
            <a:graphicFrameLocks noGrp="1"/>
          </p:cNvGraphicFramePr>
          <p:nvPr>
            <p:ph idx="1"/>
            <p:extLst>
              <p:ext uri="{D42A27DB-BD31-4B8C-83A1-F6EECF244321}">
                <p14:modId xmlns:p14="http://schemas.microsoft.com/office/powerpoint/2010/main" val="4028337018"/>
              </p:ext>
            </p:extLst>
          </p:nvPr>
        </p:nvGraphicFramePr>
        <p:xfrm>
          <a:off x="311834" y="869629"/>
          <a:ext cx="8515535" cy="4046220"/>
        </p:xfrm>
        <a:graphic>
          <a:graphicData uri="http://schemas.openxmlformats.org/drawingml/2006/table">
            <a:tbl>
              <a:tblPr firstRow="1" bandRow="1">
                <a:tableStyleId>{5C22544A-7EE6-4342-B048-85BDC9FD1C3A}</a:tableStyleId>
              </a:tblPr>
              <a:tblGrid>
                <a:gridCol w="564494">
                  <a:extLst>
                    <a:ext uri="{9D8B030D-6E8A-4147-A177-3AD203B41FA5}">
                      <a16:colId xmlns:a16="http://schemas.microsoft.com/office/drawing/2014/main" val="132850126"/>
                    </a:ext>
                  </a:extLst>
                </a:gridCol>
                <a:gridCol w="1906516">
                  <a:extLst>
                    <a:ext uri="{9D8B030D-6E8A-4147-A177-3AD203B41FA5}">
                      <a16:colId xmlns:a16="http://schemas.microsoft.com/office/drawing/2014/main" val="2577973472"/>
                    </a:ext>
                  </a:extLst>
                </a:gridCol>
                <a:gridCol w="6044525">
                  <a:extLst>
                    <a:ext uri="{9D8B030D-6E8A-4147-A177-3AD203B41FA5}">
                      <a16:colId xmlns:a16="http://schemas.microsoft.com/office/drawing/2014/main" val="3264490754"/>
                    </a:ext>
                  </a:extLst>
                </a:gridCol>
              </a:tblGrid>
              <a:tr h="274320">
                <a:tc>
                  <a:txBody>
                    <a:bodyPr/>
                    <a:lstStyle/>
                    <a:p>
                      <a:r>
                        <a:rPr lang="en-US" sz="1400"/>
                        <a:t>#</a:t>
                      </a:r>
                    </a:p>
                  </a:txBody>
                  <a:tcPr marL="68580" marR="68580" marT="34290" marB="34290"/>
                </a:tc>
                <a:tc>
                  <a:txBody>
                    <a:bodyPr/>
                    <a:lstStyle/>
                    <a:p>
                      <a:r>
                        <a:rPr lang="en-US" sz="1400"/>
                        <a:t>Question</a:t>
                      </a:r>
                    </a:p>
                  </a:txBody>
                  <a:tcPr marL="68580" marR="68580" marT="34290" marB="34290"/>
                </a:tc>
                <a:tc>
                  <a:txBody>
                    <a:bodyPr/>
                    <a:lstStyle/>
                    <a:p>
                      <a:r>
                        <a:rPr lang="en-US" sz="1400"/>
                        <a:t>Answer</a:t>
                      </a:r>
                    </a:p>
                  </a:txBody>
                  <a:tcPr marL="68580" marR="68580" marT="34290" marB="34290"/>
                </a:tc>
                <a:extLst>
                  <a:ext uri="{0D108BD9-81ED-4DB2-BD59-A6C34878D82A}">
                    <a16:rowId xmlns:a16="http://schemas.microsoft.com/office/drawing/2014/main" val="3234149977"/>
                  </a:ext>
                </a:extLst>
              </a:tr>
              <a:tr h="879307">
                <a:tc>
                  <a:txBody>
                    <a:bodyPr/>
                    <a:lstStyle/>
                    <a:p>
                      <a:r>
                        <a:rPr lang="en-US" sz="1400"/>
                        <a:t>Q5.1</a:t>
                      </a:r>
                    </a:p>
                  </a:txBody>
                  <a:tcPr marL="68580" marR="68580" marT="34290" marB="34290"/>
                </a:tc>
                <a:tc>
                  <a:txBody>
                    <a:bodyPr/>
                    <a:lstStyle/>
                    <a:p>
                      <a:r>
                        <a:rPr lang="en-US" sz="1400">
                          <a:solidFill>
                            <a:schemeClr val="bg1">
                              <a:lumMod val="10000"/>
                            </a:schemeClr>
                          </a:solidFill>
                          <a:latin typeface="Arial"/>
                        </a:rPr>
                        <a:t>Why is this topic important? Why does it matter?</a:t>
                      </a:r>
                    </a:p>
                  </a:txBody>
                  <a:tcPr marL="68580" marR="68580" marT="34290" marB="34290"/>
                </a:tc>
                <a:tc>
                  <a:txBody>
                    <a:bodyPr/>
                    <a:lstStyle/>
                    <a:p>
                      <a:pPr lvl="0" algn="l">
                        <a:lnSpc>
                          <a:spcPct val="100000"/>
                        </a:lnSpc>
                        <a:spcBef>
                          <a:spcPts val="0"/>
                        </a:spcBef>
                        <a:spcAft>
                          <a:spcPts val="0"/>
                        </a:spcAft>
                        <a:buNone/>
                      </a:pPr>
                      <a:r>
                        <a:rPr lang="en-US" sz="1400" b="0" i="0" u="none" strike="noStrike" noProof="0">
                          <a:solidFill>
                            <a:schemeClr val="bg1">
                              <a:lumMod val="10000"/>
                            </a:schemeClr>
                          </a:solidFill>
                          <a:latin typeface="Arial"/>
                        </a:rPr>
                        <a:t>Understanding and meeting customer needs is crucial for </a:t>
                      </a:r>
                      <a:r>
                        <a:rPr lang="en-US" sz="1400" b="1" i="0" u="none" strike="noStrike" noProof="0">
                          <a:solidFill>
                            <a:schemeClr val="bg1">
                              <a:lumMod val="10000"/>
                            </a:schemeClr>
                          </a:solidFill>
                          <a:latin typeface="Arial"/>
                        </a:rPr>
                        <a:t>business growth, retention, and competitiveness</a:t>
                      </a:r>
                      <a:r>
                        <a:rPr lang="en-US" sz="1400" b="0" i="0" u="none" strike="noStrike" noProof="0">
                          <a:solidFill>
                            <a:schemeClr val="bg1">
                              <a:lumMod val="10000"/>
                            </a:schemeClr>
                          </a:solidFill>
                          <a:latin typeface="Arial"/>
                        </a:rPr>
                        <a:t>. For Argos, improving shopping convenience and value is essential to keep customers loyal in a crowded retail market. It matters because customer behavior is changing rapidly with the rise of online shopping.</a:t>
                      </a:r>
                      <a:endParaRPr lang="en-US" sz="1400">
                        <a:solidFill>
                          <a:schemeClr val="bg1">
                            <a:lumMod val="10000"/>
                          </a:schemeClr>
                        </a:solidFill>
                        <a:latin typeface="Arial"/>
                      </a:endParaRPr>
                    </a:p>
                  </a:txBody>
                  <a:tcPr marL="68580" marR="68580" marT="34290" marB="34290"/>
                </a:tc>
                <a:extLst>
                  <a:ext uri="{0D108BD9-81ED-4DB2-BD59-A6C34878D82A}">
                    <a16:rowId xmlns:a16="http://schemas.microsoft.com/office/drawing/2014/main" val="1285076396"/>
                  </a:ext>
                </a:extLst>
              </a:tr>
              <a:tr h="1988820">
                <a:tc>
                  <a:txBody>
                    <a:bodyPr/>
                    <a:lstStyle/>
                    <a:p>
                      <a:r>
                        <a:rPr lang="en-US" sz="1400"/>
                        <a:t>Q5.2</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solidFill>
                            <a:schemeClr val="bg1">
                              <a:lumMod val="10000"/>
                            </a:schemeClr>
                          </a:solidFill>
                          <a:latin typeface="Arial"/>
                        </a:rPr>
                        <a:t>Why do certain things happen? (What are some causes and effects within the topic?)</a:t>
                      </a:r>
                    </a:p>
                  </a:txBody>
                  <a:tcPr marL="68580" marR="68580" marT="34290" marB="34290"/>
                </a:tc>
                <a:tc>
                  <a:txBody>
                    <a:bodyPr/>
                    <a:lstStyle/>
                    <a:p>
                      <a:pPr marL="0" lvl="0" indent="0" algn="l">
                        <a:lnSpc>
                          <a:spcPct val="100000"/>
                        </a:lnSpc>
                        <a:spcBef>
                          <a:spcPts val="0"/>
                        </a:spcBef>
                        <a:spcAft>
                          <a:spcPts val="0"/>
                        </a:spcAft>
                        <a:buNone/>
                      </a:pPr>
                      <a:r>
                        <a:rPr lang="en-US" sz="1400" b="0" i="0" u="none" strike="noStrike" noProof="0">
                          <a:solidFill>
                            <a:schemeClr val="bg1">
                              <a:lumMod val="10000"/>
                            </a:schemeClr>
                          </a:solidFill>
                          <a:latin typeface="Arial"/>
                        </a:rPr>
                        <a:t>Cause:</a:t>
                      </a:r>
                      <a:endParaRPr lang="en-US"/>
                    </a:p>
                    <a:p>
                      <a:pPr marL="285750" lvl="0" indent="-285750" algn="l">
                        <a:lnSpc>
                          <a:spcPct val="100000"/>
                        </a:lnSpc>
                        <a:spcBef>
                          <a:spcPts val="0"/>
                        </a:spcBef>
                        <a:spcAft>
                          <a:spcPts val="0"/>
                        </a:spcAft>
                        <a:buFont typeface="Arial"/>
                        <a:buChar char="•"/>
                      </a:pPr>
                      <a:r>
                        <a:rPr lang="en-US" sz="1400" b="0" i="0" u="none" strike="noStrike" noProof="0">
                          <a:solidFill>
                            <a:schemeClr val="bg1">
                              <a:lumMod val="10000"/>
                            </a:schemeClr>
                          </a:solidFill>
                          <a:latin typeface="Arial"/>
                        </a:rPr>
                        <a:t>Customers prefer convenience and speed</a:t>
                      </a:r>
                    </a:p>
                    <a:p>
                      <a:pPr marL="285750" lvl="0" indent="-285750" algn="l">
                        <a:lnSpc>
                          <a:spcPct val="100000"/>
                        </a:lnSpc>
                        <a:spcBef>
                          <a:spcPts val="0"/>
                        </a:spcBef>
                        <a:spcAft>
                          <a:spcPts val="0"/>
                        </a:spcAft>
                        <a:buFont typeface="Arial"/>
                        <a:buChar char="•"/>
                      </a:pPr>
                      <a:r>
                        <a:rPr lang="en-US" sz="1400" b="0" i="0" u="none" strike="noStrike" noProof="0">
                          <a:solidFill>
                            <a:schemeClr val="bg1">
                              <a:lumMod val="10000"/>
                            </a:schemeClr>
                          </a:solidFill>
                          <a:latin typeface="Arial"/>
                        </a:rPr>
                        <a:t>Infrequent shoppers don't fully understand the value offered</a:t>
                      </a:r>
                    </a:p>
                    <a:p>
                      <a:pPr marL="285750" lvl="0" indent="-285750" algn="l">
                        <a:lnSpc>
                          <a:spcPct val="100000"/>
                        </a:lnSpc>
                        <a:spcBef>
                          <a:spcPts val="0"/>
                        </a:spcBef>
                        <a:spcAft>
                          <a:spcPts val="0"/>
                        </a:spcAft>
                        <a:buFont typeface="Arial"/>
                        <a:buChar char="•"/>
                      </a:pPr>
                      <a:r>
                        <a:rPr lang="en-US" sz="1400" b="0" i="0" u="none" strike="noStrike" noProof="0">
                          <a:solidFill>
                            <a:schemeClr val="bg1">
                              <a:lumMod val="10000"/>
                            </a:schemeClr>
                          </a:solidFill>
                          <a:latin typeface="Arial"/>
                        </a:rPr>
                        <a:t>Loyal customers are familiar and </a:t>
                      </a:r>
                      <a:r>
                        <a:rPr lang="en-US" sz="1400" b="0" i="0" u="none" strike="noStrike" noProof="0" err="1">
                          <a:solidFill>
                            <a:schemeClr val="bg1">
                              <a:lumMod val="10000"/>
                            </a:schemeClr>
                          </a:solidFill>
                          <a:latin typeface="Arial"/>
                        </a:rPr>
                        <a:t>satisfiied</a:t>
                      </a:r>
                      <a:r>
                        <a:rPr lang="en-US" sz="1400" b="0" i="0" u="none" strike="noStrike" noProof="0">
                          <a:solidFill>
                            <a:schemeClr val="bg1">
                              <a:lumMod val="10000"/>
                            </a:schemeClr>
                          </a:solidFill>
                          <a:latin typeface="Arial"/>
                        </a:rPr>
                        <a:t> with Argos</a:t>
                      </a:r>
                    </a:p>
                    <a:p>
                      <a:pPr marL="285750" lvl="0" indent="-285750" algn="l">
                        <a:lnSpc>
                          <a:spcPct val="100000"/>
                        </a:lnSpc>
                        <a:spcBef>
                          <a:spcPts val="0"/>
                        </a:spcBef>
                        <a:spcAft>
                          <a:spcPts val="0"/>
                        </a:spcAft>
                        <a:buFont typeface="Arial"/>
                        <a:buChar char="•"/>
                      </a:pPr>
                      <a:r>
                        <a:rPr lang="en-US" sz="1400" b="0" i="0" u="none" strike="noStrike" noProof="0">
                          <a:solidFill>
                            <a:schemeClr val="bg1">
                              <a:lumMod val="10000"/>
                            </a:schemeClr>
                          </a:solidFill>
                          <a:latin typeface="Arial"/>
                        </a:rPr>
                        <a:t>Rising competition in retail</a:t>
                      </a:r>
                    </a:p>
                    <a:p>
                      <a:pPr marL="285750" lvl="0" indent="-285750" algn="l">
                        <a:lnSpc>
                          <a:spcPct val="100000"/>
                        </a:lnSpc>
                        <a:spcBef>
                          <a:spcPts val="0"/>
                        </a:spcBef>
                        <a:spcAft>
                          <a:spcPts val="0"/>
                        </a:spcAft>
                        <a:buFont typeface="Arial"/>
                        <a:buChar char="•"/>
                      </a:pPr>
                      <a:endParaRPr lang="en-US" sz="1400" b="0" i="0" u="none" strike="noStrike" noProof="0">
                        <a:solidFill>
                          <a:schemeClr val="bg1">
                            <a:lumMod val="10000"/>
                          </a:schemeClr>
                        </a:solidFill>
                        <a:latin typeface="Arial"/>
                      </a:endParaRPr>
                    </a:p>
                    <a:p>
                      <a:pPr lvl="0" algn="l">
                        <a:lnSpc>
                          <a:spcPct val="100000"/>
                        </a:lnSpc>
                        <a:spcBef>
                          <a:spcPts val="0"/>
                        </a:spcBef>
                        <a:spcAft>
                          <a:spcPts val="0"/>
                        </a:spcAft>
                        <a:buNone/>
                      </a:pPr>
                      <a:r>
                        <a:rPr lang="en-US" sz="1400" b="0" i="0" u="none" strike="noStrike" noProof="0">
                          <a:solidFill>
                            <a:schemeClr val="bg1">
                              <a:lumMod val="10000"/>
                            </a:schemeClr>
                          </a:solidFill>
                          <a:latin typeface="Arial"/>
                        </a:rPr>
                        <a:t>Effect:</a:t>
                      </a:r>
                    </a:p>
                    <a:p>
                      <a:pPr marL="285750" lvl="0" indent="-285750" algn="l">
                        <a:lnSpc>
                          <a:spcPct val="100000"/>
                        </a:lnSpc>
                        <a:spcBef>
                          <a:spcPts val="0"/>
                        </a:spcBef>
                        <a:spcAft>
                          <a:spcPts val="0"/>
                        </a:spcAft>
                        <a:buFont typeface="Arial"/>
                        <a:buChar char="•"/>
                      </a:pPr>
                      <a:r>
                        <a:rPr lang="en-US" sz="1400" b="0" i="0" u="none" strike="noStrike" noProof="0">
                          <a:solidFill>
                            <a:schemeClr val="bg1">
                              <a:lumMod val="10000"/>
                            </a:schemeClr>
                          </a:solidFill>
                          <a:latin typeface="Arial"/>
                        </a:rPr>
                        <a:t>Argos invest in quick Pay kiosks and home delivery</a:t>
                      </a:r>
                    </a:p>
                    <a:p>
                      <a:pPr marL="285750" lvl="0" indent="-285750" algn="l">
                        <a:lnSpc>
                          <a:spcPct val="100000"/>
                        </a:lnSpc>
                        <a:spcBef>
                          <a:spcPts val="0"/>
                        </a:spcBef>
                        <a:spcAft>
                          <a:spcPts val="0"/>
                        </a:spcAft>
                        <a:buFont typeface="Arial"/>
                        <a:buChar char="•"/>
                      </a:pPr>
                      <a:r>
                        <a:rPr lang="en-US" sz="1400" b="0" i="0" u="none" strike="noStrike" noProof="0">
                          <a:solidFill>
                            <a:schemeClr val="bg1">
                              <a:lumMod val="10000"/>
                            </a:schemeClr>
                          </a:solidFill>
                          <a:latin typeface="Arial"/>
                        </a:rPr>
                        <a:t>Marketing is used to increase awareness and drive repeat visits</a:t>
                      </a:r>
                    </a:p>
                    <a:p>
                      <a:pPr marL="285750" lvl="0" indent="-285750" algn="l">
                        <a:lnSpc>
                          <a:spcPct val="100000"/>
                        </a:lnSpc>
                        <a:spcBef>
                          <a:spcPts val="0"/>
                        </a:spcBef>
                        <a:spcAft>
                          <a:spcPts val="0"/>
                        </a:spcAft>
                        <a:buFont typeface="Arial"/>
                        <a:buChar char="•"/>
                      </a:pPr>
                      <a:r>
                        <a:rPr lang="en-US" sz="1400" b="0" i="0" u="none" strike="noStrike" noProof="0">
                          <a:solidFill>
                            <a:schemeClr val="bg1">
                              <a:lumMod val="10000"/>
                            </a:schemeClr>
                          </a:solidFill>
                          <a:latin typeface="Arial"/>
                        </a:rPr>
                        <a:t>Strategy focuses on increasing basket size with them</a:t>
                      </a:r>
                    </a:p>
                    <a:p>
                      <a:pPr marL="285750" lvl="0" indent="-285750" algn="l">
                        <a:lnSpc>
                          <a:spcPct val="100000"/>
                        </a:lnSpc>
                        <a:spcBef>
                          <a:spcPts val="0"/>
                        </a:spcBef>
                        <a:spcAft>
                          <a:spcPts val="0"/>
                        </a:spcAft>
                        <a:buFont typeface="Arial"/>
                        <a:buChar char="•"/>
                      </a:pPr>
                      <a:r>
                        <a:rPr lang="en-US" sz="1400" b="0" i="0" u="none" strike="noStrike" noProof="0">
                          <a:solidFill>
                            <a:schemeClr val="bg1">
                              <a:lumMod val="10000"/>
                            </a:schemeClr>
                          </a:solidFill>
                          <a:latin typeface="Arial"/>
                        </a:rPr>
                        <a:t>Argos differentiates through multi-channel access and pricing</a:t>
                      </a:r>
                    </a:p>
                    <a:p>
                      <a:pPr marL="285750" lvl="0" indent="-285750" algn="l">
                        <a:lnSpc>
                          <a:spcPct val="100000"/>
                        </a:lnSpc>
                        <a:spcBef>
                          <a:spcPts val="0"/>
                        </a:spcBef>
                        <a:spcAft>
                          <a:spcPts val="0"/>
                        </a:spcAft>
                        <a:buFont typeface="Arial"/>
                        <a:buChar char="•"/>
                      </a:pPr>
                      <a:r>
                        <a:rPr lang="en-US" sz="1400" b="0" i="0" u="none" strike="noStrike" noProof="0">
                          <a:solidFill>
                            <a:schemeClr val="bg1">
                              <a:lumMod val="10000"/>
                            </a:schemeClr>
                          </a:solidFill>
                          <a:latin typeface="Arial"/>
                        </a:rPr>
                        <a:t>More customers shop online or check stock via mobile and SMS</a:t>
                      </a:r>
                    </a:p>
                  </a:txBody>
                  <a:tcPr marL="68580" marR="68580" marT="34290" marB="34290"/>
                </a:tc>
                <a:extLst>
                  <a:ext uri="{0D108BD9-81ED-4DB2-BD59-A6C34878D82A}">
                    <a16:rowId xmlns:a16="http://schemas.microsoft.com/office/drawing/2014/main" val="560721380"/>
                  </a:ext>
                </a:extLst>
              </a:tr>
            </a:tbl>
          </a:graphicData>
        </a:graphic>
      </p:graphicFrame>
      <p:sp>
        <p:nvSpPr>
          <p:cNvPr id="7" name="Google Shape;914;p45">
            <a:extLst>
              <a:ext uri="{FF2B5EF4-FFF2-40B4-BE49-F238E27FC236}">
                <a16:creationId xmlns:a16="http://schemas.microsoft.com/office/drawing/2014/main" id="{49D54DE8-B4A6-C9BB-763A-82930AFB0F75}"/>
              </a:ext>
            </a:extLst>
          </p:cNvPr>
          <p:cNvSpPr txBox="1">
            <a:spLocks/>
          </p:cNvSpPr>
          <p:nvPr/>
        </p:nvSpPr>
        <p:spPr>
          <a:xfrm>
            <a:off x="214345" y="1354"/>
            <a:ext cx="6375084" cy="87462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1pPr>
            <a:lvl2pPr marR="0" lvl="1"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2pPr>
            <a:lvl3pPr marR="0" lvl="2"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3pPr>
            <a:lvl4pPr marR="0" lvl="3"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4pPr>
            <a:lvl5pPr marR="0" lvl="4"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5pPr>
            <a:lvl6pPr marR="0" lvl="5"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6pPr>
            <a:lvl7pPr marR="0" lvl="6"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7pPr>
            <a:lvl8pPr marR="0" lvl="7"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8pPr>
            <a:lvl9pPr marR="0" lvl="8"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9pPr>
          </a:lstStyle>
          <a:p>
            <a:r>
              <a:rPr lang="en">
                <a:solidFill>
                  <a:schemeClr val="accent1"/>
                </a:solidFill>
              </a:rPr>
              <a:t>5- Why</a:t>
            </a:r>
          </a:p>
        </p:txBody>
      </p:sp>
    </p:spTree>
    <p:extLst>
      <p:ext uri="{BB962C8B-B14F-4D97-AF65-F5344CB8AC3E}">
        <p14:creationId xmlns:p14="http://schemas.microsoft.com/office/powerpoint/2010/main" val="18852099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61D42-1959-423D-AB28-29C40C3D8FEC}"/>
              </a:ext>
            </a:extLst>
          </p:cNvPr>
          <p:cNvSpPr>
            <a:spLocks noGrp="1"/>
          </p:cNvSpPr>
          <p:nvPr>
            <p:ph type="title"/>
          </p:nvPr>
        </p:nvSpPr>
        <p:spPr>
          <a:xfrm>
            <a:off x="548640" y="548640"/>
            <a:ext cx="4798705" cy="1069848"/>
          </a:xfrm>
        </p:spPr>
        <p:txBody>
          <a:bodyPr>
            <a:norm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CA" sz="3000">
                <a:solidFill>
                  <a:srgbClr val="FFFFFF"/>
                </a:solidFill>
              </a:rPr>
              <a:t>5W 1H Analysis</a:t>
            </a:r>
            <a:br>
              <a:rPr lang="en-CA" sz="3000">
                <a:solidFill>
                  <a:srgbClr val="FFFFFF"/>
                </a:solidFill>
              </a:rPr>
            </a:br>
            <a:r>
              <a:rPr lang="en-CA" sz="3000">
                <a:solidFill>
                  <a:srgbClr val="FFFFFF"/>
                </a:solidFill>
              </a:rPr>
              <a:t>6 – </a:t>
            </a:r>
            <a:r>
              <a:rPr lang="en-US" sz="3000">
                <a:solidFill>
                  <a:srgbClr val="FFFFFF"/>
                </a:solidFill>
              </a:rPr>
              <a:t>How</a:t>
            </a:r>
            <a:endParaRPr lang="en-CA" sz="3000">
              <a:solidFill>
                <a:srgbClr val="FFFFFF"/>
              </a:solidFill>
            </a:endParaRPr>
          </a:p>
        </p:txBody>
      </p:sp>
      <p:graphicFrame>
        <p:nvGraphicFramePr>
          <p:cNvPr id="6" name="Content Placeholder 5">
            <a:extLst>
              <a:ext uri="{FF2B5EF4-FFF2-40B4-BE49-F238E27FC236}">
                <a16:creationId xmlns:a16="http://schemas.microsoft.com/office/drawing/2014/main" id="{DA733954-731A-4E94-99F4-DD1402118A33}"/>
              </a:ext>
            </a:extLst>
          </p:cNvPr>
          <p:cNvGraphicFramePr>
            <a:graphicFrameLocks noGrp="1"/>
          </p:cNvGraphicFramePr>
          <p:nvPr>
            <p:ph idx="1"/>
            <p:extLst>
              <p:ext uri="{D42A27DB-BD31-4B8C-83A1-F6EECF244321}">
                <p14:modId xmlns:p14="http://schemas.microsoft.com/office/powerpoint/2010/main" val="1344067206"/>
              </p:ext>
            </p:extLst>
          </p:nvPr>
        </p:nvGraphicFramePr>
        <p:xfrm>
          <a:off x="92313" y="552583"/>
          <a:ext cx="8955162" cy="4541520"/>
        </p:xfrm>
        <a:graphic>
          <a:graphicData uri="http://schemas.openxmlformats.org/drawingml/2006/table">
            <a:tbl>
              <a:tblPr firstRow="1" bandRow="1">
                <a:tableStyleId>{5C22544A-7EE6-4342-B048-85BDC9FD1C3A}</a:tableStyleId>
              </a:tblPr>
              <a:tblGrid>
                <a:gridCol w="593636">
                  <a:extLst>
                    <a:ext uri="{9D8B030D-6E8A-4147-A177-3AD203B41FA5}">
                      <a16:colId xmlns:a16="http://schemas.microsoft.com/office/drawing/2014/main" val="132850126"/>
                    </a:ext>
                  </a:extLst>
                </a:gridCol>
                <a:gridCol w="2004943">
                  <a:extLst>
                    <a:ext uri="{9D8B030D-6E8A-4147-A177-3AD203B41FA5}">
                      <a16:colId xmlns:a16="http://schemas.microsoft.com/office/drawing/2014/main" val="2577973472"/>
                    </a:ext>
                  </a:extLst>
                </a:gridCol>
                <a:gridCol w="6356583">
                  <a:extLst>
                    <a:ext uri="{9D8B030D-6E8A-4147-A177-3AD203B41FA5}">
                      <a16:colId xmlns:a16="http://schemas.microsoft.com/office/drawing/2014/main" val="3264490754"/>
                    </a:ext>
                  </a:extLst>
                </a:gridCol>
              </a:tblGrid>
              <a:tr h="278130">
                <a:tc>
                  <a:txBody>
                    <a:bodyPr/>
                    <a:lstStyle/>
                    <a:p>
                      <a:r>
                        <a:rPr lang="en-US" sz="1400"/>
                        <a:t>#</a:t>
                      </a:r>
                    </a:p>
                  </a:txBody>
                  <a:tcPr marL="68580" marR="68580" marT="34290" marB="34290"/>
                </a:tc>
                <a:tc>
                  <a:txBody>
                    <a:bodyPr/>
                    <a:lstStyle/>
                    <a:p>
                      <a:r>
                        <a:rPr lang="en-US" sz="1400"/>
                        <a:t>Question</a:t>
                      </a:r>
                    </a:p>
                  </a:txBody>
                  <a:tcPr marL="68580" marR="68580" marT="34290" marB="34290"/>
                </a:tc>
                <a:tc>
                  <a:txBody>
                    <a:bodyPr/>
                    <a:lstStyle/>
                    <a:p>
                      <a:r>
                        <a:rPr lang="en-US" sz="1400"/>
                        <a:t>Answer</a:t>
                      </a:r>
                    </a:p>
                  </a:txBody>
                  <a:tcPr marL="68580" marR="68580" marT="34290" marB="34290"/>
                </a:tc>
                <a:extLst>
                  <a:ext uri="{0D108BD9-81ED-4DB2-BD59-A6C34878D82A}">
                    <a16:rowId xmlns:a16="http://schemas.microsoft.com/office/drawing/2014/main" val="3234149977"/>
                  </a:ext>
                </a:extLst>
              </a:tr>
              <a:tr h="1303020">
                <a:tc>
                  <a:txBody>
                    <a:bodyPr/>
                    <a:lstStyle/>
                    <a:p>
                      <a:r>
                        <a:rPr lang="en-US" sz="1400"/>
                        <a:t>Q6.1</a:t>
                      </a:r>
                    </a:p>
                  </a:txBody>
                  <a:tcPr marL="68580" marR="68580" marT="34290" marB="34290"/>
                </a:tc>
                <a:tc>
                  <a:txBody>
                    <a:bodyPr/>
                    <a:lstStyle/>
                    <a:p>
                      <a:pPr lvl="0">
                        <a:buNone/>
                      </a:pPr>
                      <a:r>
                        <a:rPr lang="en-US" sz="1400"/>
                        <a:t>How does this topic work? How does it function? How does it do what it does?</a:t>
                      </a:r>
                    </a:p>
                  </a:txBody>
                  <a:tcPr marL="68580" marR="68580" marT="34290" marB="34290"/>
                </a:tc>
                <a:tc>
                  <a:txBody>
                    <a:bodyPr/>
                    <a:lstStyle/>
                    <a:p>
                      <a:pPr marL="285750" lvl="0" indent="-285750" algn="l">
                        <a:lnSpc>
                          <a:spcPct val="100000"/>
                        </a:lnSpc>
                        <a:spcBef>
                          <a:spcPts val="0"/>
                        </a:spcBef>
                        <a:spcAft>
                          <a:spcPts val="0"/>
                        </a:spcAft>
                        <a:buFont typeface="Arial"/>
                        <a:buChar char="•"/>
                      </a:pPr>
                      <a:r>
                        <a:rPr lang="en-US" sz="1400" b="0" i="0" u="none" strike="noStrike" noProof="0"/>
                        <a:t>Argos functions by offering a multi-channel retail model that includes catalogues, physical stores, online shopping, and mobile access. It analyzes customer behavior, particularly shopping frequency, to tailor promotions and improve loyalty.</a:t>
                      </a:r>
                      <a:endParaRPr lang="en-US" sz="1400" b="0"/>
                    </a:p>
                    <a:p>
                      <a:pPr marL="285750" lvl="0" indent="-285750" algn="l">
                        <a:lnSpc>
                          <a:spcPct val="100000"/>
                        </a:lnSpc>
                        <a:spcBef>
                          <a:spcPts val="0"/>
                        </a:spcBef>
                        <a:spcAft>
                          <a:spcPts val="0"/>
                        </a:spcAft>
                        <a:buFont typeface="Arial"/>
                        <a:buChar char="•"/>
                      </a:pPr>
                      <a:r>
                        <a:rPr lang="en-US" sz="1400" b="0" i="0" u="none" strike="noStrike" noProof="0"/>
                        <a:t>It works by combining low operating costs, broad product variety, and technological convenience to meet modern consumer demands.</a:t>
                      </a:r>
                      <a:endParaRPr lang="en-US" sz="1400" b="0"/>
                    </a:p>
                  </a:txBody>
                  <a:tcPr marL="68580" marR="68580" marT="34290" marB="34290"/>
                </a:tc>
                <a:extLst>
                  <a:ext uri="{0D108BD9-81ED-4DB2-BD59-A6C34878D82A}">
                    <a16:rowId xmlns:a16="http://schemas.microsoft.com/office/drawing/2014/main" val="1285076396"/>
                  </a:ext>
                </a:extLst>
              </a:tr>
              <a:tr h="1303020">
                <a:tc>
                  <a:txBody>
                    <a:bodyPr/>
                    <a:lstStyle/>
                    <a:p>
                      <a:r>
                        <a:rPr lang="en-US" sz="1400"/>
                        <a:t>Q6.2</a:t>
                      </a:r>
                    </a:p>
                  </a:txBody>
                  <a:tcPr marL="68580" marR="68580" marT="34290" marB="34290"/>
                </a:tc>
                <a:tc>
                  <a:txBody>
                    <a:bodyPr/>
                    <a:lstStyle/>
                    <a:p>
                      <a:r>
                        <a:rPr lang="en-US" sz="1400"/>
                        <a:t>How did it come to be?</a:t>
                      </a:r>
                    </a:p>
                  </a:txBody>
                  <a:tcPr marL="68580" marR="68580" marT="34290" marB="34290"/>
                </a:tc>
                <a:tc>
                  <a:txBody>
                    <a:bodyPr/>
                    <a:lstStyle/>
                    <a:p>
                      <a:pPr lvl="0" algn="l">
                        <a:lnSpc>
                          <a:spcPct val="100000"/>
                        </a:lnSpc>
                        <a:spcBef>
                          <a:spcPts val="0"/>
                        </a:spcBef>
                        <a:spcAft>
                          <a:spcPts val="0"/>
                        </a:spcAft>
                        <a:buNone/>
                      </a:pPr>
                      <a:r>
                        <a:rPr lang="en-US" sz="1400" b="0" i="0" u="none" strike="noStrike" noProof="0"/>
                        <a:t>The model evolved over time:</a:t>
                      </a:r>
                      <a:endParaRPr lang="en-US" sz="1400" b="0"/>
                    </a:p>
                    <a:p>
                      <a:pPr marL="285750" lvl="0" indent="-285750" algn="l">
                        <a:lnSpc>
                          <a:spcPct val="100000"/>
                        </a:lnSpc>
                        <a:spcBef>
                          <a:spcPts val="0"/>
                        </a:spcBef>
                        <a:spcAft>
                          <a:spcPts val="0"/>
                        </a:spcAft>
                        <a:buFont typeface="Arial"/>
                        <a:buChar char="•"/>
                      </a:pPr>
                      <a:r>
                        <a:rPr lang="en-US" sz="1400" b="0" i="0" u="none" strike="noStrike" noProof="0"/>
                        <a:t>Started as a catalogue-based retailer in 1973</a:t>
                      </a:r>
                      <a:endParaRPr lang="en-US" sz="1400" b="0"/>
                    </a:p>
                    <a:p>
                      <a:pPr marL="285750" lvl="0" indent="-285750" algn="l">
                        <a:lnSpc>
                          <a:spcPct val="100000"/>
                        </a:lnSpc>
                        <a:spcBef>
                          <a:spcPts val="0"/>
                        </a:spcBef>
                        <a:spcAft>
                          <a:spcPts val="0"/>
                        </a:spcAft>
                        <a:buFont typeface="Arial"/>
                        <a:buChar char="•"/>
                      </a:pPr>
                      <a:r>
                        <a:rPr lang="en-US" sz="1400" b="0" i="0" u="none" strike="noStrike" noProof="0"/>
                        <a:t>Grew into a national chain with over 580 stores</a:t>
                      </a:r>
                      <a:endParaRPr lang="en-US" sz="1400" b="0"/>
                    </a:p>
                    <a:p>
                      <a:pPr marL="285750" lvl="0" indent="-285750" algn="l">
                        <a:lnSpc>
                          <a:spcPct val="100000"/>
                        </a:lnSpc>
                        <a:spcBef>
                          <a:spcPts val="0"/>
                        </a:spcBef>
                        <a:spcAft>
                          <a:spcPts val="0"/>
                        </a:spcAft>
                        <a:buFont typeface="Arial"/>
                        <a:buChar char="•"/>
                      </a:pPr>
                      <a:r>
                        <a:rPr lang="en-US" sz="1400" b="0" i="0" u="none" strike="noStrike" noProof="0"/>
                        <a:t>Expanded into digital platforms in response to customer needs and market competition</a:t>
                      </a:r>
                      <a:endParaRPr lang="en-US" sz="1400" b="0"/>
                    </a:p>
                    <a:p>
                      <a:pPr marL="285750" lvl="0" indent="-285750" algn="l">
                        <a:lnSpc>
                          <a:spcPct val="100000"/>
                        </a:lnSpc>
                        <a:spcBef>
                          <a:spcPts val="0"/>
                        </a:spcBef>
                        <a:spcAft>
                          <a:spcPts val="0"/>
                        </a:spcAft>
                        <a:buFont typeface="Arial"/>
                        <a:buChar char="•"/>
                      </a:pPr>
                      <a:r>
                        <a:rPr lang="en-US" sz="1400" b="0" i="0" u="none" strike="noStrike" noProof="0"/>
                        <a:t>Invested in technologies and home delivery to stay relevant and accessible</a:t>
                      </a:r>
                      <a:endParaRPr lang="en-US" sz="1400" b="0"/>
                    </a:p>
                  </a:txBody>
                  <a:tcPr marL="68580" marR="68580" marT="34290" marB="34290"/>
                </a:tc>
                <a:extLst>
                  <a:ext uri="{0D108BD9-81ED-4DB2-BD59-A6C34878D82A}">
                    <a16:rowId xmlns:a16="http://schemas.microsoft.com/office/drawing/2014/main" val="560721380"/>
                  </a:ext>
                </a:extLst>
              </a:tr>
              <a:tr h="13030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Q6.3</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How are those involved affected?</a:t>
                      </a:r>
                    </a:p>
                  </a:txBody>
                  <a:tcPr marL="68580" marR="68580" marT="34290" marB="34290"/>
                </a:tc>
                <a:tc>
                  <a:txBody>
                    <a:bodyPr/>
                    <a:lstStyle/>
                    <a:p>
                      <a:pPr marL="285750" lvl="0" indent="-285750" algn="l">
                        <a:lnSpc>
                          <a:spcPct val="100000"/>
                        </a:lnSpc>
                        <a:spcBef>
                          <a:spcPts val="0"/>
                        </a:spcBef>
                        <a:spcAft>
                          <a:spcPts val="0"/>
                        </a:spcAft>
                        <a:buFont typeface="Arial"/>
                        <a:buChar char="•"/>
                      </a:pPr>
                      <a:r>
                        <a:rPr lang="en-US" sz="1400" b="0" i="0" u="none" strike="noStrike" noProof="0">
                          <a:latin typeface="Arial"/>
                        </a:rPr>
                        <a:t>Consumers-Experience more convenience, better value, and faster service</a:t>
                      </a:r>
                      <a:endParaRPr lang="en-US"/>
                    </a:p>
                    <a:p>
                      <a:pPr marL="285750" lvl="0" indent="-285750" algn="l">
                        <a:lnSpc>
                          <a:spcPct val="100000"/>
                        </a:lnSpc>
                        <a:spcBef>
                          <a:spcPts val="0"/>
                        </a:spcBef>
                        <a:spcAft>
                          <a:spcPts val="0"/>
                        </a:spcAft>
                        <a:buFont typeface="Arial"/>
                        <a:buChar char="•"/>
                      </a:pPr>
                      <a:r>
                        <a:rPr lang="en-US" sz="1400" b="0" i="0" u="none" strike="noStrike" noProof="0">
                          <a:latin typeface="Arial"/>
                        </a:rPr>
                        <a:t>Employees-Must adapt to tech-driven tools and customer service innovation</a:t>
                      </a:r>
                    </a:p>
                    <a:p>
                      <a:pPr marL="285750" lvl="0" indent="-285750" algn="l">
                        <a:lnSpc>
                          <a:spcPct val="100000"/>
                        </a:lnSpc>
                        <a:spcBef>
                          <a:spcPts val="0"/>
                        </a:spcBef>
                        <a:spcAft>
                          <a:spcPts val="0"/>
                        </a:spcAft>
                        <a:buFont typeface="Arial"/>
                        <a:buChar char="•"/>
                      </a:pPr>
                      <a:r>
                        <a:rPr lang="en-US" sz="1400" b="0" i="0" u="none" strike="noStrike" noProof="0">
                          <a:latin typeface="Arial"/>
                        </a:rPr>
                        <a:t>Argos-Gains competitive advantage and increased sales through personalized strategies</a:t>
                      </a:r>
                    </a:p>
                    <a:p>
                      <a:pPr marL="285750" lvl="0" indent="-285750" algn="l">
                        <a:lnSpc>
                          <a:spcPct val="100000"/>
                        </a:lnSpc>
                        <a:spcBef>
                          <a:spcPts val="0"/>
                        </a:spcBef>
                        <a:spcAft>
                          <a:spcPts val="0"/>
                        </a:spcAft>
                        <a:buFont typeface="Arial"/>
                        <a:buChar char="•"/>
                      </a:pPr>
                      <a:r>
                        <a:rPr lang="en-US" sz="1400" b="0" i="0" u="none" strike="noStrike" noProof="0">
                          <a:latin typeface="Arial"/>
                        </a:rPr>
                        <a:t>Competitors-Lose market share if they cannot match </a:t>
                      </a:r>
                      <a:r>
                        <a:rPr lang="en-US" sz="1400" b="0" i="0" u="none" strike="noStrike" noProof="0" err="1">
                          <a:latin typeface="Arial"/>
                        </a:rPr>
                        <a:t>Argos'value</a:t>
                      </a:r>
                      <a:r>
                        <a:rPr lang="en-US" sz="1400" b="0" i="0" u="none" strike="noStrike" noProof="0">
                          <a:latin typeface="Arial"/>
                        </a:rPr>
                        <a:t>, convenience, or tech innovation</a:t>
                      </a:r>
                    </a:p>
                  </a:txBody>
                  <a:tcPr marL="68580" marR="68580" marT="34290" marB="34290"/>
                </a:tc>
                <a:extLst>
                  <a:ext uri="{0D108BD9-81ED-4DB2-BD59-A6C34878D82A}">
                    <a16:rowId xmlns:a16="http://schemas.microsoft.com/office/drawing/2014/main" val="1901711666"/>
                  </a:ext>
                </a:extLst>
              </a:tr>
            </a:tbl>
          </a:graphicData>
        </a:graphic>
      </p:graphicFrame>
      <p:sp>
        <p:nvSpPr>
          <p:cNvPr id="4" name="Google Shape;914;p45">
            <a:extLst>
              <a:ext uri="{FF2B5EF4-FFF2-40B4-BE49-F238E27FC236}">
                <a16:creationId xmlns:a16="http://schemas.microsoft.com/office/drawing/2014/main" id="{7C46B09B-C79E-DA1F-A7AC-D801D19586EE}"/>
              </a:ext>
            </a:extLst>
          </p:cNvPr>
          <p:cNvSpPr txBox="1">
            <a:spLocks/>
          </p:cNvSpPr>
          <p:nvPr/>
        </p:nvSpPr>
        <p:spPr>
          <a:xfrm>
            <a:off x="214345" y="1354"/>
            <a:ext cx="6375084" cy="87462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1pPr>
            <a:lvl2pPr marR="0" lvl="1"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2pPr>
            <a:lvl3pPr marR="0" lvl="2"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3pPr>
            <a:lvl4pPr marR="0" lvl="3"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4pPr>
            <a:lvl5pPr marR="0" lvl="4"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5pPr>
            <a:lvl6pPr marR="0" lvl="5"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6pPr>
            <a:lvl7pPr marR="0" lvl="6"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7pPr>
            <a:lvl8pPr marR="0" lvl="7"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8pPr>
            <a:lvl9pPr marR="0" lvl="8"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9pPr>
          </a:lstStyle>
          <a:p>
            <a:r>
              <a:rPr lang="en">
                <a:solidFill>
                  <a:schemeClr val="accent1"/>
                </a:solidFill>
              </a:rPr>
              <a:t>6 - How</a:t>
            </a:r>
          </a:p>
        </p:txBody>
      </p:sp>
    </p:spTree>
    <p:extLst>
      <p:ext uri="{BB962C8B-B14F-4D97-AF65-F5344CB8AC3E}">
        <p14:creationId xmlns:p14="http://schemas.microsoft.com/office/powerpoint/2010/main" val="39111189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Shape 1066"/>
        <p:cNvGrpSpPr/>
        <p:nvPr/>
      </p:nvGrpSpPr>
      <p:grpSpPr>
        <a:xfrm>
          <a:off x="0" y="0"/>
          <a:ext cx="0" cy="0"/>
          <a:chOff x="0" y="0"/>
          <a:chExt cx="0" cy="0"/>
        </a:xfrm>
      </p:grpSpPr>
      <p:sp>
        <p:nvSpPr>
          <p:cNvPr id="1070" name="Google Shape;1070;p47"/>
          <p:cNvSpPr txBox="1">
            <a:spLocks noGrp="1"/>
          </p:cNvSpPr>
          <p:nvPr>
            <p:ph type="title"/>
          </p:nvPr>
        </p:nvSpPr>
        <p:spPr>
          <a:xfrm>
            <a:off x="1286697" y="113379"/>
            <a:ext cx="6282454" cy="553490"/>
          </a:xfrm>
          <a:prstGeom prst="rect">
            <a:avLst/>
          </a:prstGeom>
        </p:spPr>
        <p:txBody>
          <a:bodyPr spcFirstLastPara="1" wrap="square" lIns="91425" tIns="91425" rIns="91425" bIns="91425" anchor="t" anchorCtr="0">
            <a:noAutofit/>
          </a:bodyPr>
          <a:lstStyle/>
          <a:p>
            <a:r>
              <a:rPr lang="en"/>
              <a:t>Conceptual Model</a:t>
            </a:r>
          </a:p>
        </p:txBody>
      </p:sp>
      <p:grpSp>
        <p:nvGrpSpPr>
          <p:cNvPr id="1074" name="Google Shape;1074;p47"/>
          <p:cNvGrpSpPr/>
          <p:nvPr/>
        </p:nvGrpSpPr>
        <p:grpSpPr>
          <a:xfrm rot="687332">
            <a:off x="7882039" y="209847"/>
            <a:ext cx="1072863" cy="810281"/>
            <a:chOff x="5177150" y="1453425"/>
            <a:chExt cx="712875" cy="538400"/>
          </a:xfrm>
        </p:grpSpPr>
        <p:sp>
          <p:nvSpPr>
            <p:cNvPr id="1075" name="Google Shape;1075;p47"/>
            <p:cNvSpPr/>
            <p:nvPr/>
          </p:nvSpPr>
          <p:spPr>
            <a:xfrm>
              <a:off x="5650750" y="1465175"/>
              <a:ext cx="239275" cy="526650"/>
            </a:xfrm>
            <a:custGeom>
              <a:avLst/>
              <a:gdLst/>
              <a:ahLst/>
              <a:cxnLst/>
              <a:rect l="l" t="t" r="r" b="b"/>
              <a:pathLst>
                <a:path w="9571" h="21066" extrusionOk="0">
                  <a:moveTo>
                    <a:pt x="4750" y="0"/>
                  </a:moveTo>
                  <a:cubicBezTo>
                    <a:pt x="4446" y="0"/>
                    <a:pt x="4143" y="39"/>
                    <a:pt x="3850" y="123"/>
                  </a:cubicBezTo>
                  <a:cubicBezTo>
                    <a:pt x="1716" y="738"/>
                    <a:pt x="865" y="3278"/>
                    <a:pt x="577" y="5478"/>
                  </a:cubicBezTo>
                  <a:cubicBezTo>
                    <a:pt x="105" y="9012"/>
                    <a:pt x="616" y="12508"/>
                    <a:pt x="131" y="16017"/>
                  </a:cubicBezTo>
                  <a:cubicBezTo>
                    <a:pt x="66" y="16383"/>
                    <a:pt x="40" y="16750"/>
                    <a:pt x="27" y="17130"/>
                  </a:cubicBezTo>
                  <a:cubicBezTo>
                    <a:pt x="0" y="18177"/>
                    <a:pt x="197" y="19224"/>
                    <a:pt x="891" y="19971"/>
                  </a:cubicBezTo>
                  <a:cubicBezTo>
                    <a:pt x="1467" y="20599"/>
                    <a:pt x="2318" y="20926"/>
                    <a:pt x="3156" y="21018"/>
                  </a:cubicBezTo>
                  <a:cubicBezTo>
                    <a:pt x="3424" y="21050"/>
                    <a:pt x="3676" y="21065"/>
                    <a:pt x="3912" y="21065"/>
                  </a:cubicBezTo>
                  <a:cubicBezTo>
                    <a:pt x="6397" y="21065"/>
                    <a:pt x="7117" y="19347"/>
                    <a:pt x="7607" y="16907"/>
                  </a:cubicBezTo>
                  <a:cubicBezTo>
                    <a:pt x="8026" y="14812"/>
                    <a:pt x="8445" y="12718"/>
                    <a:pt x="8864" y="10610"/>
                  </a:cubicBezTo>
                  <a:cubicBezTo>
                    <a:pt x="9217" y="8868"/>
                    <a:pt x="9571" y="7088"/>
                    <a:pt x="9401" y="5307"/>
                  </a:cubicBezTo>
                  <a:cubicBezTo>
                    <a:pt x="9230" y="3527"/>
                    <a:pt x="8471" y="1733"/>
                    <a:pt x="6992" y="712"/>
                  </a:cubicBezTo>
                  <a:cubicBezTo>
                    <a:pt x="6339" y="267"/>
                    <a:pt x="5542" y="0"/>
                    <a:pt x="475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47"/>
            <p:cNvSpPr/>
            <p:nvPr/>
          </p:nvSpPr>
          <p:spPr>
            <a:xfrm>
              <a:off x="5745000" y="1490175"/>
              <a:ext cx="14100" cy="42575"/>
            </a:xfrm>
            <a:custGeom>
              <a:avLst/>
              <a:gdLst/>
              <a:ahLst/>
              <a:cxnLst/>
              <a:rect l="l" t="t" r="r" b="b"/>
              <a:pathLst>
                <a:path w="564" h="1703" extrusionOk="0">
                  <a:moveTo>
                    <a:pt x="407" y="0"/>
                  </a:moveTo>
                  <a:lnTo>
                    <a:pt x="1" y="39"/>
                  </a:lnTo>
                  <a:cubicBezTo>
                    <a:pt x="27" y="367"/>
                    <a:pt x="66" y="602"/>
                    <a:pt x="80" y="812"/>
                  </a:cubicBezTo>
                  <a:cubicBezTo>
                    <a:pt x="132" y="1113"/>
                    <a:pt x="145" y="1401"/>
                    <a:pt x="145" y="1702"/>
                  </a:cubicBezTo>
                  <a:lnTo>
                    <a:pt x="564" y="1702"/>
                  </a:lnTo>
                  <a:cubicBezTo>
                    <a:pt x="564" y="1388"/>
                    <a:pt x="538" y="1074"/>
                    <a:pt x="499" y="759"/>
                  </a:cubicBezTo>
                  <a:cubicBezTo>
                    <a:pt x="472" y="563"/>
                    <a:pt x="446" y="327"/>
                    <a:pt x="4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47"/>
            <p:cNvSpPr/>
            <p:nvPr/>
          </p:nvSpPr>
          <p:spPr>
            <a:xfrm>
              <a:off x="5659250" y="1524850"/>
              <a:ext cx="207225" cy="230775"/>
            </a:xfrm>
            <a:custGeom>
              <a:avLst/>
              <a:gdLst/>
              <a:ahLst/>
              <a:cxnLst/>
              <a:rect l="l" t="t" r="r" b="b"/>
              <a:pathLst>
                <a:path w="8289" h="9231" extrusionOk="0">
                  <a:moveTo>
                    <a:pt x="3876" y="1"/>
                  </a:moveTo>
                  <a:lnTo>
                    <a:pt x="3745" y="132"/>
                  </a:lnTo>
                  <a:cubicBezTo>
                    <a:pt x="315" y="3326"/>
                    <a:pt x="1" y="7005"/>
                    <a:pt x="302" y="8498"/>
                  </a:cubicBezTo>
                  <a:lnTo>
                    <a:pt x="708" y="8419"/>
                  </a:lnTo>
                  <a:cubicBezTo>
                    <a:pt x="420" y="7018"/>
                    <a:pt x="721" y="3614"/>
                    <a:pt x="3889" y="564"/>
                  </a:cubicBezTo>
                  <a:cubicBezTo>
                    <a:pt x="5212" y="1847"/>
                    <a:pt x="6756" y="3693"/>
                    <a:pt x="7319" y="5081"/>
                  </a:cubicBezTo>
                  <a:cubicBezTo>
                    <a:pt x="7529" y="5539"/>
                    <a:pt x="7673" y="6036"/>
                    <a:pt x="7751" y="6534"/>
                  </a:cubicBezTo>
                  <a:cubicBezTo>
                    <a:pt x="7869" y="7411"/>
                    <a:pt x="7699" y="8301"/>
                    <a:pt x="7529" y="9152"/>
                  </a:cubicBezTo>
                  <a:lnTo>
                    <a:pt x="7935" y="9231"/>
                  </a:lnTo>
                  <a:cubicBezTo>
                    <a:pt x="8092" y="8393"/>
                    <a:pt x="8288" y="7424"/>
                    <a:pt x="8144" y="6481"/>
                  </a:cubicBezTo>
                  <a:cubicBezTo>
                    <a:pt x="8066" y="5945"/>
                    <a:pt x="7909" y="5421"/>
                    <a:pt x="7699" y="4923"/>
                  </a:cubicBezTo>
                  <a:cubicBezTo>
                    <a:pt x="7044" y="3339"/>
                    <a:pt x="5303" y="1349"/>
                    <a:pt x="4020" y="132"/>
                  </a:cubicBezTo>
                  <a:lnTo>
                    <a:pt x="387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47"/>
            <p:cNvSpPr/>
            <p:nvPr/>
          </p:nvSpPr>
          <p:spPr>
            <a:xfrm>
              <a:off x="5424250" y="1453425"/>
              <a:ext cx="230125" cy="526225"/>
            </a:xfrm>
            <a:custGeom>
              <a:avLst/>
              <a:gdLst/>
              <a:ahLst/>
              <a:cxnLst/>
              <a:rect l="l" t="t" r="r" b="b"/>
              <a:pathLst>
                <a:path w="9205" h="21049" extrusionOk="0">
                  <a:moveTo>
                    <a:pt x="5317" y="0"/>
                  </a:moveTo>
                  <a:cubicBezTo>
                    <a:pt x="4724" y="0"/>
                    <a:pt x="4124" y="137"/>
                    <a:pt x="3588" y="383"/>
                  </a:cubicBezTo>
                  <a:cubicBezTo>
                    <a:pt x="1964" y="1130"/>
                    <a:pt x="917" y="2792"/>
                    <a:pt x="459" y="4507"/>
                  </a:cubicBezTo>
                  <a:cubicBezTo>
                    <a:pt x="1" y="6236"/>
                    <a:pt x="40" y="8055"/>
                    <a:pt x="105" y="9836"/>
                  </a:cubicBezTo>
                  <a:cubicBezTo>
                    <a:pt x="171" y="11970"/>
                    <a:pt x="236" y="14104"/>
                    <a:pt x="302" y="16251"/>
                  </a:cubicBezTo>
                  <a:cubicBezTo>
                    <a:pt x="380" y="18974"/>
                    <a:pt x="878" y="20886"/>
                    <a:pt x="4007" y="21043"/>
                  </a:cubicBezTo>
                  <a:cubicBezTo>
                    <a:pt x="4083" y="21046"/>
                    <a:pt x="4160" y="21048"/>
                    <a:pt x="4236" y="21048"/>
                  </a:cubicBezTo>
                  <a:cubicBezTo>
                    <a:pt x="5005" y="21048"/>
                    <a:pt x="5797" y="20864"/>
                    <a:pt x="6416" y="20388"/>
                  </a:cubicBezTo>
                  <a:cubicBezTo>
                    <a:pt x="7214" y="19760"/>
                    <a:pt x="7581" y="18752"/>
                    <a:pt x="7725" y="17717"/>
                  </a:cubicBezTo>
                  <a:cubicBezTo>
                    <a:pt x="7777" y="17351"/>
                    <a:pt x="7804" y="16984"/>
                    <a:pt x="7817" y="16605"/>
                  </a:cubicBezTo>
                  <a:cubicBezTo>
                    <a:pt x="7908" y="13070"/>
                    <a:pt x="8995" y="9705"/>
                    <a:pt x="9126" y="6144"/>
                  </a:cubicBezTo>
                  <a:cubicBezTo>
                    <a:pt x="9204" y="3931"/>
                    <a:pt x="8786" y="1287"/>
                    <a:pt x="6782" y="318"/>
                  </a:cubicBezTo>
                  <a:cubicBezTo>
                    <a:pt x="6329" y="100"/>
                    <a:pt x="5826" y="0"/>
                    <a:pt x="531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47"/>
            <p:cNvSpPr/>
            <p:nvPr/>
          </p:nvSpPr>
          <p:spPr>
            <a:xfrm>
              <a:off x="5571225" y="1481650"/>
              <a:ext cx="20625" cy="42900"/>
            </a:xfrm>
            <a:custGeom>
              <a:avLst/>
              <a:gdLst/>
              <a:ahLst/>
              <a:cxnLst/>
              <a:rect l="l" t="t" r="r" b="b"/>
              <a:pathLst>
                <a:path w="825" h="1716" extrusionOk="0">
                  <a:moveTo>
                    <a:pt x="419" y="1"/>
                  </a:moveTo>
                  <a:cubicBezTo>
                    <a:pt x="340" y="302"/>
                    <a:pt x="275" y="537"/>
                    <a:pt x="210" y="734"/>
                  </a:cubicBezTo>
                  <a:cubicBezTo>
                    <a:pt x="118" y="1035"/>
                    <a:pt x="52" y="1336"/>
                    <a:pt x="0" y="1650"/>
                  </a:cubicBezTo>
                  <a:lnTo>
                    <a:pt x="406" y="1716"/>
                  </a:lnTo>
                  <a:cubicBezTo>
                    <a:pt x="445" y="1415"/>
                    <a:pt x="524" y="1127"/>
                    <a:pt x="615" y="852"/>
                  </a:cubicBezTo>
                  <a:cubicBezTo>
                    <a:pt x="668" y="655"/>
                    <a:pt x="746" y="420"/>
                    <a:pt x="825" y="105"/>
                  </a:cubicBezTo>
                  <a:lnTo>
                    <a:pt x="41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47"/>
            <p:cNvSpPr/>
            <p:nvPr/>
          </p:nvSpPr>
          <p:spPr>
            <a:xfrm>
              <a:off x="5435700" y="1516025"/>
              <a:ext cx="213425" cy="224225"/>
            </a:xfrm>
            <a:custGeom>
              <a:avLst/>
              <a:gdLst/>
              <a:ahLst/>
              <a:cxnLst/>
              <a:rect l="l" t="t" r="r" b="b"/>
              <a:pathLst>
                <a:path w="8537" h="8969" extrusionOk="0">
                  <a:moveTo>
                    <a:pt x="5578" y="0"/>
                  </a:moveTo>
                  <a:lnTo>
                    <a:pt x="5408" y="105"/>
                  </a:lnTo>
                  <a:cubicBezTo>
                    <a:pt x="3942" y="1087"/>
                    <a:pt x="1899" y="2763"/>
                    <a:pt x="996" y="4216"/>
                  </a:cubicBezTo>
                  <a:cubicBezTo>
                    <a:pt x="695" y="4674"/>
                    <a:pt x="459" y="5159"/>
                    <a:pt x="289" y="5682"/>
                  </a:cubicBezTo>
                  <a:cubicBezTo>
                    <a:pt x="1" y="6586"/>
                    <a:pt x="27" y="7568"/>
                    <a:pt x="53" y="8419"/>
                  </a:cubicBezTo>
                  <a:lnTo>
                    <a:pt x="459" y="8419"/>
                  </a:lnTo>
                  <a:cubicBezTo>
                    <a:pt x="433" y="7541"/>
                    <a:pt x="420" y="6638"/>
                    <a:pt x="682" y="5800"/>
                  </a:cubicBezTo>
                  <a:cubicBezTo>
                    <a:pt x="839" y="5316"/>
                    <a:pt x="1061" y="4858"/>
                    <a:pt x="1336" y="4425"/>
                  </a:cubicBezTo>
                  <a:cubicBezTo>
                    <a:pt x="2135" y="3156"/>
                    <a:pt x="3955" y="1598"/>
                    <a:pt x="5473" y="550"/>
                  </a:cubicBezTo>
                  <a:cubicBezTo>
                    <a:pt x="8092" y="4072"/>
                    <a:pt x="7830" y="7489"/>
                    <a:pt x="7306" y="8811"/>
                  </a:cubicBezTo>
                  <a:lnTo>
                    <a:pt x="7686" y="8968"/>
                  </a:lnTo>
                  <a:cubicBezTo>
                    <a:pt x="8249" y="7541"/>
                    <a:pt x="8537" y="3863"/>
                    <a:pt x="5696" y="157"/>
                  </a:cubicBezTo>
                  <a:lnTo>
                    <a:pt x="55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47"/>
            <p:cNvSpPr/>
            <p:nvPr/>
          </p:nvSpPr>
          <p:spPr>
            <a:xfrm>
              <a:off x="5510000" y="1700400"/>
              <a:ext cx="171875" cy="114150"/>
            </a:xfrm>
            <a:custGeom>
              <a:avLst/>
              <a:gdLst/>
              <a:ahLst/>
              <a:cxnLst/>
              <a:rect l="l" t="t" r="r" b="b"/>
              <a:pathLst>
                <a:path w="6875" h="4566" extrusionOk="0">
                  <a:moveTo>
                    <a:pt x="5787" y="196"/>
                  </a:moveTo>
                  <a:cubicBezTo>
                    <a:pt x="5887" y="196"/>
                    <a:pt x="5988" y="208"/>
                    <a:pt x="6089" y="232"/>
                  </a:cubicBezTo>
                  <a:cubicBezTo>
                    <a:pt x="6285" y="258"/>
                    <a:pt x="6468" y="376"/>
                    <a:pt x="6573" y="546"/>
                  </a:cubicBezTo>
                  <a:cubicBezTo>
                    <a:pt x="6652" y="729"/>
                    <a:pt x="6599" y="978"/>
                    <a:pt x="6403" y="1292"/>
                  </a:cubicBezTo>
                  <a:cubicBezTo>
                    <a:pt x="5382" y="2968"/>
                    <a:pt x="2645" y="4356"/>
                    <a:pt x="511" y="4356"/>
                  </a:cubicBezTo>
                  <a:lnTo>
                    <a:pt x="498" y="4356"/>
                  </a:lnTo>
                  <a:lnTo>
                    <a:pt x="4439" y="873"/>
                  </a:lnTo>
                  <a:cubicBezTo>
                    <a:pt x="4688" y="638"/>
                    <a:pt x="4963" y="441"/>
                    <a:pt x="5277" y="297"/>
                  </a:cubicBezTo>
                  <a:cubicBezTo>
                    <a:pt x="5443" y="231"/>
                    <a:pt x="5614" y="196"/>
                    <a:pt x="5787" y="196"/>
                  </a:cubicBezTo>
                  <a:close/>
                  <a:moveTo>
                    <a:pt x="5801" y="0"/>
                  </a:moveTo>
                  <a:cubicBezTo>
                    <a:pt x="5596" y="0"/>
                    <a:pt x="5392" y="38"/>
                    <a:pt x="5198" y="114"/>
                  </a:cubicBezTo>
                  <a:cubicBezTo>
                    <a:pt x="4871" y="258"/>
                    <a:pt x="4570" y="468"/>
                    <a:pt x="4308" y="729"/>
                  </a:cubicBezTo>
                  <a:lnTo>
                    <a:pt x="210" y="4356"/>
                  </a:lnTo>
                  <a:cubicBezTo>
                    <a:pt x="145" y="4356"/>
                    <a:pt x="79" y="4343"/>
                    <a:pt x="27" y="4343"/>
                  </a:cubicBezTo>
                  <a:lnTo>
                    <a:pt x="1" y="4539"/>
                  </a:lnTo>
                  <a:cubicBezTo>
                    <a:pt x="92" y="4552"/>
                    <a:pt x="184" y="4565"/>
                    <a:pt x="276" y="4565"/>
                  </a:cubicBezTo>
                  <a:lnTo>
                    <a:pt x="498" y="4565"/>
                  </a:lnTo>
                  <a:cubicBezTo>
                    <a:pt x="2685" y="4565"/>
                    <a:pt x="5513" y="3125"/>
                    <a:pt x="6586" y="1397"/>
                  </a:cubicBezTo>
                  <a:cubicBezTo>
                    <a:pt x="6822" y="1031"/>
                    <a:pt x="6874" y="716"/>
                    <a:pt x="6756" y="468"/>
                  </a:cubicBezTo>
                  <a:cubicBezTo>
                    <a:pt x="6625" y="245"/>
                    <a:pt x="6403" y="88"/>
                    <a:pt x="6141" y="36"/>
                  </a:cubicBezTo>
                  <a:cubicBezTo>
                    <a:pt x="6029" y="12"/>
                    <a:pt x="5915" y="0"/>
                    <a:pt x="58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47"/>
            <p:cNvSpPr/>
            <p:nvPr/>
          </p:nvSpPr>
          <p:spPr>
            <a:xfrm>
              <a:off x="5177150" y="1728775"/>
              <a:ext cx="341075" cy="165950"/>
            </a:xfrm>
            <a:custGeom>
              <a:avLst/>
              <a:gdLst/>
              <a:ahLst/>
              <a:cxnLst/>
              <a:rect l="l" t="t" r="r" b="b"/>
              <a:pathLst>
                <a:path w="13643" h="6638" extrusionOk="0">
                  <a:moveTo>
                    <a:pt x="0" y="0"/>
                  </a:moveTo>
                  <a:lnTo>
                    <a:pt x="0" y="6638"/>
                  </a:lnTo>
                  <a:lnTo>
                    <a:pt x="10945" y="6638"/>
                  </a:lnTo>
                  <a:lnTo>
                    <a:pt x="13642" y="3326"/>
                  </a:lnTo>
                  <a:lnTo>
                    <a:pt x="1094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47"/>
            <p:cNvSpPr/>
            <p:nvPr/>
          </p:nvSpPr>
          <p:spPr>
            <a:xfrm>
              <a:off x="5254050" y="1779175"/>
              <a:ext cx="33750" cy="71050"/>
            </a:xfrm>
            <a:custGeom>
              <a:avLst/>
              <a:gdLst/>
              <a:ahLst/>
              <a:cxnLst/>
              <a:rect l="l" t="t" r="r" b="b"/>
              <a:pathLst>
                <a:path w="1350" h="2842" extrusionOk="0">
                  <a:moveTo>
                    <a:pt x="577" y="511"/>
                  </a:moveTo>
                  <a:lnTo>
                    <a:pt x="577" y="1231"/>
                  </a:lnTo>
                  <a:cubicBezTo>
                    <a:pt x="393" y="1218"/>
                    <a:pt x="276" y="1048"/>
                    <a:pt x="289" y="878"/>
                  </a:cubicBezTo>
                  <a:cubicBezTo>
                    <a:pt x="289" y="786"/>
                    <a:pt x="315" y="707"/>
                    <a:pt x="354" y="629"/>
                  </a:cubicBezTo>
                  <a:cubicBezTo>
                    <a:pt x="407" y="563"/>
                    <a:pt x="485" y="511"/>
                    <a:pt x="577" y="511"/>
                  </a:cubicBezTo>
                  <a:close/>
                  <a:moveTo>
                    <a:pt x="773" y="1532"/>
                  </a:moveTo>
                  <a:cubicBezTo>
                    <a:pt x="865" y="1545"/>
                    <a:pt x="956" y="1585"/>
                    <a:pt x="1022" y="1663"/>
                  </a:cubicBezTo>
                  <a:cubicBezTo>
                    <a:pt x="1074" y="1729"/>
                    <a:pt x="1100" y="1820"/>
                    <a:pt x="1100" y="1912"/>
                  </a:cubicBezTo>
                  <a:cubicBezTo>
                    <a:pt x="1100" y="2017"/>
                    <a:pt x="1074" y="2108"/>
                    <a:pt x="1022" y="2187"/>
                  </a:cubicBezTo>
                  <a:cubicBezTo>
                    <a:pt x="956" y="2252"/>
                    <a:pt x="865" y="2292"/>
                    <a:pt x="773" y="2305"/>
                  </a:cubicBezTo>
                  <a:lnTo>
                    <a:pt x="773" y="1532"/>
                  </a:lnTo>
                  <a:close/>
                  <a:moveTo>
                    <a:pt x="577" y="0"/>
                  </a:moveTo>
                  <a:lnTo>
                    <a:pt x="577" y="288"/>
                  </a:lnTo>
                  <a:cubicBezTo>
                    <a:pt x="420" y="302"/>
                    <a:pt x="289" y="367"/>
                    <a:pt x="184" y="485"/>
                  </a:cubicBezTo>
                  <a:cubicBezTo>
                    <a:pt x="92" y="603"/>
                    <a:pt x="40" y="747"/>
                    <a:pt x="40" y="904"/>
                  </a:cubicBezTo>
                  <a:cubicBezTo>
                    <a:pt x="40" y="1048"/>
                    <a:pt x="79" y="1192"/>
                    <a:pt x="171" y="1297"/>
                  </a:cubicBezTo>
                  <a:cubicBezTo>
                    <a:pt x="276" y="1401"/>
                    <a:pt x="407" y="1467"/>
                    <a:pt x="551" y="1493"/>
                  </a:cubicBezTo>
                  <a:lnTo>
                    <a:pt x="577" y="1493"/>
                  </a:lnTo>
                  <a:lnTo>
                    <a:pt x="577" y="2305"/>
                  </a:lnTo>
                  <a:cubicBezTo>
                    <a:pt x="485" y="2292"/>
                    <a:pt x="407" y="2252"/>
                    <a:pt x="354" y="2174"/>
                  </a:cubicBezTo>
                  <a:cubicBezTo>
                    <a:pt x="289" y="2095"/>
                    <a:pt x="249" y="1990"/>
                    <a:pt x="249" y="1886"/>
                  </a:cubicBezTo>
                  <a:lnTo>
                    <a:pt x="1" y="1886"/>
                  </a:lnTo>
                  <a:cubicBezTo>
                    <a:pt x="1" y="2056"/>
                    <a:pt x="66" y="2213"/>
                    <a:pt x="171" y="2344"/>
                  </a:cubicBezTo>
                  <a:cubicBezTo>
                    <a:pt x="276" y="2449"/>
                    <a:pt x="420" y="2527"/>
                    <a:pt x="577" y="2527"/>
                  </a:cubicBezTo>
                  <a:lnTo>
                    <a:pt x="577" y="2841"/>
                  </a:lnTo>
                  <a:lnTo>
                    <a:pt x="773" y="2841"/>
                  </a:lnTo>
                  <a:lnTo>
                    <a:pt x="773" y="2527"/>
                  </a:lnTo>
                  <a:cubicBezTo>
                    <a:pt x="930" y="2514"/>
                    <a:pt x="1087" y="2449"/>
                    <a:pt x="1192" y="2344"/>
                  </a:cubicBezTo>
                  <a:cubicBezTo>
                    <a:pt x="1297" y="2213"/>
                    <a:pt x="1349" y="2056"/>
                    <a:pt x="1349" y="1899"/>
                  </a:cubicBezTo>
                  <a:cubicBezTo>
                    <a:pt x="1349" y="1755"/>
                    <a:pt x="1310" y="1611"/>
                    <a:pt x="1218" y="1493"/>
                  </a:cubicBezTo>
                  <a:cubicBezTo>
                    <a:pt x="1114" y="1388"/>
                    <a:pt x="983" y="1323"/>
                    <a:pt x="839" y="1297"/>
                  </a:cubicBezTo>
                  <a:lnTo>
                    <a:pt x="773" y="1297"/>
                  </a:lnTo>
                  <a:lnTo>
                    <a:pt x="773" y="511"/>
                  </a:lnTo>
                  <a:cubicBezTo>
                    <a:pt x="956" y="550"/>
                    <a:pt x="1048" y="681"/>
                    <a:pt x="1061" y="904"/>
                  </a:cubicBezTo>
                  <a:lnTo>
                    <a:pt x="1310" y="904"/>
                  </a:lnTo>
                  <a:cubicBezTo>
                    <a:pt x="1310" y="747"/>
                    <a:pt x="1258" y="590"/>
                    <a:pt x="1153" y="472"/>
                  </a:cubicBezTo>
                  <a:cubicBezTo>
                    <a:pt x="1048" y="367"/>
                    <a:pt x="917" y="302"/>
                    <a:pt x="773" y="288"/>
                  </a:cubicBezTo>
                  <a:lnTo>
                    <a:pt x="7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47"/>
            <p:cNvSpPr/>
            <p:nvPr/>
          </p:nvSpPr>
          <p:spPr>
            <a:xfrm>
              <a:off x="5294975" y="1779175"/>
              <a:ext cx="33725" cy="71050"/>
            </a:xfrm>
            <a:custGeom>
              <a:avLst/>
              <a:gdLst/>
              <a:ahLst/>
              <a:cxnLst/>
              <a:rect l="l" t="t" r="r" b="b"/>
              <a:pathLst>
                <a:path w="1349" h="2842" extrusionOk="0">
                  <a:moveTo>
                    <a:pt x="563" y="511"/>
                  </a:moveTo>
                  <a:lnTo>
                    <a:pt x="563" y="1231"/>
                  </a:lnTo>
                  <a:cubicBezTo>
                    <a:pt x="380" y="1218"/>
                    <a:pt x="262" y="1048"/>
                    <a:pt x="275" y="878"/>
                  </a:cubicBezTo>
                  <a:cubicBezTo>
                    <a:pt x="275" y="786"/>
                    <a:pt x="301" y="694"/>
                    <a:pt x="354" y="629"/>
                  </a:cubicBezTo>
                  <a:cubicBezTo>
                    <a:pt x="406" y="563"/>
                    <a:pt x="472" y="511"/>
                    <a:pt x="563" y="511"/>
                  </a:cubicBezTo>
                  <a:close/>
                  <a:moveTo>
                    <a:pt x="773" y="1532"/>
                  </a:moveTo>
                  <a:cubicBezTo>
                    <a:pt x="864" y="1545"/>
                    <a:pt x="943" y="1585"/>
                    <a:pt x="1008" y="1663"/>
                  </a:cubicBezTo>
                  <a:cubicBezTo>
                    <a:pt x="1061" y="1729"/>
                    <a:pt x="1100" y="1820"/>
                    <a:pt x="1087" y="1912"/>
                  </a:cubicBezTo>
                  <a:cubicBezTo>
                    <a:pt x="1087" y="2017"/>
                    <a:pt x="1061" y="2108"/>
                    <a:pt x="1008" y="2187"/>
                  </a:cubicBezTo>
                  <a:cubicBezTo>
                    <a:pt x="943" y="2252"/>
                    <a:pt x="864" y="2305"/>
                    <a:pt x="773" y="2305"/>
                  </a:cubicBezTo>
                  <a:lnTo>
                    <a:pt x="773" y="1532"/>
                  </a:lnTo>
                  <a:close/>
                  <a:moveTo>
                    <a:pt x="563" y="0"/>
                  </a:moveTo>
                  <a:lnTo>
                    <a:pt x="563" y="288"/>
                  </a:lnTo>
                  <a:cubicBezTo>
                    <a:pt x="419" y="302"/>
                    <a:pt x="275" y="367"/>
                    <a:pt x="184" y="485"/>
                  </a:cubicBezTo>
                  <a:cubicBezTo>
                    <a:pt x="79" y="603"/>
                    <a:pt x="26" y="747"/>
                    <a:pt x="26" y="904"/>
                  </a:cubicBezTo>
                  <a:cubicBezTo>
                    <a:pt x="26" y="1048"/>
                    <a:pt x="66" y="1192"/>
                    <a:pt x="157" y="1297"/>
                  </a:cubicBezTo>
                  <a:cubicBezTo>
                    <a:pt x="262" y="1401"/>
                    <a:pt x="393" y="1467"/>
                    <a:pt x="537" y="1493"/>
                  </a:cubicBezTo>
                  <a:lnTo>
                    <a:pt x="563" y="1493"/>
                  </a:lnTo>
                  <a:lnTo>
                    <a:pt x="563" y="2305"/>
                  </a:lnTo>
                  <a:cubicBezTo>
                    <a:pt x="472" y="2292"/>
                    <a:pt x="393" y="2252"/>
                    <a:pt x="341" y="2174"/>
                  </a:cubicBezTo>
                  <a:cubicBezTo>
                    <a:pt x="275" y="2095"/>
                    <a:pt x="249" y="1990"/>
                    <a:pt x="236" y="1886"/>
                  </a:cubicBezTo>
                  <a:lnTo>
                    <a:pt x="0" y="1886"/>
                  </a:lnTo>
                  <a:cubicBezTo>
                    <a:pt x="0" y="2056"/>
                    <a:pt x="53" y="2213"/>
                    <a:pt x="157" y="2344"/>
                  </a:cubicBezTo>
                  <a:cubicBezTo>
                    <a:pt x="262" y="2449"/>
                    <a:pt x="406" y="2527"/>
                    <a:pt x="563" y="2527"/>
                  </a:cubicBezTo>
                  <a:lnTo>
                    <a:pt x="563" y="2841"/>
                  </a:lnTo>
                  <a:lnTo>
                    <a:pt x="773" y="2841"/>
                  </a:lnTo>
                  <a:lnTo>
                    <a:pt x="773" y="2527"/>
                  </a:lnTo>
                  <a:cubicBezTo>
                    <a:pt x="930" y="2514"/>
                    <a:pt x="1074" y="2449"/>
                    <a:pt x="1192" y="2344"/>
                  </a:cubicBezTo>
                  <a:cubicBezTo>
                    <a:pt x="1296" y="2226"/>
                    <a:pt x="1349" y="2069"/>
                    <a:pt x="1336" y="1899"/>
                  </a:cubicBezTo>
                  <a:cubicBezTo>
                    <a:pt x="1349" y="1755"/>
                    <a:pt x="1296" y="1611"/>
                    <a:pt x="1205" y="1493"/>
                  </a:cubicBezTo>
                  <a:cubicBezTo>
                    <a:pt x="1100" y="1388"/>
                    <a:pt x="969" y="1323"/>
                    <a:pt x="825" y="1297"/>
                  </a:cubicBezTo>
                  <a:lnTo>
                    <a:pt x="773" y="1297"/>
                  </a:lnTo>
                  <a:lnTo>
                    <a:pt x="773" y="511"/>
                  </a:lnTo>
                  <a:cubicBezTo>
                    <a:pt x="943" y="550"/>
                    <a:pt x="1048" y="681"/>
                    <a:pt x="1061" y="904"/>
                  </a:cubicBezTo>
                  <a:lnTo>
                    <a:pt x="1309" y="904"/>
                  </a:lnTo>
                  <a:cubicBezTo>
                    <a:pt x="1296" y="747"/>
                    <a:pt x="1244" y="590"/>
                    <a:pt x="1139" y="472"/>
                  </a:cubicBezTo>
                  <a:cubicBezTo>
                    <a:pt x="1048" y="367"/>
                    <a:pt x="917" y="302"/>
                    <a:pt x="773" y="288"/>
                  </a:cubicBezTo>
                  <a:lnTo>
                    <a:pt x="7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5" name="Google Shape;1085;p47"/>
          <p:cNvGrpSpPr/>
          <p:nvPr/>
        </p:nvGrpSpPr>
        <p:grpSpPr>
          <a:xfrm rot="20829960" flipH="1">
            <a:off x="541498" y="271748"/>
            <a:ext cx="673454" cy="714789"/>
            <a:chOff x="6863400" y="3587200"/>
            <a:chExt cx="509650" cy="455250"/>
          </a:xfrm>
        </p:grpSpPr>
        <p:sp>
          <p:nvSpPr>
            <p:cNvPr id="1086" name="Google Shape;1086;p47"/>
            <p:cNvSpPr/>
            <p:nvPr/>
          </p:nvSpPr>
          <p:spPr>
            <a:xfrm>
              <a:off x="6867350" y="3587200"/>
              <a:ext cx="390500" cy="390500"/>
            </a:xfrm>
            <a:custGeom>
              <a:avLst/>
              <a:gdLst/>
              <a:ahLst/>
              <a:cxnLst/>
              <a:rect l="l" t="t" r="r" b="b"/>
              <a:pathLst>
                <a:path w="15620" h="15620" extrusionOk="0">
                  <a:moveTo>
                    <a:pt x="6232" y="0"/>
                  </a:moveTo>
                  <a:lnTo>
                    <a:pt x="6036" y="4242"/>
                  </a:lnTo>
                  <a:lnTo>
                    <a:pt x="2540" y="1846"/>
                  </a:lnTo>
                  <a:lnTo>
                    <a:pt x="2540" y="1846"/>
                  </a:lnTo>
                  <a:lnTo>
                    <a:pt x="4491" y="5617"/>
                  </a:lnTo>
                  <a:lnTo>
                    <a:pt x="262" y="5277"/>
                  </a:lnTo>
                  <a:lnTo>
                    <a:pt x="3836" y="7568"/>
                  </a:lnTo>
                  <a:lnTo>
                    <a:pt x="0" y="9401"/>
                  </a:lnTo>
                  <a:lnTo>
                    <a:pt x="4242" y="9584"/>
                  </a:lnTo>
                  <a:lnTo>
                    <a:pt x="1846" y="13093"/>
                  </a:lnTo>
                  <a:lnTo>
                    <a:pt x="1846" y="13093"/>
                  </a:lnTo>
                  <a:lnTo>
                    <a:pt x="5617" y="11129"/>
                  </a:lnTo>
                  <a:lnTo>
                    <a:pt x="5289" y="15371"/>
                  </a:lnTo>
                  <a:lnTo>
                    <a:pt x="7567" y="11783"/>
                  </a:lnTo>
                  <a:lnTo>
                    <a:pt x="9400" y="15619"/>
                  </a:lnTo>
                  <a:lnTo>
                    <a:pt x="9597" y="11378"/>
                  </a:lnTo>
                  <a:lnTo>
                    <a:pt x="13092" y="13773"/>
                  </a:lnTo>
                  <a:lnTo>
                    <a:pt x="11142" y="10016"/>
                  </a:lnTo>
                  <a:lnTo>
                    <a:pt x="15370" y="10343"/>
                  </a:lnTo>
                  <a:lnTo>
                    <a:pt x="11796" y="8052"/>
                  </a:lnTo>
                  <a:lnTo>
                    <a:pt x="15619" y="6219"/>
                  </a:lnTo>
                  <a:lnTo>
                    <a:pt x="11377" y="6036"/>
                  </a:lnTo>
                  <a:lnTo>
                    <a:pt x="13786" y="2527"/>
                  </a:lnTo>
                  <a:lnTo>
                    <a:pt x="10016" y="4491"/>
                  </a:lnTo>
                  <a:lnTo>
                    <a:pt x="10343" y="249"/>
                  </a:lnTo>
                  <a:lnTo>
                    <a:pt x="8052" y="3836"/>
                  </a:lnTo>
                  <a:lnTo>
                    <a:pt x="623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47"/>
            <p:cNvSpPr/>
            <p:nvPr/>
          </p:nvSpPr>
          <p:spPr>
            <a:xfrm>
              <a:off x="6947525" y="3764600"/>
              <a:ext cx="27525" cy="203600"/>
            </a:xfrm>
            <a:custGeom>
              <a:avLst/>
              <a:gdLst/>
              <a:ahLst/>
              <a:cxnLst/>
              <a:rect l="l" t="t" r="r" b="b"/>
              <a:pathLst>
                <a:path w="1101" h="8144" extrusionOk="0">
                  <a:moveTo>
                    <a:pt x="210" y="0"/>
                  </a:moveTo>
                  <a:lnTo>
                    <a:pt x="1" y="27"/>
                  </a:lnTo>
                  <a:lnTo>
                    <a:pt x="891" y="8144"/>
                  </a:lnTo>
                  <a:lnTo>
                    <a:pt x="1100" y="8131"/>
                  </a:lnTo>
                  <a:lnTo>
                    <a:pt x="21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47"/>
            <p:cNvSpPr/>
            <p:nvPr/>
          </p:nvSpPr>
          <p:spPr>
            <a:xfrm>
              <a:off x="7008725" y="3675250"/>
              <a:ext cx="364325" cy="298525"/>
            </a:xfrm>
            <a:custGeom>
              <a:avLst/>
              <a:gdLst/>
              <a:ahLst/>
              <a:cxnLst/>
              <a:rect l="l" t="t" r="r" b="b"/>
              <a:pathLst>
                <a:path w="14573" h="11941" extrusionOk="0">
                  <a:moveTo>
                    <a:pt x="12059" y="0"/>
                  </a:moveTo>
                  <a:cubicBezTo>
                    <a:pt x="11064" y="0"/>
                    <a:pt x="10200" y="812"/>
                    <a:pt x="10016" y="1938"/>
                  </a:cubicBezTo>
                  <a:lnTo>
                    <a:pt x="8498" y="10971"/>
                  </a:lnTo>
                  <a:cubicBezTo>
                    <a:pt x="8472" y="11273"/>
                    <a:pt x="8236" y="11495"/>
                    <a:pt x="7948" y="11521"/>
                  </a:cubicBezTo>
                  <a:lnTo>
                    <a:pt x="1" y="11521"/>
                  </a:lnTo>
                  <a:lnTo>
                    <a:pt x="1" y="11940"/>
                  </a:lnTo>
                  <a:lnTo>
                    <a:pt x="7948" y="11940"/>
                  </a:lnTo>
                  <a:cubicBezTo>
                    <a:pt x="8445" y="11914"/>
                    <a:pt x="8851" y="11534"/>
                    <a:pt x="8917" y="11050"/>
                  </a:cubicBezTo>
                  <a:lnTo>
                    <a:pt x="10435" y="2016"/>
                  </a:lnTo>
                  <a:cubicBezTo>
                    <a:pt x="10579" y="1087"/>
                    <a:pt x="11273" y="419"/>
                    <a:pt x="12072" y="419"/>
                  </a:cubicBezTo>
                  <a:lnTo>
                    <a:pt x="14573" y="419"/>
                  </a:lnTo>
                  <a:lnTo>
                    <a:pt x="145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47"/>
            <p:cNvSpPr/>
            <p:nvPr/>
          </p:nvSpPr>
          <p:spPr>
            <a:xfrm>
              <a:off x="6863400" y="3760350"/>
              <a:ext cx="408175" cy="213425"/>
            </a:xfrm>
            <a:custGeom>
              <a:avLst/>
              <a:gdLst/>
              <a:ahLst/>
              <a:cxnLst/>
              <a:rect l="l" t="t" r="r" b="b"/>
              <a:pathLst>
                <a:path w="16327" h="8537" extrusionOk="0">
                  <a:moveTo>
                    <a:pt x="1088" y="0"/>
                  </a:moveTo>
                  <a:cubicBezTo>
                    <a:pt x="773" y="0"/>
                    <a:pt x="498" y="144"/>
                    <a:pt x="315" y="393"/>
                  </a:cubicBezTo>
                  <a:cubicBezTo>
                    <a:pt x="80" y="707"/>
                    <a:pt x="1" y="1113"/>
                    <a:pt x="106" y="1493"/>
                  </a:cubicBezTo>
                  <a:lnTo>
                    <a:pt x="1703" y="7698"/>
                  </a:lnTo>
                  <a:cubicBezTo>
                    <a:pt x="1808" y="8170"/>
                    <a:pt x="2214" y="8510"/>
                    <a:pt x="2685" y="8536"/>
                  </a:cubicBezTo>
                  <a:lnTo>
                    <a:pt x="5814" y="8536"/>
                  </a:lnTo>
                  <a:lnTo>
                    <a:pt x="5814" y="8117"/>
                  </a:lnTo>
                  <a:lnTo>
                    <a:pt x="2698" y="8117"/>
                  </a:lnTo>
                  <a:cubicBezTo>
                    <a:pt x="2397" y="8104"/>
                    <a:pt x="2161" y="7882"/>
                    <a:pt x="2109" y="7594"/>
                  </a:cubicBezTo>
                  <a:lnTo>
                    <a:pt x="498" y="1388"/>
                  </a:lnTo>
                  <a:cubicBezTo>
                    <a:pt x="433" y="1126"/>
                    <a:pt x="485" y="851"/>
                    <a:pt x="643" y="642"/>
                  </a:cubicBezTo>
                  <a:cubicBezTo>
                    <a:pt x="747" y="498"/>
                    <a:pt x="917" y="406"/>
                    <a:pt x="1088" y="406"/>
                  </a:cubicBezTo>
                  <a:lnTo>
                    <a:pt x="16327" y="406"/>
                  </a:lnTo>
                  <a:lnTo>
                    <a:pt x="1632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47"/>
            <p:cNvSpPr/>
            <p:nvPr/>
          </p:nvSpPr>
          <p:spPr>
            <a:xfrm>
              <a:off x="7109550" y="3971775"/>
              <a:ext cx="82725" cy="70675"/>
            </a:xfrm>
            <a:custGeom>
              <a:avLst/>
              <a:gdLst/>
              <a:ahLst/>
              <a:cxnLst/>
              <a:rect l="l" t="t" r="r" b="b"/>
              <a:pathLst>
                <a:path w="3309" h="2827" extrusionOk="0">
                  <a:moveTo>
                    <a:pt x="1443" y="1"/>
                  </a:moveTo>
                  <a:cubicBezTo>
                    <a:pt x="1438" y="1"/>
                    <a:pt x="1433" y="1"/>
                    <a:pt x="1427" y="1"/>
                  </a:cubicBezTo>
                  <a:cubicBezTo>
                    <a:pt x="642" y="1"/>
                    <a:pt x="0" y="629"/>
                    <a:pt x="0" y="1415"/>
                  </a:cubicBezTo>
                  <a:cubicBezTo>
                    <a:pt x="0" y="2264"/>
                    <a:pt x="701" y="2827"/>
                    <a:pt x="1429" y="2827"/>
                  </a:cubicBezTo>
                  <a:cubicBezTo>
                    <a:pt x="1778" y="2827"/>
                    <a:pt x="2134" y="2698"/>
                    <a:pt x="2422" y="2410"/>
                  </a:cubicBezTo>
                  <a:cubicBezTo>
                    <a:pt x="3309" y="1523"/>
                    <a:pt x="2690" y="1"/>
                    <a:pt x="14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47"/>
            <p:cNvSpPr/>
            <p:nvPr/>
          </p:nvSpPr>
          <p:spPr>
            <a:xfrm>
              <a:off x="6944250" y="3971775"/>
              <a:ext cx="82850" cy="70675"/>
            </a:xfrm>
            <a:custGeom>
              <a:avLst/>
              <a:gdLst/>
              <a:ahLst/>
              <a:cxnLst/>
              <a:rect l="l" t="t" r="r" b="b"/>
              <a:pathLst>
                <a:path w="3314" h="2827" extrusionOk="0">
                  <a:moveTo>
                    <a:pt x="1415" y="1"/>
                  </a:moveTo>
                  <a:cubicBezTo>
                    <a:pt x="642" y="1"/>
                    <a:pt x="1" y="629"/>
                    <a:pt x="1" y="1415"/>
                  </a:cubicBezTo>
                  <a:cubicBezTo>
                    <a:pt x="1" y="2264"/>
                    <a:pt x="701" y="2827"/>
                    <a:pt x="1430" y="2827"/>
                  </a:cubicBezTo>
                  <a:cubicBezTo>
                    <a:pt x="1779" y="2827"/>
                    <a:pt x="2135" y="2698"/>
                    <a:pt x="2423" y="2410"/>
                  </a:cubicBezTo>
                  <a:cubicBezTo>
                    <a:pt x="3313" y="1519"/>
                    <a:pt x="2685" y="1"/>
                    <a:pt x="14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47"/>
            <p:cNvSpPr/>
            <p:nvPr/>
          </p:nvSpPr>
          <p:spPr>
            <a:xfrm>
              <a:off x="7036550" y="3765575"/>
              <a:ext cx="7225" cy="202950"/>
            </a:xfrm>
            <a:custGeom>
              <a:avLst/>
              <a:gdLst/>
              <a:ahLst/>
              <a:cxnLst/>
              <a:rect l="l" t="t" r="r" b="b"/>
              <a:pathLst>
                <a:path w="289" h="8118" extrusionOk="0">
                  <a:moveTo>
                    <a:pt x="1" y="1"/>
                  </a:moveTo>
                  <a:lnTo>
                    <a:pt x="79" y="8118"/>
                  </a:lnTo>
                  <a:lnTo>
                    <a:pt x="289" y="8118"/>
                  </a:lnTo>
                  <a:lnTo>
                    <a:pt x="21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47"/>
            <p:cNvSpPr/>
            <p:nvPr/>
          </p:nvSpPr>
          <p:spPr>
            <a:xfrm>
              <a:off x="7107575" y="3765250"/>
              <a:ext cx="19350" cy="203600"/>
            </a:xfrm>
            <a:custGeom>
              <a:avLst/>
              <a:gdLst/>
              <a:ahLst/>
              <a:cxnLst/>
              <a:rect l="l" t="t" r="r" b="b"/>
              <a:pathLst>
                <a:path w="774" h="8144" extrusionOk="0">
                  <a:moveTo>
                    <a:pt x="564" y="1"/>
                  </a:moveTo>
                  <a:lnTo>
                    <a:pt x="1" y="8131"/>
                  </a:lnTo>
                  <a:lnTo>
                    <a:pt x="210" y="8144"/>
                  </a:lnTo>
                  <a:lnTo>
                    <a:pt x="773" y="14"/>
                  </a:lnTo>
                  <a:lnTo>
                    <a:pt x="5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47"/>
            <p:cNvSpPr/>
            <p:nvPr/>
          </p:nvSpPr>
          <p:spPr>
            <a:xfrm>
              <a:off x="7179925" y="3760350"/>
              <a:ext cx="31425" cy="203925"/>
            </a:xfrm>
            <a:custGeom>
              <a:avLst/>
              <a:gdLst/>
              <a:ahLst/>
              <a:cxnLst/>
              <a:rect l="l" t="t" r="r" b="b"/>
              <a:pathLst>
                <a:path w="1257" h="8157" extrusionOk="0">
                  <a:moveTo>
                    <a:pt x="1048" y="0"/>
                  </a:moveTo>
                  <a:lnTo>
                    <a:pt x="0" y="8130"/>
                  </a:lnTo>
                  <a:lnTo>
                    <a:pt x="197" y="8157"/>
                  </a:lnTo>
                  <a:lnTo>
                    <a:pt x="1257" y="26"/>
                  </a:lnTo>
                  <a:lnTo>
                    <a:pt x="104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47"/>
            <p:cNvSpPr/>
            <p:nvPr/>
          </p:nvSpPr>
          <p:spPr>
            <a:xfrm>
              <a:off x="6899750" y="3905000"/>
              <a:ext cx="333875" cy="4950"/>
            </a:xfrm>
            <a:custGeom>
              <a:avLst/>
              <a:gdLst/>
              <a:ahLst/>
              <a:cxnLst/>
              <a:rect l="l" t="t" r="r" b="b"/>
              <a:pathLst>
                <a:path w="13355" h="198" extrusionOk="0">
                  <a:moveTo>
                    <a:pt x="0" y="1"/>
                  </a:moveTo>
                  <a:lnTo>
                    <a:pt x="0" y="197"/>
                  </a:lnTo>
                  <a:lnTo>
                    <a:pt x="13354" y="197"/>
                  </a:lnTo>
                  <a:lnTo>
                    <a:pt x="133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47"/>
            <p:cNvSpPr/>
            <p:nvPr/>
          </p:nvSpPr>
          <p:spPr>
            <a:xfrm>
              <a:off x="6883050" y="3833975"/>
              <a:ext cx="363325" cy="5275"/>
            </a:xfrm>
            <a:custGeom>
              <a:avLst/>
              <a:gdLst/>
              <a:ahLst/>
              <a:cxnLst/>
              <a:rect l="l" t="t" r="r" b="b"/>
              <a:pathLst>
                <a:path w="14533" h="211" extrusionOk="0">
                  <a:moveTo>
                    <a:pt x="1" y="1"/>
                  </a:moveTo>
                  <a:lnTo>
                    <a:pt x="1" y="210"/>
                  </a:lnTo>
                  <a:lnTo>
                    <a:pt x="14533" y="210"/>
                  </a:lnTo>
                  <a:lnTo>
                    <a:pt x="145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 name="Picture 9" descr="A diagram of a company&#10;&#10;AI-generated content may be incorrect.">
            <a:extLst>
              <a:ext uri="{FF2B5EF4-FFF2-40B4-BE49-F238E27FC236}">
                <a16:creationId xmlns:a16="http://schemas.microsoft.com/office/drawing/2014/main" id="{DD7C6BA4-D5AD-45AD-7090-E530043CE528}"/>
              </a:ext>
            </a:extLst>
          </p:cNvPr>
          <p:cNvPicPr>
            <a:picLocks noChangeAspect="1"/>
          </p:cNvPicPr>
          <p:nvPr/>
        </p:nvPicPr>
        <p:blipFill>
          <a:blip r:embed="rId3"/>
          <a:stretch>
            <a:fillRect/>
          </a:stretch>
        </p:blipFill>
        <p:spPr>
          <a:xfrm>
            <a:off x="1497357" y="1054742"/>
            <a:ext cx="6334049" cy="3681541"/>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C13F2E65-D1B6-DAD2-52BB-2BD3398C077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2276482-CEC7-7ACE-3D66-559E0E652669}"/>
              </a:ext>
            </a:extLst>
          </p:cNvPr>
          <p:cNvSpPr txBox="1"/>
          <p:nvPr/>
        </p:nvSpPr>
        <p:spPr>
          <a:xfrm>
            <a:off x="5317576" y="589531"/>
            <a:ext cx="3399226" cy="377026"/>
          </a:xfrm>
          <a:prstGeom prst="rect">
            <a:avLst/>
          </a:prstGeom>
          <a:noFill/>
          <a:effectLst/>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2000" b="1">
                <a:ea typeface="Calibri"/>
                <a:cs typeface="Calibri"/>
              </a:rPr>
              <a:t>The "Don't quite get its"</a:t>
            </a:r>
          </a:p>
        </p:txBody>
      </p:sp>
      <p:sp>
        <p:nvSpPr>
          <p:cNvPr id="5" name="TextBox 4">
            <a:extLst>
              <a:ext uri="{FF2B5EF4-FFF2-40B4-BE49-F238E27FC236}">
                <a16:creationId xmlns:a16="http://schemas.microsoft.com/office/drawing/2014/main" id="{0DD8D30D-4EE4-1401-7AAF-92628203A684}"/>
              </a:ext>
            </a:extLst>
          </p:cNvPr>
          <p:cNvSpPr txBox="1"/>
          <p:nvPr/>
        </p:nvSpPr>
        <p:spPr>
          <a:xfrm>
            <a:off x="1121973" y="593133"/>
            <a:ext cx="1845611" cy="392415"/>
          </a:xfrm>
          <a:prstGeom prst="rect">
            <a:avLst/>
          </a:prstGeom>
          <a:noFill/>
          <a:effectLst>
            <a:outerShdw>
              <a:srgbClr val="000000"/>
            </a:outerShdw>
          </a:effectLst>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2100" b="1">
                <a:ea typeface="Calibri"/>
                <a:cs typeface="Calibri"/>
              </a:rPr>
              <a:t>The "Get its"</a:t>
            </a:r>
          </a:p>
        </p:txBody>
      </p:sp>
      <p:sp>
        <p:nvSpPr>
          <p:cNvPr id="3" name="TextBox 2">
            <a:extLst>
              <a:ext uri="{FF2B5EF4-FFF2-40B4-BE49-F238E27FC236}">
                <a16:creationId xmlns:a16="http://schemas.microsoft.com/office/drawing/2014/main" id="{745360A6-2192-56CC-2CDB-35055E670325}"/>
              </a:ext>
            </a:extLst>
          </p:cNvPr>
          <p:cNvSpPr txBox="1"/>
          <p:nvPr/>
        </p:nvSpPr>
        <p:spPr>
          <a:xfrm>
            <a:off x="311471" y="1026143"/>
            <a:ext cx="3939637" cy="3485570"/>
          </a:xfrm>
          <a:prstGeom prst="rect">
            <a:avLst/>
          </a:prstGeom>
          <a:noFill/>
          <a:effectLst/>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213995" indent="-213995">
              <a:buFont typeface="Arial"/>
              <a:buChar char="•"/>
            </a:pPr>
            <a:r>
              <a:rPr lang="en-US" sz="1600">
                <a:ea typeface="+mn-lt"/>
                <a:cs typeface="+mn-lt"/>
              </a:rPr>
              <a:t>Argos’s growth strategy focuses on increasing shopping frequency and basket size per customer.</a:t>
            </a:r>
            <a:endParaRPr lang="en-US" sz="1600">
              <a:ea typeface="Calibri"/>
              <a:cs typeface="Calibri"/>
            </a:endParaRPr>
          </a:p>
          <a:p>
            <a:pPr marL="213995" indent="-213995">
              <a:buFont typeface="Arial"/>
              <a:buChar char="•"/>
            </a:pPr>
            <a:r>
              <a:rPr lang="en-US" sz="1600">
                <a:ea typeface="+mn-lt"/>
                <a:cs typeface="+mn-lt"/>
              </a:rPr>
              <a:t>Targets a loyal customer segment known as </a:t>
            </a:r>
            <a:r>
              <a:rPr lang="en-US" sz="1600" b="1">
                <a:ea typeface="+mn-lt"/>
                <a:cs typeface="+mn-lt"/>
              </a:rPr>
              <a:t>“The Get Its.”</a:t>
            </a:r>
            <a:endParaRPr lang="en-CA" sz="1600">
              <a:ea typeface="Calibri"/>
              <a:cs typeface="Calibri"/>
            </a:endParaRPr>
          </a:p>
          <a:p>
            <a:pPr marL="213995" indent="-213995">
              <a:buFont typeface="Arial"/>
              <a:buChar char="•"/>
            </a:pPr>
            <a:r>
              <a:rPr lang="en-US" sz="1600">
                <a:ea typeface="+mn-lt"/>
                <a:cs typeface="+mn-lt"/>
              </a:rPr>
              <a:t>Argos expanded its product range to encourage </a:t>
            </a:r>
            <a:r>
              <a:rPr lang="en-US" sz="1600" b="1">
                <a:ea typeface="+mn-lt"/>
                <a:cs typeface="+mn-lt"/>
              </a:rPr>
              <a:t>cross-category shopping</a:t>
            </a:r>
            <a:r>
              <a:rPr lang="en-US" sz="1600">
                <a:ea typeface="+mn-lt"/>
                <a:cs typeface="+mn-lt"/>
              </a:rPr>
              <a:t>.</a:t>
            </a:r>
          </a:p>
          <a:p>
            <a:pPr marL="213995" indent="-213995">
              <a:buFont typeface="Arial"/>
              <a:buChar char="•"/>
            </a:pPr>
            <a:r>
              <a:rPr lang="en-US" sz="1600">
                <a:ea typeface="+mn-lt"/>
                <a:cs typeface="+mn-lt"/>
              </a:rPr>
              <a:t>Emphasis was placed on </a:t>
            </a:r>
            <a:r>
              <a:rPr lang="en-US" sz="1600" b="1">
                <a:ea typeface="+mn-lt"/>
                <a:cs typeface="+mn-lt"/>
              </a:rPr>
              <a:t>shopping speed</a:t>
            </a:r>
            <a:r>
              <a:rPr lang="en-US" sz="1600">
                <a:ea typeface="+mn-lt"/>
                <a:cs typeface="+mn-lt"/>
              </a:rPr>
              <a:t>, identified as a top priority for customers.</a:t>
            </a:r>
          </a:p>
          <a:p>
            <a:pPr marL="213995" indent="-213995">
              <a:buFont typeface="Arial"/>
              <a:buChar char="•"/>
            </a:pPr>
            <a:r>
              <a:rPr lang="en-US" sz="1600">
                <a:ea typeface="+mn-lt"/>
                <a:cs typeface="+mn-lt"/>
              </a:rPr>
              <a:t>The strategy is based on the idea that </a:t>
            </a:r>
            <a:r>
              <a:rPr lang="en-US" sz="1600" b="1">
                <a:ea typeface="+mn-lt"/>
                <a:cs typeface="+mn-lt"/>
              </a:rPr>
              <a:t>greater variety</a:t>
            </a:r>
            <a:r>
              <a:rPr lang="en-US" sz="1600">
                <a:ea typeface="+mn-lt"/>
                <a:cs typeface="+mn-lt"/>
              </a:rPr>
              <a:t> and </a:t>
            </a:r>
            <a:r>
              <a:rPr lang="en-US" sz="1600" b="1">
                <a:ea typeface="+mn-lt"/>
                <a:cs typeface="+mn-lt"/>
              </a:rPr>
              <a:t>convenience</a:t>
            </a:r>
            <a:r>
              <a:rPr lang="en-US" sz="1600">
                <a:ea typeface="+mn-lt"/>
                <a:cs typeface="+mn-lt"/>
              </a:rPr>
              <a:t> lead to larger purchases per visit.</a:t>
            </a:r>
          </a:p>
          <a:p>
            <a:pPr algn="l"/>
            <a:endParaRPr lang="en-US" sz="1400">
              <a:ea typeface="Calibri"/>
              <a:cs typeface="Calibri"/>
            </a:endParaRPr>
          </a:p>
        </p:txBody>
      </p:sp>
      <p:sp>
        <p:nvSpPr>
          <p:cNvPr id="11" name="TextBox 10">
            <a:extLst>
              <a:ext uri="{FF2B5EF4-FFF2-40B4-BE49-F238E27FC236}">
                <a16:creationId xmlns:a16="http://schemas.microsoft.com/office/drawing/2014/main" id="{7C9757BA-C8A5-A3F3-0FA7-A816D864592F}"/>
              </a:ext>
            </a:extLst>
          </p:cNvPr>
          <p:cNvSpPr txBox="1"/>
          <p:nvPr/>
        </p:nvSpPr>
        <p:spPr>
          <a:xfrm>
            <a:off x="4567104" y="1026143"/>
            <a:ext cx="4562164" cy="3762568"/>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buFont typeface="Arial"/>
              <a:buChar char="•"/>
            </a:pPr>
            <a:r>
              <a:rPr lang="en-US" sz="1600">
                <a:ea typeface="+mn-lt"/>
                <a:cs typeface="+mn-lt"/>
              </a:rPr>
              <a:t>Argos uses </a:t>
            </a:r>
            <a:r>
              <a:rPr lang="en-US" sz="1600" b="1">
                <a:ea typeface="+mn-lt"/>
                <a:cs typeface="+mn-lt"/>
              </a:rPr>
              <a:t>broad advertising</a:t>
            </a:r>
            <a:r>
              <a:rPr lang="en-US" sz="1600">
                <a:ea typeface="+mn-lt"/>
                <a:cs typeface="+mn-lt"/>
              </a:rPr>
              <a:t> and </a:t>
            </a:r>
            <a:r>
              <a:rPr lang="en-US" sz="1600" b="1">
                <a:ea typeface="+mn-lt"/>
                <a:cs typeface="+mn-lt"/>
              </a:rPr>
              <a:t>multi-channel convenience</a:t>
            </a:r>
            <a:r>
              <a:rPr lang="en-US" sz="1600">
                <a:ea typeface="+mn-lt"/>
                <a:cs typeface="+mn-lt"/>
              </a:rPr>
              <a:t> to engage less familiar customers, called </a:t>
            </a:r>
            <a:r>
              <a:rPr lang="en-US" sz="1600" b="1">
                <a:ea typeface="+mn-lt"/>
                <a:cs typeface="+mn-lt"/>
              </a:rPr>
              <a:t>“The Don’t Quite Get Its.”</a:t>
            </a:r>
            <a:endParaRPr lang="en-US" sz="1600">
              <a:ea typeface="+mn-lt"/>
              <a:cs typeface="+mn-lt"/>
            </a:endParaRPr>
          </a:p>
          <a:p>
            <a:pPr>
              <a:buFont typeface="Arial"/>
              <a:buChar char="•"/>
            </a:pPr>
            <a:r>
              <a:rPr lang="en-US" sz="1600" b="1">
                <a:ea typeface="+mn-lt"/>
                <a:cs typeface="+mn-lt"/>
              </a:rPr>
              <a:t>Television and media campaigns</a:t>
            </a:r>
            <a:r>
              <a:rPr lang="en-US" sz="1600">
                <a:ea typeface="+mn-lt"/>
                <a:cs typeface="+mn-lt"/>
              </a:rPr>
              <a:t> promote awareness of Argos’s product range and value for money.</a:t>
            </a:r>
            <a:endParaRPr lang="en-US" sz="1600">
              <a:cs typeface="Arial"/>
            </a:endParaRPr>
          </a:p>
          <a:p>
            <a:pPr>
              <a:buFont typeface="Arial"/>
              <a:buChar char="•"/>
            </a:pPr>
            <a:r>
              <a:rPr lang="en-US" sz="1600">
                <a:ea typeface="+mn-lt"/>
                <a:cs typeface="+mn-lt"/>
              </a:rPr>
              <a:t>Offers </a:t>
            </a:r>
            <a:r>
              <a:rPr lang="en-US" sz="1600" b="1">
                <a:ea typeface="+mn-lt"/>
                <a:cs typeface="+mn-lt"/>
              </a:rPr>
              <a:t>multiple shopping channels</a:t>
            </a:r>
            <a:r>
              <a:rPr lang="en-US" sz="1600">
                <a:ea typeface="+mn-lt"/>
                <a:cs typeface="+mn-lt"/>
              </a:rPr>
              <a:t>: in-store, catalogue, online, phone, SMS updates, and Quick Pay kiosks.</a:t>
            </a:r>
          </a:p>
          <a:p>
            <a:pPr>
              <a:buFont typeface="Arial"/>
              <a:buChar char="•"/>
            </a:pPr>
            <a:r>
              <a:rPr lang="en-US" sz="1600">
                <a:ea typeface="+mn-lt"/>
                <a:cs typeface="+mn-lt"/>
              </a:rPr>
              <a:t>Aims to meet </a:t>
            </a:r>
            <a:r>
              <a:rPr lang="en-US" sz="1600" b="1">
                <a:ea typeface="+mn-lt"/>
                <a:cs typeface="+mn-lt"/>
              </a:rPr>
              <a:t>diverse customer preferences</a:t>
            </a:r>
            <a:r>
              <a:rPr lang="en-US" sz="1600">
                <a:ea typeface="+mn-lt"/>
                <a:cs typeface="+mn-lt"/>
              </a:rPr>
              <a:t> and shopping habits.</a:t>
            </a:r>
          </a:p>
          <a:p>
            <a:pPr>
              <a:buFont typeface="Arial"/>
              <a:buChar char="•"/>
            </a:pPr>
            <a:r>
              <a:rPr lang="en-US" sz="1600">
                <a:ea typeface="+mn-lt"/>
                <a:cs typeface="+mn-lt"/>
              </a:rPr>
              <a:t>Strategy helps </a:t>
            </a:r>
            <a:r>
              <a:rPr lang="en-US" sz="1600" b="1">
                <a:ea typeface="+mn-lt"/>
                <a:cs typeface="+mn-lt"/>
              </a:rPr>
              <a:t>convert passive or occasional shoppers</a:t>
            </a:r>
            <a:r>
              <a:rPr lang="en-US" sz="1600">
                <a:ea typeface="+mn-lt"/>
                <a:cs typeface="+mn-lt"/>
              </a:rPr>
              <a:t> into active buyers by reducing friction and increasing brand familiarity.</a:t>
            </a:r>
          </a:p>
          <a:p>
            <a:pPr marL="213995" indent="-213995" algn="l">
              <a:buFont typeface="Arial"/>
              <a:buChar char="•"/>
            </a:pPr>
            <a:endParaRPr lang="en-US" sz="1600">
              <a:ea typeface="Calibri"/>
              <a:cs typeface="Calibri"/>
            </a:endParaRPr>
          </a:p>
        </p:txBody>
      </p:sp>
      <p:sp>
        <p:nvSpPr>
          <p:cNvPr id="9" name="Google Shape;1710;p59">
            <a:extLst>
              <a:ext uri="{FF2B5EF4-FFF2-40B4-BE49-F238E27FC236}">
                <a16:creationId xmlns:a16="http://schemas.microsoft.com/office/drawing/2014/main" id="{B5FB26FB-7509-AEDF-B9A0-303F42FC2E1E}"/>
              </a:ext>
            </a:extLst>
          </p:cNvPr>
          <p:cNvSpPr txBox="1">
            <a:spLocks/>
          </p:cNvSpPr>
          <p:nvPr/>
        </p:nvSpPr>
        <p:spPr>
          <a:xfrm>
            <a:off x="1072" y="-142723"/>
            <a:ext cx="4301785" cy="5388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1pPr>
            <a:lvl2pPr marR="0" lvl="1"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2pPr>
            <a:lvl3pPr marR="0" lvl="2"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3pPr>
            <a:lvl4pPr marR="0" lvl="3"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4pPr>
            <a:lvl5pPr marR="0" lvl="4"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5pPr>
            <a:lvl6pPr marR="0" lvl="5"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6pPr>
            <a:lvl7pPr marR="0" lvl="6"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7pPr>
            <a:lvl8pPr marR="0" lvl="7"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8pPr>
            <a:lvl9pPr marR="0" lvl="8" algn="l" rtl="0">
              <a:lnSpc>
                <a:spcPct val="100000"/>
              </a:lnSpc>
              <a:spcBef>
                <a:spcPts val="0"/>
              </a:spcBef>
              <a:spcAft>
                <a:spcPts val="0"/>
              </a:spcAft>
              <a:buClr>
                <a:schemeClr val="dk1"/>
              </a:buClr>
              <a:buSzPts val="3400"/>
              <a:buFont typeface="Lexend ExtraBold"/>
              <a:buNone/>
              <a:defRPr sz="3400" b="0" i="0" u="none" strike="noStrike" cap="none">
                <a:solidFill>
                  <a:schemeClr val="dk1"/>
                </a:solidFill>
                <a:latin typeface="Lexend ExtraBold"/>
                <a:ea typeface="Lexend ExtraBold"/>
                <a:cs typeface="Lexend ExtraBold"/>
                <a:sym typeface="Lexend ExtraBold"/>
              </a:defRPr>
            </a:lvl9pPr>
          </a:lstStyle>
          <a:p>
            <a:r>
              <a:rPr lang="en"/>
              <a:t>Solution Evaluation </a:t>
            </a:r>
          </a:p>
        </p:txBody>
      </p:sp>
    </p:spTree>
    <p:extLst>
      <p:ext uri="{BB962C8B-B14F-4D97-AF65-F5344CB8AC3E}">
        <p14:creationId xmlns:p14="http://schemas.microsoft.com/office/powerpoint/2010/main" val="37494216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C13F2E65-D1B6-DAD2-52BB-2BD3398C077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2276482-CEC7-7ACE-3D66-559E0E652669}"/>
              </a:ext>
            </a:extLst>
          </p:cNvPr>
          <p:cNvSpPr txBox="1"/>
          <p:nvPr/>
        </p:nvSpPr>
        <p:spPr>
          <a:xfrm>
            <a:off x="6746925" y="1623875"/>
            <a:ext cx="2288043" cy="500137"/>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400" b="1">
                <a:ea typeface="Calibri"/>
                <a:cs typeface="Calibri"/>
              </a:rPr>
              <a:t>Customer segmentation and targeting</a:t>
            </a:r>
            <a:endParaRPr lang="en-US" sz="1400">
              <a:cs typeface="Arial"/>
            </a:endParaRPr>
          </a:p>
        </p:txBody>
      </p:sp>
      <p:sp>
        <p:nvSpPr>
          <p:cNvPr id="5" name="TextBox 4">
            <a:extLst>
              <a:ext uri="{FF2B5EF4-FFF2-40B4-BE49-F238E27FC236}">
                <a16:creationId xmlns:a16="http://schemas.microsoft.com/office/drawing/2014/main" id="{0DD8D30D-4EE4-1401-7AAF-92628203A684}"/>
              </a:ext>
            </a:extLst>
          </p:cNvPr>
          <p:cNvSpPr txBox="1"/>
          <p:nvPr/>
        </p:nvSpPr>
        <p:spPr>
          <a:xfrm>
            <a:off x="3437988" y="723402"/>
            <a:ext cx="1911045" cy="561692"/>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600" b="1">
                <a:ea typeface="Calibri"/>
                <a:cs typeface="Calibri"/>
              </a:rPr>
              <a:t>Multi-channel retailing strategy</a:t>
            </a:r>
            <a:endParaRPr lang="en-US" sz="1600">
              <a:cs typeface="Arial"/>
            </a:endParaRPr>
          </a:p>
        </p:txBody>
      </p:sp>
      <p:sp>
        <p:nvSpPr>
          <p:cNvPr id="6" name="TextBox 5">
            <a:extLst>
              <a:ext uri="{FF2B5EF4-FFF2-40B4-BE49-F238E27FC236}">
                <a16:creationId xmlns:a16="http://schemas.microsoft.com/office/drawing/2014/main" id="{CB70BB22-06B8-1CE1-4081-358883C70090}"/>
              </a:ext>
            </a:extLst>
          </p:cNvPr>
          <p:cNvSpPr txBox="1"/>
          <p:nvPr/>
        </p:nvSpPr>
        <p:spPr>
          <a:xfrm>
            <a:off x="429210" y="1908422"/>
            <a:ext cx="1757362" cy="315471"/>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r>
              <a:rPr lang="en-US" sz="1600" b="1">
                <a:ea typeface="Calibri"/>
                <a:cs typeface="Calibri"/>
              </a:rPr>
              <a:t>Value of Money</a:t>
            </a:r>
          </a:p>
        </p:txBody>
      </p:sp>
      <p:sp>
        <p:nvSpPr>
          <p:cNvPr id="7" name="TextBox 6">
            <a:extLst>
              <a:ext uri="{FF2B5EF4-FFF2-40B4-BE49-F238E27FC236}">
                <a16:creationId xmlns:a16="http://schemas.microsoft.com/office/drawing/2014/main" id="{D33D8772-91DD-1AFB-3D66-616457A406FE}"/>
              </a:ext>
            </a:extLst>
          </p:cNvPr>
          <p:cNvSpPr txBox="1"/>
          <p:nvPr/>
        </p:nvSpPr>
        <p:spPr>
          <a:xfrm rot="-10800000" flipV="1">
            <a:off x="442414" y="3246586"/>
            <a:ext cx="1740556" cy="807913"/>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600" b="1">
                <a:ea typeface="Calibri"/>
                <a:cs typeface="Calibri"/>
              </a:rPr>
              <a:t>Customer feedback integration</a:t>
            </a:r>
            <a:endParaRPr lang="en-US" sz="1600">
              <a:cs typeface="Arial"/>
            </a:endParaRPr>
          </a:p>
        </p:txBody>
      </p:sp>
      <p:sp>
        <p:nvSpPr>
          <p:cNvPr id="8" name="TextBox 7">
            <a:extLst>
              <a:ext uri="{FF2B5EF4-FFF2-40B4-BE49-F238E27FC236}">
                <a16:creationId xmlns:a16="http://schemas.microsoft.com/office/drawing/2014/main" id="{F85ACEF7-A95E-F6D4-C943-9D30AE2EAFC7}"/>
              </a:ext>
            </a:extLst>
          </p:cNvPr>
          <p:cNvSpPr txBox="1"/>
          <p:nvPr/>
        </p:nvSpPr>
        <p:spPr>
          <a:xfrm>
            <a:off x="3387560" y="4561814"/>
            <a:ext cx="2403303" cy="500137"/>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400" b="1">
                <a:ea typeface="Calibri"/>
                <a:cs typeface="Calibri"/>
              </a:rPr>
              <a:t>Technological integration and innovation</a:t>
            </a:r>
            <a:endParaRPr lang="en-US" sz="1400">
              <a:cs typeface="Arial"/>
            </a:endParaRPr>
          </a:p>
        </p:txBody>
      </p:sp>
      <p:sp>
        <p:nvSpPr>
          <p:cNvPr id="9" name="TextBox 8">
            <a:extLst>
              <a:ext uri="{FF2B5EF4-FFF2-40B4-BE49-F238E27FC236}">
                <a16:creationId xmlns:a16="http://schemas.microsoft.com/office/drawing/2014/main" id="{20268F5F-AB90-670B-4667-A6D95127DAAA}"/>
              </a:ext>
            </a:extLst>
          </p:cNvPr>
          <p:cNvSpPr txBox="1"/>
          <p:nvPr/>
        </p:nvSpPr>
        <p:spPr>
          <a:xfrm>
            <a:off x="6921015" y="3285544"/>
            <a:ext cx="1933857" cy="500137"/>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1400" b="1">
                <a:ea typeface="Calibri"/>
                <a:cs typeface="Calibri"/>
              </a:rPr>
              <a:t>Effective supply chain management</a:t>
            </a:r>
            <a:endParaRPr lang="en-US" sz="1400">
              <a:cs typeface="Arial"/>
            </a:endParaRPr>
          </a:p>
        </p:txBody>
      </p:sp>
      <p:sp>
        <p:nvSpPr>
          <p:cNvPr id="10" name="Rectangle: Rounded Corners 9">
            <a:extLst>
              <a:ext uri="{FF2B5EF4-FFF2-40B4-BE49-F238E27FC236}">
                <a16:creationId xmlns:a16="http://schemas.microsoft.com/office/drawing/2014/main" id="{ABFB68F8-061C-959D-2C75-74B0C8AF3B3D}"/>
              </a:ext>
            </a:extLst>
          </p:cNvPr>
          <p:cNvSpPr/>
          <p:nvPr/>
        </p:nvSpPr>
        <p:spPr>
          <a:xfrm>
            <a:off x="3197414" y="1966310"/>
            <a:ext cx="2756324" cy="149122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endParaRPr lang="en-US" sz="1013"/>
          </a:p>
        </p:txBody>
      </p:sp>
      <p:sp>
        <p:nvSpPr>
          <p:cNvPr id="12" name="TextBox 11">
            <a:extLst>
              <a:ext uri="{FF2B5EF4-FFF2-40B4-BE49-F238E27FC236}">
                <a16:creationId xmlns:a16="http://schemas.microsoft.com/office/drawing/2014/main" id="{C016AD61-A8DB-3D19-D3DD-F9CD374FB330}"/>
              </a:ext>
            </a:extLst>
          </p:cNvPr>
          <p:cNvSpPr txBox="1"/>
          <p:nvPr/>
        </p:nvSpPr>
        <p:spPr>
          <a:xfrm>
            <a:off x="3413457" y="2078808"/>
            <a:ext cx="2395187" cy="1338776"/>
          </a:xfrm>
          <a:prstGeom prst="rect">
            <a:avLst/>
          </a:prstGeom>
          <a:noFill/>
        </p:spPr>
        <p:txBody>
          <a:bodyPr rot="0" spcFirstLastPara="0" vertOverflow="overflow" horzOverflow="overflow" vert="horz" wrap="square" lIns="68580" tIns="34290" rIns="68580" bIns="34290" numCol="1" spcCol="0" rtlCol="0" fromWordArt="0" anchor="t" anchorCtr="0" forceAA="0" compatLnSpc="1">
            <a:prstTxWarp prst="textNoShape">
              <a:avLst/>
            </a:prstTxWarp>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ctr"/>
            <a:r>
              <a:rPr lang="en-US" sz="2000" b="1">
                <a:ea typeface="Calibri"/>
                <a:cs typeface="Calibri"/>
              </a:rPr>
              <a:t>Increase customer base</a:t>
            </a:r>
            <a:endParaRPr lang="en-US" sz="2000">
              <a:ea typeface="Calibri"/>
              <a:cs typeface="Calibri"/>
            </a:endParaRPr>
          </a:p>
          <a:p>
            <a:pPr algn="ctr"/>
            <a:r>
              <a:rPr lang="en-US" sz="2000" b="1">
                <a:ea typeface="Calibri"/>
                <a:cs typeface="Calibri"/>
              </a:rPr>
              <a:t> &amp; </a:t>
            </a:r>
            <a:endParaRPr lang="en-US" sz="2000">
              <a:ea typeface="Calibri"/>
              <a:cs typeface="Calibri"/>
            </a:endParaRPr>
          </a:p>
          <a:p>
            <a:pPr algn="ctr"/>
            <a:r>
              <a:rPr lang="en-US" sz="2000" b="1">
                <a:ea typeface="Calibri"/>
                <a:cs typeface="Calibri"/>
              </a:rPr>
              <a:t>Boost loyalty</a:t>
            </a:r>
            <a:endParaRPr lang="en-US" sz="2000">
              <a:ea typeface="Calibri"/>
              <a:cs typeface="Calibri"/>
            </a:endParaRPr>
          </a:p>
        </p:txBody>
      </p:sp>
      <p:cxnSp>
        <p:nvCxnSpPr>
          <p:cNvPr id="13" name="Straight Arrow Connector 12">
            <a:extLst>
              <a:ext uri="{FF2B5EF4-FFF2-40B4-BE49-F238E27FC236}">
                <a16:creationId xmlns:a16="http://schemas.microsoft.com/office/drawing/2014/main" id="{A10CDC02-8C7A-8A05-9836-1D79979AB6DB}"/>
              </a:ext>
            </a:extLst>
          </p:cNvPr>
          <p:cNvCxnSpPr/>
          <p:nvPr/>
        </p:nvCxnSpPr>
        <p:spPr>
          <a:xfrm>
            <a:off x="2204745" y="2111586"/>
            <a:ext cx="962635" cy="38298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FE295FC-5C40-50BC-7B57-F6AE1F708E59}"/>
              </a:ext>
            </a:extLst>
          </p:cNvPr>
          <p:cNvCxnSpPr>
            <a:cxnSpLocks/>
          </p:cNvCxnSpPr>
          <p:nvPr/>
        </p:nvCxnSpPr>
        <p:spPr>
          <a:xfrm flipV="1">
            <a:off x="2205946" y="3326607"/>
            <a:ext cx="770534" cy="23774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3506662-402C-D6B7-42ED-376FE171B9D5}"/>
              </a:ext>
            </a:extLst>
          </p:cNvPr>
          <p:cNvCxnSpPr>
            <a:cxnSpLocks/>
          </p:cNvCxnSpPr>
          <p:nvPr/>
        </p:nvCxnSpPr>
        <p:spPr>
          <a:xfrm flipH="1" flipV="1">
            <a:off x="4528894" y="3536717"/>
            <a:ext cx="3872" cy="92810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4375D4C-8B0F-10A3-0C4F-E3C0F9060426}"/>
              </a:ext>
            </a:extLst>
          </p:cNvPr>
          <p:cNvCxnSpPr>
            <a:cxnSpLocks/>
          </p:cNvCxnSpPr>
          <p:nvPr/>
        </p:nvCxnSpPr>
        <p:spPr>
          <a:xfrm flipH="1">
            <a:off x="4340395" y="1333578"/>
            <a:ext cx="3874" cy="57628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1665332-D88B-8F61-3453-2F67B94B51E0}"/>
              </a:ext>
            </a:extLst>
          </p:cNvPr>
          <p:cNvCxnSpPr>
            <a:cxnSpLocks/>
          </p:cNvCxnSpPr>
          <p:nvPr/>
        </p:nvCxnSpPr>
        <p:spPr>
          <a:xfrm flipH="1">
            <a:off x="6053695" y="1998726"/>
            <a:ext cx="678627" cy="16927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EB8A39D-7B76-A1A9-CA06-B43E0EE06C1B}"/>
              </a:ext>
            </a:extLst>
          </p:cNvPr>
          <p:cNvCxnSpPr>
            <a:cxnSpLocks/>
          </p:cNvCxnSpPr>
          <p:nvPr/>
        </p:nvCxnSpPr>
        <p:spPr>
          <a:xfrm flipH="1" flipV="1">
            <a:off x="6183364" y="3214947"/>
            <a:ext cx="616194" cy="18971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0" name="Google Shape;1710;p59">
            <a:extLst>
              <a:ext uri="{FF2B5EF4-FFF2-40B4-BE49-F238E27FC236}">
                <a16:creationId xmlns:a16="http://schemas.microsoft.com/office/drawing/2014/main" id="{9C4AD381-2C26-92D9-13FD-F2E57CBD8E92}"/>
              </a:ext>
            </a:extLst>
          </p:cNvPr>
          <p:cNvSpPr txBox="1">
            <a:spLocks noGrp="1"/>
          </p:cNvSpPr>
          <p:nvPr>
            <p:ph type="title"/>
          </p:nvPr>
        </p:nvSpPr>
        <p:spPr>
          <a:xfrm>
            <a:off x="29887" y="1353"/>
            <a:ext cx="9109109" cy="1076700"/>
          </a:xfrm>
          <a:prstGeom prst="rect">
            <a:avLst/>
          </a:prstGeom>
        </p:spPr>
        <p:txBody>
          <a:bodyPr spcFirstLastPara="1" wrap="square" lIns="91425" tIns="91425" rIns="91425" bIns="91425" anchor="t" anchorCtr="0">
            <a:noAutofit/>
          </a:bodyPr>
          <a:lstStyle/>
          <a:p>
            <a:r>
              <a:rPr lang="en"/>
              <a:t>Solution Evaluation </a:t>
            </a:r>
          </a:p>
        </p:txBody>
      </p:sp>
    </p:spTree>
    <p:extLst>
      <p:ext uri="{BB962C8B-B14F-4D97-AF65-F5344CB8AC3E}">
        <p14:creationId xmlns:p14="http://schemas.microsoft.com/office/powerpoint/2010/main" val="18092833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96D86-A7A6-7CE2-F808-D44C502B6E3C}"/>
              </a:ext>
            </a:extLst>
          </p:cNvPr>
          <p:cNvSpPr>
            <a:spLocks noGrp="1"/>
          </p:cNvSpPr>
          <p:nvPr>
            <p:ph type="title"/>
          </p:nvPr>
        </p:nvSpPr>
        <p:spPr>
          <a:xfrm>
            <a:off x="239748" y="-136080"/>
            <a:ext cx="7704000" cy="564900"/>
          </a:xfrm>
        </p:spPr>
        <p:txBody>
          <a:bodyPr/>
          <a:lstStyle/>
          <a:p>
            <a:r>
              <a:rPr lang="en-US" b="1"/>
              <a:t>Recommendation</a:t>
            </a:r>
          </a:p>
        </p:txBody>
      </p:sp>
      <p:sp>
        <p:nvSpPr>
          <p:cNvPr id="4" name="Slide Number Placeholder 3">
            <a:extLst>
              <a:ext uri="{FF2B5EF4-FFF2-40B4-BE49-F238E27FC236}">
                <a16:creationId xmlns:a16="http://schemas.microsoft.com/office/drawing/2014/main" id="{5B143902-2748-4BD7-B9AB-7996AA305290}"/>
              </a:ext>
            </a:extLst>
          </p:cNvPr>
          <p:cNvSpPr>
            <a:spLocks noGrp="1"/>
          </p:cNvSpPr>
          <p:nvPr>
            <p:ph type="sldNum" sz="quarter" idx="12"/>
          </p:nvPr>
        </p:nvSpPr>
        <p:spPr/>
        <p:txBody>
          <a:bodyPr/>
          <a:lstStyle/>
          <a:p>
            <a:fld id="{E8AD016F-BD21-43F2-BF6D-1C9D9BD53FD2}" type="slidenum">
              <a:rPr lang="en-CA" smtClean="0"/>
              <a:t>52</a:t>
            </a:fld>
            <a:endParaRPr lang="en-CA"/>
          </a:p>
        </p:txBody>
      </p:sp>
      <p:sp>
        <p:nvSpPr>
          <p:cNvPr id="5" name="Content Placeholder 2">
            <a:extLst>
              <a:ext uri="{FF2B5EF4-FFF2-40B4-BE49-F238E27FC236}">
                <a16:creationId xmlns:a16="http://schemas.microsoft.com/office/drawing/2014/main" id="{00DDCC63-9987-67C7-3D22-40DE678D60BD}"/>
              </a:ext>
            </a:extLst>
          </p:cNvPr>
          <p:cNvSpPr>
            <a:spLocks noGrp="1"/>
          </p:cNvSpPr>
          <p:nvPr/>
        </p:nvSpPr>
        <p:spPr>
          <a:xfrm>
            <a:off x="4163" y="427347"/>
            <a:ext cx="9149966" cy="5831985"/>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a:t>Use predictive modeling (advanced segmentation techniques like clustering) to further enhance their segmentation and targeting beyond two segments. This will boost customer satisfaction via improved personalization.</a:t>
            </a:r>
            <a:endParaRPr lang="en-US" sz="1800">
              <a:cs typeface="Arial"/>
            </a:endParaRPr>
          </a:p>
          <a:p>
            <a:pPr marL="0" indent="0">
              <a:buNone/>
            </a:pPr>
            <a:r>
              <a:rPr lang="en-US" sz="1800"/>
              <a:t>Aligning Inventory with Local Demand:</a:t>
            </a:r>
            <a:endParaRPr lang="en-US" sz="1800">
              <a:cs typeface="Arial"/>
            </a:endParaRPr>
          </a:p>
          <a:p>
            <a:pPr>
              <a:buFont typeface="Arial"/>
              <a:buChar char="•"/>
            </a:pPr>
            <a:r>
              <a:rPr lang="en-US" sz="1800"/>
              <a:t>Sales analysis by season and region using time series forecasting (using past data to predict the future), they can figure out what products will likely be in demand and when. </a:t>
            </a:r>
            <a:endParaRPr lang="en-US" sz="1800">
              <a:cs typeface="Arial"/>
            </a:endParaRPr>
          </a:p>
          <a:p>
            <a:pPr>
              <a:buFont typeface="Arial"/>
              <a:buChar char="•"/>
            </a:pPr>
            <a:r>
              <a:rPr lang="en-US" sz="1800"/>
              <a:t>To limit supply shortage, stock-pilling and maintain appropriate inventory levels across the board</a:t>
            </a:r>
            <a:endParaRPr lang="en-US" sz="1800">
              <a:cs typeface="Arial"/>
            </a:endParaRPr>
          </a:p>
          <a:p>
            <a:pPr marL="0" indent="0">
              <a:buNone/>
            </a:pPr>
            <a:r>
              <a:rPr lang="en-US" sz="1800"/>
              <a:t>Optimize digital experience with AI-powered personalization (e.g., recommended products).</a:t>
            </a:r>
            <a:endParaRPr lang="en-US" sz="1800">
              <a:cs typeface="Arial"/>
            </a:endParaRPr>
          </a:p>
          <a:p>
            <a:pPr marL="0" indent="0">
              <a:buNone/>
            </a:pPr>
            <a:r>
              <a:rPr lang="en-US" sz="1800"/>
              <a:t>Introduce a loyalty scoring system to reward “Get its” and encourage higher-value purchases.</a:t>
            </a:r>
            <a:endParaRPr lang="en-US" sz="1800">
              <a:cs typeface="Arial"/>
            </a:endParaRPr>
          </a:p>
          <a:p>
            <a:pPr marL="0" indent="0" algn="ctr">
              <a:buNone/>
            </a:pPr>
            <a:r>
              <a:rPr lang="en-US" sz="1800" b="1"/>
              <a:t>All of this makes shopping with Argos feel more reliable, both online and in-store because customers know what they want is likely in available.</a:t>
            </a:r>
            <a:r>
              <a:rPr lang="en-US" sz="2000" b="1"/>
              <a:t> </a:t>
            </a:r>
            <a:endParaRPr lang="en-US" sz="2000" b="1">
              <a:cs typeface="Arial"/>
            </a:endParaRPr>
          </a:p>
        </p:txBody>
      </p:sp>
    </p:spTree>
    <p:extLst>
      <p:ext uri="{BB962C8B-B14F-4D97-AF65-F5344CB8AC3E}">
        <p14:creationId xmlns:p14="http://schemas.microsoft.com/office/powerpoint/2010/main" val="482446236"/>
      </p:ext>
    </p:extLst>
  </p:cSld>
  <p:clrMapOvr>
    <a:masterClrMapping/>
  </p:clrMapOvr>
</p:sld>
</file>

<file path=ppt/theme/theme1.xml><?xml version="1.0" encoding="utf-8"?>
<a:theme xmlns:a="http://schemas.openxmlformats.org/drawingml/2006/main" name="Shopping Cart Theme for Business by Slidesgo">
  <a:themeElements>
    <a:clrScheme name="Simple Light">
      <a:dk1>
        <a:srgbClr val="333333"/>
      </a:dk1>
      <a:lt1>
        <a:srgbClr val="EBEBEB"/>
      </a:lt1>
      <a:dk2>
        <a:srgbClr val="FFFFFF"/>
      </a:dk2>
      <a:lt2>
        <a:srgbClr val="FFB554"/>
      </a:lt2>
      <a:accent1>
        <a:srgbClr val="FF3070"/>
      </a:accent1>
      <a:accent2>
        <a:srgbClr val="FF8876"/>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4816</Words>
  <Application>Microsoft Office PowerPoint</Application>
  <PresentationFormat>On-screen Show (16:9)</PresentationFormat>
  <Paragraphs>492</Paragraphs>
  <Slides>52</Slides>
  <Notes>41</Notes>
  <HiddenSlides>10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52</vt:i4>
      </vt:variant>
    </vt:vector>
  </HeadingPairs>
  <TitlesOfParts>
    <vt:vector size="65" baseType="lpstr">
      <vt:lpstr>Lexend</vt:lpstr>
      <vt:lpstr>Alata</vt:lpstr>
      <vt:lpstr>Montserrat</vt:lpstr>
      <vt:lpstr>DM Sans</vt:lpstr>
      <vt:lpstr>Roboto</vt:lpstr>
      <vt:lpstr>PT Sans</vt:lpstr>
      <vt:lpstr>Lexend ExtraBold</vt:lpstr>
      <vt:lpstr>Lucida Sans Typewriter</vt:lpstr>
      <vt:lpstr>Calibri</vt:lpstr>
      <vt:lpstr>Arial</vt:lpstr>
      <vt:lpstr>Consolas</vt:lpstr>
      <vt:lpstr>Open Sans</vt:lpstr>
      <vt:lpstr>Shopping Cart Theme for Business by Slidesgo</vt:lpstr>
      <vt:lpstr>PowerPoint Presentation</vt:lpstr>
      <vt:lpstr>BUSINESS UNDERSTANDING</vt:lpstr>
      <vt:lpstr>Case Study</vt:lpstr>
      <vt:lpstr>Introduction</vt:lpstr>
      <vt:lpstr>Problem Solving Process 1 – Exploring the mess</vt:lpstr>
      <vt:lpstr>Problem Solving Process 2 – Searching for information</vt:lpstr>
      <vt:lpstr>Problem Solving Process 3 – Identifying a problem</vt:lpstr>
      <vt:lpstr>Problem Solving Process 4 – Searching for solutions</vt:lpstr>
      <vt:lpstr>Problem Solving Process 5 – Evaluating solutions</vt:lpstr>
      <vt:lpstr>Problem Solving Process 6 – Implementing a solution</vt:lpstr>
      <vt:lpstr>DATA UNDERSTANDING</vt:lpstr>
      <vt:lpstr>Conceptual Model</vt:lpstr>
      <vt:lpstr>Data Dictionary </vt:lpstr>
      <vt:lpstr>BUSINESS UNDERSTANDING</vt:lpstr>
      <vt:lpstr>PowerPoint Presentation</vt:lpstr>
      <vt:lpstr>DATA UNDERSTANDING</vt:lpstr>
      <vt:lpstr>PowerPoint Presentation</vt:lpstr>
      <vt:lpstr>Dataset 1</vt:lpstr>
      <vt:lpstr>Database Diagram 1 (SQL)</vt:lpstr>
      <vt:lpstr>DATA PREPARATION</vt:lpstr>
      <vt:lpstr>PowerPoint Presentation</vt:lpstr>
      <vt:lpstr>PowerPoint Presentation</vt:lpstr>
      <vt:lpstr>PREDICTIVE ANALYSIS  AND MODELING</vt:lpstr>
      <vt:lpstr>PowerPoint Presentation</vt:lpstr>
      <vt:lpstr>PowerPoint Presentation</vt:lpstr>
      <vt:lpstr>PowerPoint Presentation</vt:lpstr>
      <vt:lpstr>EVALUATION </vt:lpstr>
      <vt:lpstr>PowerPoint Presentation</vt:lpstr>
      <vt:lpstr>BUSINESS UNDERSTANDING</vt:lpstr>
      <vt:lpstr>PowerPoint Presentation</vt:lpstr>
      <vt:lpstr>DATA UNDERSTANDING</vt:lpstr>
      <vt:lpstr>PowerPoint Presentation</vt:lpstr>
      <vt:lpstr>Dataset 2</vt:lpstr>
      <vt:lpstr>Database Diagram 2 (Visual Studio)</vt:lpstr>
      <vt:lpstr>DATA PREPARATION</vt:lpstr>
      <vt:lpstr>PowerPoint Presentation</vt:lpstr>
      <vt:lpstr>PowerPoint Presentation</vt:lpstr>
      <vt:lpstr>PREDICTIVE ANALYSIS  AND MODELING</vt:lpstr>
      <vt:lpstr>PowerPoint Presentation</vt:lpstr>
      <vt:lpstr>PowerPoint Presentation</vt:lpstr>
      <vt:lpstr>EVALUATION </vt:lpstr>
      <vt:lpstr>PowerPoint Presentation</vt:lpstr>
      <vt:lpstr>5W 1H Analysis 1 – Who</vt:lpstr>
      <vt:lpstr>PowerPoint Presentation</vt:lpstr>
      <vt:lpstr>PowerPoint Presentation</vt:lpstr>
      <vt:lpstr>PowerPoint Presentation</vt:lpstr>
      <vt:lpstr>PowerPoint Presentation</vt:lpstr>
      <vt:lpstr>5W 1H Analysis 6 – How</vt:lpstr>
      <vt:lpstr>Conceptual Model</vt:lpstr>
      <vt:lpstr>PowerPoint Presentation</vt:lpstr>
      <vt:lpstr>Solution Evaluation </vt:lpstr>
      <vt:lpstr>Recommendation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Adebukola Aina</cp:lastModifiedBy>
  <cp:revision>5</cp:revision>
  <dcterms:modified xsi:type="dcterms:W3CDTF">2025-12-19T07:31:34Z</dcterms:modified>
</cp:coreProperties>
</file>